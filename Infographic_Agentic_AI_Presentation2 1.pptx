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3.xml" ContentType="application/vnd.openxmlformats-officedocument.theme+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4.xml" ContentType="application/vnd.openxmlformats-officedocument.theme+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theme/theme5.xml" ContentType="application/vnd.openxmlformats-officedocument.theme+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theme/theme6.xml" ContentType="application/vnd.openxmlformats-officedocument.theme+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theme/theme7.xml" ContentType="application/vnd.openxmlformats-officedocument.theme+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theme/theme8.xml" ContentType="application/vnd.openxmlformats-officedocument.theme+xml"/>
  <Override PartName="/ppt/theme/theme9.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4"/>
    <p:sldMasterId id="2147483746" r:id="rId5"/>
    <p:sldMasterId id="2147483754" r:id="rId6"/>
    <p:sldMasterId id="2147483773" r:id="rId7"/>
    <p:sldMasterId id="2147483783" r:id="rId8"/>
    <p:sldMasterId id="2147483805" r:id="rId9"/>
    <p:sldMasterId id="2147483809" r:id="rId10"/>
    <p:sldMasterId id="2147483817" r:id="rId11"/>
  </p:sldMasterIdLst>
  <p:notesMasterIdLst>
    <p:notesMasterId r:id="rId24"/>
  </p:notesMasterIdLst>
  <p:sldIdLst>
    <p:sldId id="2561" r:id="rId12"/>
    <p:sldId id="2562" r:id="rId13"/>
    <p:sldId id="2563" r:id="rId14"/>
    <p:sldId id="2564" r:id="rId15"/>
    <p:sldId id="2565" r:id="rId16"/>
    <p:sldId id="2566" r:id="rId17"/>
    <p:sldId id="2567" r:id="rId18"/>
    <p:sldId id="2568" r:id="rId19"/>
    <p:sldId id="2569" r:id="rId20"/>
    <p:sldId id="2570" r:id="rId21"/>
    <p:sldId id="2571" r:id="rId22"/>
    <p:sldId id="2572" r:id="rId23"/>
  </p:sldIdLst>
  <p:sldSz cx="12192000" cy="6858000"/>
  <p:notesSz cx="6858000" cy="9144000"/>
  <p:defaultTextStyle>
    <a:defPPr>
      <a:defRPr lang="en-US"/>
    </a:defPPr>
    <a:lvl1pPr marL="0" algn="l" defTabSz="914205" rtl="0" eaLnBrk="1" latinLnBrk="0" hangingPunct="1">
      <a:defRPr sz="1800" kern="1200">
        <a:solidFill>
          <a:schemeClr val="tx1"/>
        </a:solidFill>
        <a:latin typeface="+mn-lt"/>
        <a:ea typeface="+mn-ea"/>
        <a:cs typeface="+mn-cs"/>
      </a:defRPr>
    </a:lvl1pPr>
    <a:lvl2pPr marL="457102" algn="l" defTabSz="914205" rtl="0" eaLnBrk="1" latinLnBrk="0" hangingPunct="1">
      <a:defRPr sz="1800" kern="1200">
        <a:solidFill>
          <a:schemeClr val="tx1"/>
        </a:solidFill>
        <a:latin typeface="+mn-lt"/>
        <a:ea typeface="+mn-ea"/>
        <a:cs typeface="+mn-cs"/>
      </a:defRPr>
    </a:lvl2pPr>
    <a:lvl3pPr marL="914205" algn="l" defTabSz="914205" rtl="0" eaLnBrk="1" latinLnBrk="0" hangingPunct="1">
      <a:defRPr sz="1800" kern="1200">
        <a:solidFill>
          <a:schemeClr val="tx1"/>
        </a:solidFill>
        <a:latin typeface="+mn-lt"/>
        <a:ea typeface="+mn-ea"/>
        <a:cs typeface="+mn-cs"/>
      </a:defRPr>
    </a:lvl3pPr>
    <a:lvl4pPr marL="1371308" algn="l" defTabSz="914205" rtl="0" eaLnBrk="1" latinLnBrk="0" hangingPunct="1">
      <a:defRPr sz="1800" kern="1200">
        <a:solidFill>
          <a:schemeClr val="tx1"/>
        </a:solidFill>
        <a:latin typeface="+mn-lt"/>
        <a:ea typeface="+mn-ea"/>
        <a:cs typeface="+mn-cs"/>
      </a:defRPr>
    </a:lvl4pPr>
    <a:lvl5pPr marL="1828410" algn="l" defTabSz="914205" rtl="0" eaLnBrk="1" latinLnBrk="0" hangingPunct="1">
      <a:defRPr sz="1800" kern="1200">
        <a:solidFill>
          <a:schemeClr val="tx1"/>
        </a:solidFill>
        <a:latin typeface="+mn-lt"/>
        <a:ea typeface="+mn-ea"/>
        <a:cs typeface="+mn-cs"/>
      </a:defRPr>
    </a:lvl5pPr>
    <a:lvl6pPr marL="2285511" algn="l" defTabSz="914205" rtl="0" eaLnBrk="1" latinLnBrk="0" hangingPunct="1">
      <a:defRPr sz="1800" kern="1200">
        <a:solidFill>
          <a:schemeClr val="tx1"/>
        </a:solidFill>
        <a:latin typeface="+mn-lt"/>
        <a:ea typeface="+mn-ea"/>
        <a:cs typeface="+mn-cs"/>
      </a:defRPr>
    </a:lvl6pPr>
    <a:lvl7pPr marL="2742614" algn="l" defTabSz="914205" rtl="0" eaLnBrk="1" latinLnBrk="0" hangingPunct="1">
      <a:defRPr sz="1800" kern="1200">
        <a:solidFill>
          <a:schemeClr val="tx1"/>
        </a:solidFill>
        <a:latin typeface="+mn-lt"/>
        <a:ea typeface="+mn-ea"/>
        <a:cs typeface="+mn-cs"/>
      </a:defRPr>
    </a:lvl7pPr>
    <a:lvl8pPr marL="3199716" algn="l" defTabSz="914205" rtl="0" eaLnBrk="1" latinLnBrk="0" hangingPunct="1">
      <a:defRPr sz="1800" kern="1200">
        <a:solidFill>
          <a:schemeClr val="tx1"/>
        </a:solidFill>
        <a:latin typeface="+mn-lt"/>
        <a:ea typeface="+mn-ea"/>
        <a:cs typeface="+mn-cs"/>
      </a:defRPr>
    </a:lvl8pPr>
    <a:lvl9pPr marL="3656819" algn="l" defTabSz="914205"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fographic Agentic AI Foundations" id="{4DA5D3CA-3B36-4ADD-B100-60F441C09C6C}">
          <p14:sldIdLst>
            <p14:sldId id="2561"/>
          </p14:sldIdLst>
        </p14:section>
        <p14:section name="Agentic AI Concepts" id="{942C09D1-4177-4508-9505-146DF2B28CA1}">
          <p14:sldIdLst>
            <p14:sldId id="2562"/>
            <p14:sldId id="2563"/>
            <p14:sldId id="2564"/>
          </p14:sldIdLst>
        </p14:section>
        <p14:section name="Agentic AI Implementation Patterns" id="{18C1158E-7CD4-45E8-93C6-66BEB69013EE}">
          <p14:sldIdLst>
            <p14:sldId id="2565"/>
            <p14:sldId id="2566"/>
            <p14:sldId id="2567"/>
          </p14:sldIdLst>
        </p14:section>
        <p14:section name="Agentic Workflows and Tool Integration" id="{3A7692A9-835A-4A0C-BA77-1E258E50D4B9}">
          <p14:sldIdLst>
            <p14:sldId id="2568"/>
            <p14:sldId id="2569"/>
            <p14:sldId id="2570"/>
          </p14:sldIdLst>
        </p14:section>
        <p14:section name="Interoperability and Protocols" id="{2E16A107-19D6-4259-B0A4-37CE77FE158B}">
          <p14:sldIdLst>
            <p14:sldId id="2571"/>
            <p14:sldId id="25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000" autoAdjust="0"/>
    <p:restoredTop sz="94660"/>
  </p:normalViewPr>
  <p:slideViewPr>
    <p:cSldViewPr>
      <p:cViewPr varScale="1">
        <p:scale>
          <a:sx n="66" d="100"/>
          <a:sy n="66" d="100"/>
        </p:scale>
        <p:origin x="708"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5.xml"/><Relationship Id="rId13" Type="http://schemas.openxmlformats.org/officeDocument/2006/relationships/slide" Target="slides/slide2.xml"/><Relationship Id="rId18" Type="http://schemas.openxmlformats.org/officeDocument/2006/relationships/slide" Target="slides/slide7.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0.xml"/><Relationship Id="rId7" Type="http://schemas.openxmlformats.org/officeDocument/2006/relationships/slideMaster" Target="slideMasters/slideMaster4.xml"/><Relationship Id="rId12" Type="http://schemas.openxmlformats.org/officeDocument/2006/relationships/slide" Target="slides/slide1.xml"/><Relationship Id="rId17" Type="http://schemas.openxmlformats.org/officeDocument/2006/relationships/slide" Target="slides/slide6.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5.xml"/><Relationship Id="rId20" Type="http://schemas.openxmlformats.org/officeDocument/2006/relationships/slide" Target="slides/slide9.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Master" Target="slideMasters/slideMaster8.xml"/><Relationship Id="rId24" Type="http://schemas.openxmlformats.org/officeDocument/2006/relationships/notesMaster" Target="notesMasters/notesMaster1.xml"/><Relationship Id="rId5" Type="http://schemas.openxmlformats.org/officeDocument/2006/relationships/slideMaster" Target="slideMasters/slideMaster2.xml"/><Relationship Id="rId15" Type="http://schemas.openxmlformats.org/officeDocument/2006/relationships/slide" Target="slides/slide4.xml"/><Relationship Id="rId23" Type="http://schemas.openxmlformats.org/officeDocument/2006/relationships/slide" Target="slides/slide12.xml"/><Relationship Id="rId28" Type="http://schemas.openxmlformats.org/officeDocument/2006/relationships/tableStyles" Target="tableStyles.xml"/><Relationship Id="rId10" Type="http://schemas.openxmlformats.org/officeDocument/2006/relationships/slideMaster" Target="slideMasters/slideMaster7.xml"/><Relationship Id="rId19" Type="http://schemas.openxmlformats.org/officeDocument/2006/relationships/slide" Target="slides/slide8.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3.xml"/><Relationship Id="rId22" Type="http://schemas.openxmlformats.org/officeDocument/2006/relationships/slide" Target="slides/slide1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16DAA2F-A3AD-44AF-84C9-286B46E9310F}" type="datetimeFigureOut">
              <a:t>2/26/2026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5732C23-B45D-4978-9205-C06658DC643E}" type="slidenum">
              <a:t>‹#›</a:t>
            </a:fld>
            <a:endParaRPr lang="en-US"/>
          </a:p>
        </p:txBody>
      </p:sp>
    </p:spTree>
    <p:extLst>
      <p:ext uri="{BB962C8B-B14F-4D97-AF65-F5344CB8AC3E}">
        <p14:creationId xmlns:p14="http://schemas.microsoft.com/office/powerpoint/2010/main" val="20639721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B07141C7-0A69-4A79-A22E-46B2EFDAB6F7}" type="slidenum">
              <a:t>1</a:t>
            </a:fld>
            <a:endParaRPr lang="en-US"/>
          </a:p>
        </p:txBody>
      </p:sp>
    </p:spTree>
    <p:extLst>
      <p:ext uri="{BB962C8B-B14F-4D97-AF65-F5344CB8AC3E}">
        <p14:creationId xmlns:p14="http://schemas.microsoft.com/office/powerpoint/2010/main" val="21127930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Core Characteristics of Agentic AI, Design Motivation for Agentic Systems, Agentic AI Operating Cycle</a:t>
            </a:r>
          </a:p>
        </p:txBody>
      </p:sp>
      <p:sp>
        <p:nvSpPr>
          <p:cNvPr id="4" name="Slide Number Placeholder 3"/>
          <p:cNvSpPr>
            <a:spLocks noGrp="1"/>
          </p:cNvSpPr>
          <p:nvPr>
            <p:ph type="sldNum" sz="quarter" idx="5"/>
          </p:nvPr>
        </p:nvSpPr>
        <p:spPr/>
        <p:txBody>
          <a:bodyPr/>
          <a:lstStyle/>
          <a:p>
            <a:fld id="{B07141C7-0A69-4A79-A22E-46B2EFDAB6F7}" type="slidenum">
              <a:t>2</a:t>
            </a:fld>
            <a:endParaRPr lang="en-US"/>
          </a:p>
        </p:txBody>
      </p:sp>
    </p:spTree>
    <p:extLst>
      <p:ext uri="{BB962C8B-B14F-4D97-AF65-F5344CB8AC3E}">
        <p14:creationId xmlns:p14="http://schemas.microsoft.com/office/powerpoint/2010/main" val="25760842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rise of agentic architectures is driven by the need for scalable, adaptive, and highly automated systems capable of handling tasks that exceed the constraints of traditional deterministic workflows. Organizations increasingly require systems that can perform parallel operations, such as running multiple web searches, interrogating structured and unstructured datasets, or orchestrating multi‑tool pipelines. Agentic AI enables such capabilities by decomposing tasks into modular components that can run independently or cooperatively. This modularity not only accelerates task execution but also makes it easier to substitute individual components—such as search tools, analytical models, or evaluators—without rewriting entire systems. By distributing decision‑making across autonomous agents, enterprises can reduce bottlenecks caused by human oversight and achieve higher throughput. Additionally, agentic systems can learn from feedback loops, making them more robust to errors and more adaptable to real‑world uncertainty. For example, logistic networks benefit from agents capable of recalibrating routes in real time, while financial institutions use decision‑making agents to analyze irregularities before escalating anomalies. The strategic value lies in enabling human teams to focus on oversight and creativity while delegating repetitive, data‑intensive, or time‑sensitive tasks to autonomous digital workers. Agentic AI thus addresses the growing demand for efficient workflow automation and intelligent delegation, offering capabilities that complement and extend traditional AI systems.</a:t>
            </a:r>
          </a:p>
        </p:txBody>
      </p:sp>
      <p:sp>
        <p:nvSpPr>
          <p:cNvPr id="4" name="Slide Number Placeholder 3"/>
          <p:cNvSpPr>
            <a:spLocks noGrp="1"/>
          </p:cNvSpPr>
          <p:nvPr>
            <p:ph type="sldNum" sz="quarter" idx="5"/>
          </p:nvPr>
        </p:nvSpPr>
        <p:spPr/>
        <p:txBody>
          <a:bodyPr/>
          <a:lstStyle/>
          <a:p>
            <a:fld id="{B07141C7-0A69-4A79-A22E-46B2EFDAB6F7}" type="slidenum">
              <a:t>3</a:t>
            </a:fld>
            <a:endParaRPr lang="en-US"/>
          </a:p>
        </p:txBody>
      </p:sp>
    </p:spTree>
    <p:extLst>
      <p:ext uri="{BB962C8B-B14F-4D97-AF65-F5344CB8AC3E}">
        <p14:creationId xmlns:p14="http://schemas.microsoft.com/office/powerpoint/2010/main" val="12986469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agentic operating cycle represents a continuously evolving loop that allows intelligent agents to improve performance over time. The cycle begins with perception, where agents gather information from diverse inputs such as APIs, sensors, documents, or web sources. In the reasoning stage, the agent processes this information using an LLM or other inference models to understand context, identify goals, and generate intermediate insights. Planning is the subsequent stage, where the agent breaks high‑level objectives into structured, actionable steps that may involve selecting tools, querying data sources, or coordinating with other agents. During the action phase, the agent executes the planned tasks by interacting with software tools, databases, or external systems. Finally, the reflection phase involves evaluating outcomes, comparing results to the intended goals, identifying errors, and refining future strategies. This feedback‑driven adaptation is crucial for improving long‑term effectiveness. For example, an invoice‑processing agent might detect misclassification errors and adjust extraction parameters automatically. The cycle increases reliability and autonomy, making agentic systems superior in environments requiring iterative decision‑making. By iterating through this loop efficiently, agentic AI gains the ability to manage uncertainty, optimize behaviors, and achieve consistent task success.</a:t>
            </a:r>
          </a:p>
        </p:txBody>
      </p:sp>
      <p:sp>
        <p:nvSpPr>
          <p:cNvPr id="4" name="Slide Number Placeholder 3"/>
          <p:cNvSpPr>
            <a:spLocks noGrp="1"/>
          </p:cNvSpPr>
          <p:nvPr>
            <p:ph type="sldNum" sz="quarter" idx="5"/>
          </p:nvPr>
        </p:nvSpPr>
        <p:spPr/>
        <p:txBody>
          <a:bodyPr/>
          <a:lstStyle/>
          <a:p>
            <a:fld id="{B07141C7-0A69-4A79-A22E-46B2EFDAB6F7}" type="slidenum">
              <a:t>4</a:t>
            </a:fld>
            <a:endParaRPr lang="en-US"/>
          </a:p>
        </p:txBody>
      </p:sp>
    </p:spTree>
    <p:extLst>
      <p:ext uri="{BB962C8B-B14F-4D97-AF65-F5344CB8AC3E}">
        <p14:creationId xmlns:p14="http://schemas.microsoft.com/office/powerpoint/2010/main" val="5406685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Best Practices for Robust Deployment, Agentic Patterns and Collaboration Models</a:t>
            </a:r>
          </a:p>
        </p:txBody>
      </p:sp>
      <p:sp>
        <p:nvSpPr>
          <p:cNvPr id="4" name="Slide Number Placeholder 3"/>
          <p:cNvSpPr>
            <a:spLocks noGrp="1"/>
          </p:cNvSpPr>
          <p:nvPr>
            <p:ph type="sldNum" sz="quarter" idx="5"/>
          </p:nvPr>
        </p:nvSpPr>
        <p:spPr/>
        <p:txBody>
          <a:bodyPr/>
          <a:lstStyle/>
          <a:p>
            <a:fld id="{B07141C7-0A69-4A79-A22E-46B2EFDAB6F7}" type="slidenum">
              <a:t>5</a:t>
            </a:fld>
            <a:endParaRPr lang="en-US"/>
          </a:p>
        </p:txBody>
      </p:sp>
    </p:spTree>
    <p:extLst>
      <p:ext uri="{BB962C8B-B14F-4D97-AF65-F5344CB8AC3E}">
        <p14:creationId xmlns:p14="http://schemas.microsoft.com/office/powerpoint/2010/main" val="7098067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Deploying agentic AI systems requires adherence to structured best practices that ensure reliability, fairness, and long‑term maintainability. Clear objectives form the foundation, as organizations must specify the tasks agents will manage and how success is measured. High‑quality datasets further enable agents to make accurate decisions, especially in scenarios requiring context‑aware reasoning. Ethical considerations such as identifying and mitigating biases ensure that automated decisions do not reinforce harmful patterns; for instance, loan‑approval agents must avoid discriminatory behavior. Security practices—including encryption, access control, and audit trails—help protect agent systems from adversarial interference. Explainability techniques like SHAP or LIME improve transparency by allowing teams to interpret why an agent produced a specific output, making debugging more effective. Integrating agentic systems with existing IT environments requires evaluating infrastructure readiness, data formats, and interoperability constraints. Continuous monitoring and evaluation help detect performance drift, emerging biases, or integrity threats. Together, these practices ensure that agentic AI deployments remain trustworthy, scalable, and aligned with business objectives.</a:t>
            </a:r>
          </a:p>
        </p:txBody>
      </p:sp>
      <p:sp>
        <p:nvSpPr>
          <p:cNvPr id="4" name="Slide Number Placeholder 3"/>
          <p:cNvSpPr>
            <a:spLocks noGrp="1"/>
          </p:cNvSpPr>
          <p:nvPr>
            <p:ph type="sldNum" sz="quarter" idx="5"/>
          </p:nvPr>
        </p:nvSpPr>
        <p:spPr/>
        <p:txBody>
          <a:bodyPr/>
          <a:lstStyle/>
          <a:p>
            <a:fld id="{B07141C7-0A69-4A79-A22E-46B2EFDAB6F7}" type="slidenum">
              <a:t>6</a:t>
            </a:fld>
            <a:endParaRPr lang="en-US"/>
          </a:p>
        </p:txBody>
      </p:sp>
    </p:spTree>
    <p:extLst>
      <p:ext uri="{BB962C8B-B14F-4D97-AF65-F5344CB8AC3E}">
        <p14:creationId xmlns:p14="http://schemas.microsoft.com/office/powerpoint/2010/main" val="20718415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Agentic AI follows recognizable architectural patterns that enable powerful automation. Reflection‑driven agents incorporate self‑evaluation mechanisms to iteratively improve their strategy, while tool‑using agents rely on external capabilities—such as search APIs, data extractors, or computational modules—to extend their reasoning. Planning‑based agents break complex tasks into actionable sequences, enabling multi‑step orchestration such as research aggregation followed by summarization and analysis. Multi‑agent collaboration represents another key pattern where autonomous agents work in parallel or in sequence, sharing insights or dividing responsibilities. Such collaboration unlocks sophisticated workflows—for example, a research agent gathers information, an analysis agent synthesizes it, and a critique agent evaluates the result. This modular teamwork produces results surpassing single‑agent performance. Organizations can design agent networks that dynamically scale, allocate roles, and respond to specialized tasks. This flexibility allows industries to build agent ecosystems that mirror human team structures but with far greater speed, consistency, and task endurance.</a:t>
            </a:r>
          </a:p>
        </p:txBody>
      </p:sp>
      <p:sp>
        <p:nvSpPr>
          <p:cNvPr id="4" name="Slide Number Placeholder 3"/>
          <p:cNvSpPr>
            <a:spLocks noGrp="1"/>
          </p:cNvSpPr>
          <p:nvPr>
            <p:ph type="sldNum" sz="quarter" idx="5"/>
          </p:nvPr>
        </p:nvSpPr>
        <p:spPr/>
        <p:txBody>
          <a:bodyPr/>
          <a:lstStyle/>
          <a:p>
            <a:fld id="{B07141C7-0A69-4A79-A22E-46B2EFDAB6F7}" type="slidenum">
              <a:t>7</a:t>
            </a:fld>
            <a:endParaRPr lang="en-US"/>
          </a:p>
        </p:txBody>
      </p:sp>
    </p:spTree>
    <p:extLst>
      <p:ext uri="{BB962C8B-B14F-4D97-AF65-F5344CB8AC3E}">
        <p14:creationId xmlns:p14="http://schemas.microsoft.com/office/powerpoint/2010/main" val="10597483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Example Workflow: Invoice Processing, Evaluation Framework for Agentic Systems</a:t>
            </a:r>
          </a:p>
        </p:txBody>
      </p:sp>
      <p:sp>
        <p:nvSpPr>
          <p:cNvPr id="4" name="Slide Number Placeholder 3"/>
          <p:cNvSpPr>
            <a:spLocks noGrp="1"/>
          </p:cNvSpPr>
          <p:nvPr>
            <p:ph type="sldNum" sz="quarter" idx="5"/>
          </p:nvPr>
        </p:nvSpPr>
        <p:spPr/>
        <p:txBody>
          <a:bodyPr/>
          <a:lstStyle/>
          <a:p>
            <a:fld id="{B07141C7-0A69-4A79-A22E-46B2EFDAB6F7}" type="slidenum">
              <a:t>8</a:t>
            </a:fld>
            <a:endParaRPr lang="en-US"/>
          </a:p>
        </p:txBody>
      </p:sp>
    </p:spTree>
    <p:extLst>
      <p:ext uri="{BB962C8B-B14F-4D97-AF65-F5344CB8AC3E}">
        <p14:creationId xmlns:p14="http://schemas.microsoft.com/office/powerpoint/2010/main" val="12956580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An invoice processing workflow provides a practical example of how agentic AI decomposes and automates tasks in a structured pipeline. The process begins with receiving the invoice file, which may arrive in formats like PDF, email, or scanned imagery. The extraction phase involves optical character recognition (OCR) or structured data extraction tools that pull key fields such as vendor name, invoice number, and line items. Validation steps follow, ensuring extracted values comply with internal rules like vendor matching, duplicate detection, and total‑amount verification. Processing involves routing the validated invoice into accounting systems for approval, payment scheduling, or reconciliation. Finally, the archiving phase stores the document and metadata for audit, compliance, or analytic purposes. In an agentic workflow, each stage is handled by specialized tools orchestrated through autonomous planning: a perception module for OCR, a reasoning component for validation logic, and an execution module for system integration. This modular breakdown allows parallelization—multiple invoices can be processed simultaneously—and enables agents to detect anomalies and trigger corrective actions. Such a workflow illustrates how agentic AI enhances speed, accuracy, and transparency across routine business operations.</a:t>
            </a:r>
          </a:p>
        </p:txBody>
      </p:sp>
      <p:sp>
        <p:nvSpPr>
          <p:cNvPr id="4" name="Slide Number Placeholder 3"/>
          <p:cNvSpPr>
            <a:spLocks noGrp="1"/>
          </p:cNvSpPr>
          <p:nvPr>
            <p:ph type="sldNum" sz="quarter" idx="5"/>
          </p:nvPr>
        </p:nvSpPr>
        <p:spPr/>
        <p:txBody>
          <a:bodyPr/>
          <a:lstStyle/>
          <a:p>
            <a:fld id="{B07141C7-0A69-4A79-A22E-46B2EFDAB6F7}" type="slidenum">
              <a:t>9</a:t>
            </a:fld>
            <a:endParaRPr lang="en-US"/>
          </a:p>
        </p:txBody>
      </p:sp>
    </p:spTree>
    <p:extLst>
      <p:ext uri="{BB962C8B-B14F-4D97-AF65-F5344CB8AC3E}">
        <p14:creationId xmlns:p14="http://schemas.microsoft.com/office/powerpoint/2010/main" val="37237377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 robust evaluation framework ensures that agentic AI systems operate reliably and safely in real‑world conditions. The framework begins with comprehensive testing pipelines that simulate diverse scenarios, including edge cases and failure modes. Error analysis routines identify recurring issues such as reasoning mistakes, misinterpretations of prompts, or failed tool invocations. These insights enable developers to refine model prompts, adjust planning logic, or enhance tool integration. Performance monitoring tracks key metrics including task success rates, response accuracy, latency, and tool‑usage efficiency. For instance, monitoring whether an agent chooses the optimal tool or unnecessarily repeats steps helps optimize execution paths. Additionally, evaluation frameworks may incorporate human‑in‑the‑loop checkpoints for sensitive tasks, such as medical advice or financial assessments, ensuring agents escalate appropriately. Long‑term evaluation further examines how models behave over extended deployments, helping detect performance drift or degraded accuracy due to changes in data distribution. By applying structured evaluation, organizations maintain high standards of safety, reliability, and user trust in agentic AI.</a:t>
            </a:r>
          </a:p>
        </p:txBody>
      </p:sp>
      <p:sp>
        <p:nvSpPr>
          <p:cNvPr id="4" name="Slide Number Placeholder 3"/>
          <p:cNvSpPr>
            <a:spLocks noGrp="1"/>
          </p:cNvSpPr>
          <p:nvPr>
            <p:ph type="sldNum" sz="quarter" idx="5"/>
          </p:nvPr>
        </p:nvSpPr>
        <p:spPr/>
        <p:txBody>
          <a:bodyPr/>
          <a:lstStyle/>
          <a:p>
            <a:fld id="{B07141C7-0A69-4A79-A22E-46B2EFDAB6F7}" type="slidenum">
              <a:t>10</a:t>
            </a:fld>
            <a:endParaRPr lang="en-US"/>
          </a:p>
        </p:txBody>
      </p:sp>
    </p:spTree>
    <p:extLst>
      <p:ext uri="{BB962C8B-B14F-4D97-AF65-F5344CB8AC3E}">
        <p14:creationId xmlns:p14="http://schemas.microsoft.com/office/powerpoint/2010/main" val="13171090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Tool Integration via MCP</a:t>
            </a:r>
          </a:p>
        </p:txBody>
      </p:sp>
      <p:sp>
        <p:nvSpPr>
          <p:cNvPr id="4" name="Slide Number Placeholder 3"/>
          <p:cNvSpPr>
            <a:spLocks noGrp="1"/>
          </p:cNvSpPr>
          <p:nvPr>
            <p:ph type="sldNum" sz="quarter" idx="5"/>
          </p:nvPr>
        </p:nvSpPr>
        <p:spPr/>
        <p:txBody>
          <a:bodyPr/>
          <a:lstStyle/>
          <a:p>
            <a:fld id="{B07141C7-0A69-4A79-A22E-46B2EFDAB6F7}" type="slidenum">
              <a:t>11</a:t>
            </a:fld>
            <a:endParaRPr lang="en-US"/>
          </a:p>
        </p:txBody>
      </p:sp>
    </p:spTree>
    <p:extLst>
      <p:ext uri="{BB962C8B-B14F-4D97-AF65-F5344CB8AC3E}">
        <p14:creationId xmlns:p14="http://schemas.microsoft.com/office/powerpoint/2010/main" val="3873817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Model Context Protocol (MCP) provides a standardized interface that allows agentic AI systems to interact seamlessly with tools, data sources, and software services. By decoupling an agent's reasoning logic from tool execution, MCP creates a clean architectural separation that simplifies system design. MCP connectors act like universal adapters, enabling agents to plug into databases, search engines, analytics pipelines, or third‑party APIs without requiring custom integrations for each new tool. This improves interoperability and encourages modular system evolution. For example, swapping an older search engine with a more efficient one requires only updating the MCP connector rather than modifying the agent's core reasoning loop. MCP’s structured communication channels allow agents to query tools, receive structured responses, and manage multi‑step operations with consistent formatting. As organizations shift toward multi‑agent ecosystems, MCP helps maintain compatibility across tools and models, reducing integration friction. Ultimately, MCP enables scalable, future‑proof agentic systems by providing the connectivity backbone that supports orchestrated tasks, tool chaining, and inter‑agent communication.</a:t>
            </a:r>
          </a:p>
        </p:txBody>
      </p:sp>
      <p:sp>
        <p:nvSpPr>
          <p:cNvPr id="4" name="Slide Number Placeholder 3"/>
          <p:cNvSpPr>
            <a:spLocks noGrp="1"/>
          </p:cNvSpPr>
          <p:nvPr>
            <p:ph type="sldNum" sz="quarter" idx="5"/>
          </p:nvPr>
        </p:nvSpPr>
        <p:spPr/>
        <p:txBody>
          <a:bodyPr/>
          <a:lstStyle/>
          <a:p>
            <a:fld id="{B07141C7-0A69-4A79-A22E-46B2EFDAB6F7}" type="slidenum">
              <a:t>12</a:t>
            </a:fld>
            <a:endParaRPr lang="en-US"/>
          </a:p>
        </p:txBody>
      </p:sp>
    </p:spTree>
    <p:extLst>
      <p:ext uri="{BB962C8B-B14F-4D97-AF65-F5344CB8AC3E}">
        <p14:creationId xmlns:p14="http://schemas.microsoft.com/office/powerpoint/2010/main" val="210539276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image" Target="../media/image10.wmf"/><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image" Target="../media/image10.wmf"/><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5.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5.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5.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image" Target="../media/image10.wmf"/><Relationship Id="rId1" Type="http://schemas.openxmlformats.org/officeDocument/2006/relationships/slideMaster" Target="../slideMasters/slideMaster5.xml"/></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6.xml"/></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8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8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7.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7.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7.xml"/></Relationships>
</file>

<file path=ppt/slideLayouts/_rels/slideLayout8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7.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7.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3.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7.xml"/></Relationships>
</file>

<file path=ppt/slideLayouts/_rels/slideLayout94.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Master" Target="../slideMasters/slideMaster7.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3.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8.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6.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8.xml"/></Relationships>
</file>

<file path=ppt/slideLayouts/_rels/slideLayout107.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blue">
    <p:bg>
      <p:bgPr>
        <a:solidFill>
          <a:srgbClr val="122B54"/>
        </a:solidFill>
        <a:effectLst/>
      </p:bgPr>
    </p:bg>
    <p:spTree>
      <p:nvGrpSpPr>
        <p:cNvPr id="1" name=""/>
        <p:cNvGrpSpPr/>
        <p:nvPr/>
      </p:nvGrpSpPr>
      <p:grpSpPr>
        <a:xfrm>
          <a:off x="0" y="0"/>
          <a:ext cx="0" cy="0"/>
          <a:chOff x="0" y="0"/>
          <a:chExt cx="0" cy="0"/>
        </a:xfrm>
      </p:grpSpPr>
      <p:pic>
        <p:nvPicPr>
          <p:cNvPr id="6" name="Grafik 5">
            <a:extLst>
              <a:ext uri="{FF2B5EF4-FFF2-40B4-BE49-F238E27FC236}">
                <a16:creationId xmlns:a16="http://schemas.microsoft.com/office/drawing/2014/main" id="{3FA13754-0890-465C-BA8A-E18B554E317E}"/>
              </a:ext>
              <a:ext uri="{C183D7F6-B498-43B3-948B-1728B52AA6E4}">
                <adec:decorative xmlns:adec="http://schemas.microsoft.com/office/drawing/2017/decorative" val="1"/>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79425" y="476250"/>
            <a:ext cx="2057313" cy="509277"/>
          </a:xfrm>
          <a:prstGeom prst="rect">
            <a:avLst/>
          </a:prstGeom>
        </p:spPr>
      </p:pic>
      <p:sp>
        <p:nvSpPr>
          <p:cNvPr id="7" name="Titel 1">
            <a:extLst>
              <a:ext uri="{FF2B5EF4-FFF2-40B4-BE49-F238E27FC236}">
                <a16:creationId xmlns:a16="http://schemas.microsoft.com/office/drawing/2014/main" id="{855A5846-4501-444B-8F41-805425817451}"/>
              </a:ext>
            </a:extLst>
          </p:cNvPr>
          <p:cNvSpPr>
            <a:spLocks noGrp="1"/>
          </p:cNvSpPr>
          <p:nvPr>
            <p:ph type="ctrTitle" hasCustomPrompt="1"/>
          </p:nvPr>
        </p:nvSpPr>
        <p:spPr>
          <a:xfrm>
            <a:off x="479424" y="1773239"/>
            <a:ext cx="11233151" cy="1620000"/>
          </a:xfrm>
        </p:spPr>
        <p:txBody>
          <a:bodyPr rIns="216000" anchor="b" anchorCtr="0"/>
          <a:lstStyle>
            <a:lvl1pPr algn="l">
              <a:lnSpc>
                <a:spcPts val="8500"/>
              </a:lnSpc>
              <a:defRPr sz="8500">
                <a:solidFill>
                  <a:schemeClr val="tx1"/>
                </a:solidFill>
              </a:defRPr>
            </a:lvl1pPr>
          </a:lstStyle>
          <a:p>
            <a:r>
              <a:rPr lang="en-US" dirty="0"/>
              <a:t>Master title</a:t>
            </a:r>
          </a:p>
        </p:txBody>
      </p:sp>
      <p:sp>
        <p:nvSpPr>
          <p:cNvPr id="8" name="Untertitel 2">
            <a:extLst>
              <a:ext uri="{FF2B5EF4-FFF2-40B4-BE49-F238E27FC236}">
                <a16:creationId xmlns:a16="http://schemas.microsoft.com/office/drawing/2014/main" id="{7909B2E5-8CFF-4102-B771-B048BAA6DB84}"/>
              </a:ext>
            </a:extLst>
          </p:cNvPr>
          <p:cNvSpPr>
            <a:spLocks noGrp="1"/>
          </p:cNvSpPr>
          <p:nvPr>
            <p:ph type="subTitle" idx="1" hasCustomPrompt="1"/>
          </p:nvPr>
        </p:nvSpPr>
        <p:spPr>
          <a:xfrm>
            <a:off x="4295776" y="3384000"/>
            <a:ext cx="7416800" cy="1656000"/>
          </a:xfrm>
        </p:spPr>
        <p:txBody>
          <a:bodyPr rIns="216000"/>
          <a:lstStyle>
            <a:lvl1pPr marL="0" indent="0" algn="l">
              <a:lnSpc>
                <a:spcPts val="8500"/>
              </a:lnSpc>
              <a:buNone/>
              <a:defRPr sz="8500">
                <a:solidFill>
                  <a:srgbClr val="13A0D3"/>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 style</a:t>
            </a:r>
          </a:p>
        </p:txBody>
      </p:sp>
      <p:sp>
        <p:nvSpPr>
          <p:cNvPr id="9" name="Textplatzhalter 14">
            <a:extLst>
              <a:ext uri="{FF2B5EF4-FFF2-40B4-BE49-F238E27FC236}">
                <a16:creationId xmlns:a16="http://schemas.microsoft.com/office/drawing/2014/main" id="{A89B177C-F8F6-4738-B4AF-9E4A8243858F}"/>
              </a:ext>
            </a:extLst>
          </p:cNvPr>
          <p:cNvSpPr>
            <a:spLocks noGrp="1"/>
          </p:cNvSpPr>
          <p:nvPr>
            <p:ph type="body" sz="quarter" idx="11" hasCustomPrompt="1"/>
          </p:nvPr>
        </p:nvSpPr>
        <p:spPr>
          <a:xfrm>
            <a:off x="478800" y="5968800"/>
            <a:ext cx="1692900" cy="546124"/>
          </a:xfrm>
        </p:spPr>
        <p:txBody>
          <a:bodyPr anchor="b" anchorCtr="0"/>
          <a:lstStyle>
            <a:lvl1pPr>
              <a:lnSpc>
                <a:spcPct val="100000"/>
              </a:lnSpc>
              <a:defRPr sz="1100">
                <a:solidFill>
                  <a:schemeClr val="tx1"/>
                </a:solidFill>
              </a:defRPr>
            </a:lvl1pPr>
          </a:lstStyle>
          <a:p>
            <a:pPr lvl="0"/>
            <a:r>
              <a:rPr lang="en-US" dirty="0"/>
              <a:t>First level</a:t>
            </a:r>
          </a:p>
        </p:txBody>
      </p:sp>
      <p:sp>
        <p:nvSpPr>
          <p:cNvPr id="10" name="Textplatzhalter 14">
            <a:extLst>
              <a:ext uri="{FF2B5EF4-FFF2-40B4-BE49-F238E27FC236}">
                <a16:creationId xmlns:a16="http://schemas.microsoft.com/office/drawing/2014/main" id="{D04322D5-0CE0-4328-BE55-EFF287C34B08}"/>
              </a:ext>
            </a:extLst>
          </p:cNvPr>
          <p:cNvSpPr>
            <a:spLocks noGrp="1"/>
          </p:cNvSpPr>
          <p:nvPr>
            <p:ph type="body" sz="quarter" idx="14" hasCustomPrompt="1"/>
          </p:nvPr>
        </p:nvSpPr>
        <p:spPr>
          <a:xfrm>
            <a:off x="2387600" y="5968800"/>
            <a:ext cx="1692900" cy="546124"/>
          </a:xfrm>
        </p:spPr>
        <p:txBody>
          <a:bodyPr anchor="b" anchorCtr="0"/>
          <a:lstStyle>
            <a:lvl1pPr>
              <a:lnSpc>
                <a:spcPct val="100000"/>
              </a:lnSpc>
              <a:defRPr sz="1100">
                <a:solidFill>
                  <a:schemeClr val="tx1"/>
                </a:solidFill>
              </a:defRPr>
            </a:lvl1pPr>
          </a:lstStyle>
          <a:p>
            <a:pPr lvl="0"/>
            <a:r>
              <a:rPr lang="en-US" dirty="0"/>
              <a:t>First level</a:t>
            </a:r>
          </a:p>
          <a:p>
            <a:pPr lvl="0"/>
            <a:r>
              <a:rPr lang="en-US" dirty="0"/>
              <a:t>Second row</a:t>
            </a:r>
          </a:p>
        </p:txBody>
      </p:sp>
      <p:sp>
        <p:nvSpPr>
          <p:cNvPr id="12" name="Textplatzhalter 4">
            <a:extLst>
              <a:ext uri="{FF2B5EF4-FFF2-40B4-BE49-F238E27FC236}">
                <a16:creationId xmlns:a16="http://schemas.microsoft.com/office/drawing/2014/main" id="{915B85D1-F199-4887-990C-E3BAA240783E}"/>
              </a:ext>
            </a:extLst>
          </p:cNvPr>
          <p:cNvSpPr>
            <a:spLocks noGrp="1"/>
          </p:cNvSpPr>
          <p:nvPr>
            <p:ph type="body" sz="quarter" idx="15"/>
          </p:nvPr>
        </p:nvSpPr>
        <p:spPr>
          <a:xfrm rot="16200000">
            <a:off x="11016000" y="5772158"/>
            <a:ext cx="1281600" cy="144000"/>
          </a:xfrm>
        </p:spPr>
        <p:txBody>
          <a:bodyPr anchor="b" anchorCtr="0"/>
          <a:lstStyle>
            <a:lvl1pPr>
              <a:defRPr sz="800">
                <a:solidFill>
                  <a:schemeClr val="tx1"/>
                </a:solidFill>
              </a:defRPr>
            </a:lvl1pPr>
            <a:lvl5pPr marL="288000" indent="0">
              <a:buNone/>
              <a:defRPr/>
            </a:lvl5pPr>
          </a:lstStyle>
          <a:p>
            <a:pPr lvl="0"/>
            <a:r>
              <a:rPr lang="en-US"/>
              <a:t>Click to edit Master text styles</a:t>
            </a:r>
          </a:p>
        </p:txBody>
      </p:sp>
    </p:spTree>
    <p:extLst>
      <p:ext uri="{BB962C8B-B14F-4D97-AF65-F5344CB8AC3E}">
        <p14:creationId xmlns:p14="http://schemas.microsoft.com/office/powerpoint/2010/main" val="565647276"/>
      </p:ext>
    </p:extLst>
  </p:cSld>
  <p:clrMapOvr>
    <a:masterClrMapping/>
  </p:clrMapOvr>
  <p:hf hdr="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itle whi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34A093-8B28-4E43-B2A4-684048524E58}"/>
              </a:ext>
            </a:extLst>
          </p:cNvPr>
          <p:cNvSpPr>
            <a:spLocks noGrp="1"/>
          </p:cNvSpPr>
          <p:nvPr>
            <p:ph type="title"/>
          </p:nvPr>
        </p:nvSpPr>
        <p:spPr>
          <a:xfrm>
            <a:off x="478800" y="2315700"/>
            <a:ext cx="11233775" cy="2887655"/>
          </a:xfrm>
        </p:spPr>
        <p:txBody>
          <a:bodyPr/>
          <a:lstStyle>
            <a:lvl1pPr>
              <a:lnSpc>
                <a:spcPts val="8500"/>
              </a:lnSpc>
              <a:defRPr lang="en-US" sz="8500" kern="1200" smtClean="0">
                <a:solidFill>
                  <a:schemeClr val="bg1"/>
                </a:solidFill>
                <a:latin typeface="+mj-lt"/>
                <a:ea typeface="+mn-ea"/>
                <a:cs typeface="+mn-cs"/>
              </a:defRPr>
            </a:lvl1pPr>
          </a:lstStyle>
          <a:p>
            <a:r>
              <a:rPr lang="en-US" noProof="0"/>
              <a:t>Click to edit Master title style</a:t>
            </a:r>
          </a:p>
        </p:txBody>
      </p:sp>
      <p:pic>
        <p:nvPicPr>
          <p:cNvPr id="6" name="Grafik 5">
            <a:extLst>
              <a:ext uri="{FF2B5EF4-FFF2-40B4-BE49-F238E27FC236}">
                <a16:creationId xmlns:a16="http://schemas.microsoft.com/office/drawing/2014/main" id="{3FA13754-0890-465C-BA8A-E18B554E317E}"/>
              </a:ext>
              <a:ext uri="{C183D7F6-B498-43B3-948B-1728B52AA6E4}">
                <adec:decorative xmlns:adec="http://schemas.microsoft.com/office/drawing/2017/decorative" val="1"/>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79425" y="476250"/>
            <a:ext cx="2057313" cy="509277"/>
          </a:xfrm>
          <a:prstGeom prst="rect">
            <a:avLst/>
          </a:prstGeom>
        </p:spPr>
      </p:pic>
      <p:sp>
        <p:nvSpPr>
          <p:cNvPr id="9" name="Textplatzhalter 14">
            <a:extLst>
              <a:ext uri="{FF2B5EF4-FFF2-40B4-BE49-F238E27FC236}">
                <a16:creationId xmlns:a16="http://schemas.microsoft.com/office/drawing/2014/main" id="{A89B177C-F8F6-4738-B4AF-9E4A8243858F}"/>
              </a:ext>
            </a:extLst>
          </p:cNvPr>
          <p:cNvSpPr>
            <a:spLocks noGrp="1"/>
          </p:cNvSpPr>
          <p:nvPr>
            <p:ph type="body" sz="quarter" idx="11" hasCustomPrompt="1"/>
          </p:nvPr>
        </p:nvSpPr>
        <p:spPr>
          <a:xfrm>
            <a:off x="478800" y="5968800"/>
            <a:ext cx="1692900" cy="546124"/>
          </a:xfrm>
        </p:spPr>
        <p:txBody>
          <a:bodyPr anchor="b" anchorCtr="0"/>
          <a:lstStyle>
            <a:lvl1pPr>
              <a:lnSpc>
                <a:spcPct val="100000"/>
              </a:lnSpc>
              <a:defRPr sz="1100">
                <a:solidFill>
                  <a:schemeClr val="bg1"/>
                </a:solidFill>
              </a:defRPr>
            </a:lvl1pPr>
          </a:lstStyle>
          <a:p>
            <a:pPr lvl="0"/>
            <a:r>
              <a:rPr lang="en-US" dirty="0"/>
              <a:t>First level</a:t>
            </a:r>
          </a:p>
        </p:txBody>
      </p:sp>
      <p:sp>
        <p:nvSpPr>
          <p:cNvPr id="10" name="Textplatzhalter 14">
            <a:extLst>
              <a:ext uri="{FF2B5EF4-FFF2-40B4-BE49-F238E27FC236}">
                <a16:creationId xmlns:a16="http://schemas.microsoft.com/office/drawing/2014/main" id="{D04322D5-0CE0-4328-BE55-EFF287C34B08}"/>
              </a:ext>
            </a:extLst>
          </p:cNvPr>
          <p:cNvSpPr>
            <a:spLocks noGrp="1"/>
          </p:cNvSpPr>
          <p:nvPr>
            <p:ph type="body" sz="quarter" idx="14" hasCustomPrompt="1"/>
          </p:nvPr>
        </p:nvSpPr>
        <p:spPr>
          <a:xfrm>
            <a:off x="2387600" y="5968800"/>
            <a:ext cx="1692900" cy="546124"/>
          </a:xfrm>
        </p:spPr>
        <p:txBody>
          <a:bodyPr anchor="b" anchorCtr="0"/>
          <a:lstStyle>
            <a:lvl1pPr>
              <a:lnSpc>
                <a:spcPct val="100000"/>
              </a:lnSpc>
              <a:defRPr sz="1100">
                <a:solidFill>
                  <a:schemeClr val="bg1"/>
                </a:solidFill>
              </a:defRPr>
            </a:lvl1pPr>
          </a:lstStyle>
          <a:p>
            <a:pPr lvl="0"/>
            <a:r>
              <a:rPr lang="en-US" dirty="0"/>
              <a:t>First level</a:t>
            </a:r>
          </a:p>
        </p:txBody>
      </p:sp>
      <p:sp>
        <p:nvSpPr>
          <p:cNvPr id="7" name="Textplatzhalter 4">
            <a:extLst>
              <a:ext uri="{FF2B5EF4-FFF2-40B4-BE49-F238E27FC236}">
                <a16:creationId xmlns:a16="http://schemas.microsoft.com/office/drawing/2014/main" id="{0A8EF058-F745-44F5-9C5A-CB9010BB2328}"/>
              </a:ext>
            </a:extLst>
          </p:cNvPr>
          <p:cNvSpPr>
            <a:spLocks noGrp="1"/>
          </p:cNvSpPr>
          <p:nvPr>
            <p:ph type="body" sz="quarter" idx="15"/>
          </p:nvPr>
        </p:nvSpPr>
        <p:spPr>
          <a:xfrm rot="16200000">
            <a:off x="11016000" y="5772158"/>
            <a:ext cx="1281600" cy="144000"/>
          </a:xfrm>
        </p:spPr>
        <p:txBody>
          <a:bodyPr anchor="b" anchorCtr="0"/>
          <a:lstStyle>
            <a:lvl1pPr>
              <a:defRPr sz="800">
                <a:solidFill>
                  <a:schemeClr val="bg1"/>
                </a:solidFill>
              </a:defRPr>
            </a:lvl1pPr>
            <a:lvl5pPr marL="288000" indent="0">
              <a:buNone/>
              <a:defRPr/>
            </a:lvl5pPr>
          </a:lstStyle>
          <a:p>
            <a:pPr lvl="0"/>
            <a:r>
              <a:rPr lang="en-US"/>
              <a:t>Click to edit Master text styles</a:t>
            </a:r>
          </a:p>
        </p:txBody>
      </p:sp>
    </p:spTree>
    <p:extLst>
      <p:ext uri="{BB962C8B-B14F-4D97-AF65-F5344CB8AC3E}">
        <p14:creationId xmlns:p14="http://schemas.microsoft.com/office/powerpoint/2010/main" val="2677487471"/>
      </p:ext>
    </p:extLst>
  </p:cSld>
  <p:clrMapOvr>
    <a:masterClrMapping/>
  </p:clrMapOvr>
  <p:hf hdr="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 image">
    <p:spTree>
      <p:nvGrpSpPr>
        <p:cNvPr id="1" name=""/>
        <p:cNvGrpSpPr/>
        <p:nvPr/>
      </p:nvGrpSpPr>
      <p:grpSpPr>
        <a:xfrm>
          <a:off x="0" y="0"/>
          <a:ext cx="0" cy="0"/>
          <a:chOff x="0" y="0"/>
          <a:chExt cx="0" cy="0"/>
        </a:xfrm>
      </p:grpSpPr>
      <p:sp>
        <p:nvSpPr>
          <p:cNvPr id="13" name="Bildplatzhalter 12">
            <a:extLst>
              <a:ext uri="{FF2B5EF4-FFF2-40B4-BE49-F238E27FC236}">
                <a16:creationId xmlns:a16="http://schemas.microsoft.com/office/drawing/2014/main" id="{E2581BF6-597A-45B4-8AC9-E60836C8E9B7}"/>
              </a:ext>
              <a:ext uri="{C183D7F6-B498-43B3-948B-1728B52AA6E4}">
                <adec:decorative xmlns:adec="http://schemas.microsoft.com/office/drawing/2017/decorative" val="1"/>
              </a:ext>
            </a:extLst>
          </p:cNvPr>
          <p:cNvSpPr>
            <a:spLocks noGrp="1"/>
          </p:cNvSpPr>
          <p:nvPr>
            <p:ph type="pic" sz="quarter" idx="10"/>
          </p:nvPr>
        </p:nvSpPr>
        <p:spPr>
          <a:xfrm>
            <a:off x="5335200" y="2"/>
            <a:ext cx="6858000" cy="6858000"/>
          </a:xfrm>
          <a:solidFill>
            <a:schemeClr val="tx2"/>
          </a:solidFill>
        </p:spPr>
        <p:txBody>
          <a:bodyPr/>
          <a:lstStyle/>
          <a:p>
            <a:r>
              <a:rPr lang="en-US"/>
              <a:t>Click icon to add picture</a:t>
            </a:r>
            <a:endParaRPr lang="en-US" dirty="0"/>
          </a:p>
        </p:txBody>
      </p:sp>
      <p:sp>
        <p:nvSpPr>
          <p:cNvPr id="2" name="Titel 1">
            <a:extLst>
              <a:ext uri="{FF2B5EF4-FFF2-40B4-BE49-F238E27FC236}">
                <a16:creationId xmlns:a16="http://schemas.microsoft.com/office/drawing/2014/main" id="{54344D3D-750E-4AA5-BD45-F6CFA3D07F07}"/>
              </a:ext>
            </a:extLst>
          </p:cNvPr>
          <p:cNvSpPr>
            <a:spLocks noGrp="1"/>
          </p:cNvSpPr>
          <p:nvPr>
            <p:ph type="ctrTitle"/>
          </p:nvPr>
        </p:nvSpPr>
        <p:spPr>
          <a:xfrm>
            <a:off x="478800" y="1836000"/>
            <a:ext cx="4680000" cy="2400235"/>
          </a:xfrm>
        </p:spPr>
        <p:txBody>
          <a:bodyPr rIns="216000" anchor="ctr" anchorCtr="0"/>
          <a:lstStyle>
            <a:lvl1pPr algn="l">
              <a:lnSpc>
                <a:spcPts val="7000"/>
              </a:lnSpc>
              <a:defRPr sz="7000"/>
            </a:lvl1pPr>
          </a:lstStyle>
          <a:p>
            <a:r>
              <a:rPr lang="en-US"/>
              <a:t>Click to edit Master title style</a:t>
            </a:r>
            <a:endParaRPr lang="en-US" dirty="0"/>
          </a:p>
        </p:txBody>
      </p:sp>
      <p:sp>
        <p:nvSpPr>
          <p:cNvPr id="3" name="Untertitel 2">
            <a:extLst>
              <a:ext uri="{FF2B5EF4-FFF2-40B4-BE49-F238E27FC236}">
                <a16:creationId xmlns:a16="http://schemas.microsoft.com/office/drawing/2014/main" id="{9F4A5A7B-32F1-4538-86EC-D0B2317455D4}"/>
              </a:ext>
            </a:extLst>
          </p:cNvPr>
          <p:cNvSpPr>
            <a:spLocks noGrp="1"/>
          </p:cNvSpPr>
          <p:nvPr>
            <p:ph type="subTitle" idx="1"/>
          </p:nvPr>
        </p:nvSpPr>
        <p:spPr>
          <a:xfrm>
            <a:off x="478800" y="4788000"/>
            <a:ext cx="4680000" cy="562065"/>
          </a:xfrm>
        </p:spPr>
        <p:txBody>
          <a:bodyPr rIns="216000"/>
          <a:lstStyle>
            <a:lvl1pPr marL="0" indent="0" algn="l">
              <a:buNone/>
              <a:defRPr sz="1600"/>
            </a:lvl1pPr>
            <a:lvl2pPr marL="483855" indent="0" algn="ctr">
              <a:buNone/>
              <a:defRPr sz="2117"/>
            </a:lvl2pPr>
            <a:lvl3pPr marL="967710" indent="0" algn="ctr">
              <a:buNone/>
              <a:defRPr sz="1905"/>
            </a:lvl3pPr>
            <a:lvl4pPr marL="1451564" indent="0" algn="ctr">
              <a:buNone/>
              <a:defRPr sz="1693"/>
            </a:lvl4pPr>
            <a:lvl5pPr marL="1935419" indent="0" algn="ctr">
              <a:buNone/>
              <a:defRPr sz="1693"/>
            </a:lvl5pPr>
            <a:lvl6pPr marL="2419274" indent="0" algn="ctr">
              <a:buNone/>
              <a:defRPr sz="1693"/>
            </a:lvl6pPr>
            <a:lvl7pPr marL="2903129" indent="0" algn="ctr">
              <a:buNone/>
              <a:defRPr sz="1693"/>
            </a:lvl7pPr>
            <a:lvl8pPr marL="3386983" indent="0" algn="ctr">
              <a:buNone/>
              <a:defRPr sz="1693"/>
            </a:lvl8pPr>
            <a:lvl9pPr marL="3870838" indent="0" algn="ctr">
              <a:buNone/>
              <a:defRPr sz="1693"/>
            </a:lvl9pPr>
          </a:lstStyle>
          <a:p>
            <a:r>
              <a:rPr lang="en-US"/>
              <a:t>Click to edit Master subtitle style</a:t>
            </a:r>
            <a:endParaRPr lang="en-US" dirty="0"/>
          </a:p>
        </p:txBody>
      </p:sp>
      <p:pic>
        <p:nvPicPr>
          <p:cNvPr id="11" name="Grafik 10">
            <a:extLst>
              <a:ext uri="{FF2B5EF4-FFF2-40B4-BE49-F238E27FC236}">
                <a16:creationId xmlns:a16="http://schemas.microsoft.com/office/drawing/2014/main" id="{9DB0C78F-5BF6-4741-8EF4-0317AF8FB6BD}"/>
              </a:ext>
              <a:ext uri="{C183D7F6-B498-43B3-948B-1728B52AA6E4}">
                <adec:decorative xmlns:adec="http://schemas.microsoft.com/office/drawing/2017/decorative" val="1"/>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79425" y="476250"/>
            <a:ext cx="2057313" cy="509277"/>
          </a:xfrm>
          <a:prstGeom prst="rect">
            <a:avLst/>
          </a:prstGeom>
        </p:spPr>
      </p:pic>
      <p:sp>
        <p:nvSpPr>
          <p:cNvPr id="12" name="Textplatzhalter 14">
            <a:extLst>
              <a:ext uri="{FF2B5EF4-FFF2-40B4-BE49-F238E27FC236}">
                <a16:creationId xmlns:a16="http://schemas.microsoft.com/office/drawing/2014/main" id="{010BB3A1-81DC-451B-8834-303DDC61D17D}"/>
              </a:ext>
            </a:extLst>
          </p:cNvPr>
          <p:cNvSpPr>
            <a:spLocks noGrp="1"/>
          </p:cNvSpPr>
          <p:nvPr>
            <p:ph type="body" sz="quarter" idx="11" hasCustomPrompt="1"/>
          </p:nvPr>
        </p:nvSpPr>
        <p:spPr>
          <a:xfrm>
            <a:off x="478800" y="5968800"/>
            <a:ext cx="1692900" cy="546124"/>
          </a:xfrm>
        </p:spPr>
        <p:txBody>
          <a:bodyPr anchor="b" anchorCtr="0"/>
          <a:lstStyle>
            <a:lvl1pPr>
              <a:lnSpc>
                <a:spcPct val="100000"/>
              </a:lnSpc>
              <a:defRPr sz="1100">
                <a:solidFill>
                  <a:schemeClr val="bg1"/>
                </a:solidFill>
              </a:defRPr>
            </a:lvl1pPr>
          </a:lstStyle>
          <a:p>
            <a:pPr lvl="0"/>
            <a:r>
              <a:rPr lang="en-US" dirty="0"/>
              <a:t>First level</a:t>
            </a:r>
          </a:p>
        </p:txBody>
      </p:sp>
      <p:sp>
        <p:nvSpPr>
          <p:cNvPr id="14" name="Textplatzhalter 14">
            <a:extLst>
              <a:ext uri="{FF2B5EF4-FFF2-40B4-BE49-F238E27FC236}">
                <a16:creationId xmlns:a16="http://schemas.microsoft.com/office/drawing/2014/main" id="{C2200793-2927-4E26-AE27-C3EF192AC9F7}"/>
              </a:ext>
            </a:extLst>
          </p:cNvPr>
          <p:cNvSpPr>
            <a:spLocks noGrp="1"/>
          </p:cNvSpPr>
          <p:nvPr>
            <p:ph type="body" sz="quarter" idx="14" hasCustomPrompt="1"/>
          </p:nvPr>
        </p:nvSpPr>
        <p:spPr>
          <a:xfrm>
            <a:off x="2387600" y="5968800"/>
            <a:ext cx="1692900" cy="546124"/>
          </a:xfrm>
        </p:spPr>
        <p:txBody>
          <a:bodyPr anchor="b" anchorCtr="0"/>
          <a:lstStyle>
            <a:lvl1pPr>
              <a:lnSpc>
                <a:spcPct val="100000"/>
              </a:lnSpc>
              <a:defRPr sz="1100">
                <a:solidFill>
                  <a:schemeClr val="bg1"/>
                </a:solidFill>
              </a:defRPr>
            </a:lvl1pPr>
          </a:lstStyle>
          <a:p>
            <a:pPr lvl="0"/>
            <a:r>
              <a:rPr lang="en-US" dirty="0"/>
              <a:t>First level</a:t>
            </a:r>
          </a:p>
        </p:txBody>
      </p:sp>
      <p:sp>
        <p:nvSpPr>
          <p:cNvPr id="5" name="Textplatzhalter 4">
            <a:extLst>
              <a:ext uri="{FF2B5EF4-FFF2-40B4-BE49-F238E27FC236}">
                <a16:creationId xmlns:a16="http://schemas.microsoft.com/office/drawing/2014/main" id="{644D99D3-D209-4B5F-AFD8-F759B2994FFA}"/>
              </a:ext>
            </a:extLst>
          </p:cNvPr>
          <p:cNvSpPr>
            <a:spLocks noGrp="1"/>
          </p:cNvSpPr>
          <p:nvPr>
            <p:ph type="body" sz="quarter" idx="15"/>
          </p:nvPr>
        </p:nvSpPr>
        <p:spPr>
          <a:xfrm rot="-5400000">
            <a:off x="11016000" y="5772158"/>
            <a:ext cx="1281600" cy="144000"/>
          </a:xfrm>
        </p:spPr>
        <p:txBody>
          <a:bodyPr anchor="b" anchorCtr="0"/>
          <a:lstStyle>
            <a:lvl1pPr>
              <a:defRPr sz="800">
                <a:solidFill>
                  <a:schemeClr val="tx1"/>
                </a:solidFill>
              </a:defRPr>
            </a:lvl1pPr>
            <a:lvl5pPr marL="288000" indent="0">
              <a:buNone/>
              <a:defRPr/>
            </a:lvl5pPr>
          </a:lstStyle>
          <a:p>
            <a:pPr lvl="0"/>
            <a:r>
              <a:rPr lang="en-US"/>
              <a:t>Click to edit Master text styles</a:t>
            </a:r>
          </a:p>
        </p:txBody>
      </p:sp>
    </p:spTree>
    <p:extLst>
      <p:ext uri="{BB962C8B-B14F-4D97-AF65-F5344CB8AC3E}">
        <p14:creationId xmlns:p14="http://schemas.microsoft.com/office/powerpoint/2010/main" val="3374096975"/>
      </p:ext>
    </p:extLst>
  </p:cSld>
  <p:clrMapOvr>
    <a:masterClrMapping/>
  </p:clrMapOvr>
  <p:hf hdr="0"/>
</p:sldLayout>
</file>

<file path=ppt/slideLayouts/slideLayout4.xml><?xml version="1.0" encoding="utf-8"?>
<p:sldLayout xmlns:a="http://schemas.openxmlformats.org/drawingml/2006/main" xmlns:r="http://schemas.openxmlformats.org/officeDocument/2006/relationships" xmlns:p="http://schemas.openxmlformats.org/presentationml/2006/main">
  <p:cSld name="Headline + topline only">
    <p:spTree>
      <p:nvGrpSpPr>
        <p:cNvPr id="1" name=""/>
        <p:cNvGrpSpPr/>
        <p:nvPr/>
      </p:nvGrpSpPr>
      <p:grpSpPr>
        <a:xfrm>
          <a:off x="0" y="0"/>
          <a:ext cx="0" cy="0"/>
          <a:chOff x="0" y="0"/>
          <a:chExt cx="0" cy="0"/>
        </a:xfrm>
      </p:grpSpPr>
      <p:sp>
        <p:nvSpPr>
          <p:cNvPr id="7" name="Foliennummernplatzhalter 6">
            <a:extLst>
              <a:ext uri="{FF2B5EF4-FFF2-40B4-BE49-F238E27FC236}">
                <a16:creationId xmlns:a16="http://schemas.microsoft.com/office/drawing/2014/main" id="{B5F45E11-429A-423F-97E9-1B1309F4DB3A}"/>
              </a:ext>
            </a:extLst>
          </p:cNvPr>
          <p:cNvSpPr>
            <a:spLocks noGrp="1"/>
          </p:cNvSpPr>
          <p:nvPr>
            <p:ph type="sldNum" sz="quarter" idx="11"/>
          </p:nvPr>
        </p:nvSpPr>
        <p:spPr/>
        <p:txBody>
          <a:bodyPr/>
          <a:lstStyle/>
          <a:p>
            <a:fld id="{DDF60B60-82CA-4BB9-BA6E-A62FADF2374B}" type="slidenum">
              <a:rPr lang="en-US" smtClean="0"/>
              <a:t>‹#›</a:t>
            </a:fld>
            <a:endParaRPr lang="en-US"/>
          </a:p>
        </p:txBody>
      </p:sp>
      <p:sp>
        <p:nvSpPr>
          <p:cNvPr id="5" name="Textplatzhalter 4">
            <a:extLst>
              <a:ext uri="{FF2B5EF4-FFF2-40B4-BE49-F238E27FC236}">
                <a16:creationId xmlns:a16="http://schemas.microsoft.com/office/drawing/2014/main" id="{2CBF6088-36A1-4310-BB51-1649635E7893}"/>
              </a:ext>
            </a:extLst>
          </p:cNvPr>
          <p:cNvSpPr>
            <a:spLocks noGrp="1"/>
          </p:cNvSpPr>
          <p:nvPr>
            <p:ph type="body" sz="quarter" idx="12" hasCustomPrompt="1"/>
          </p:nvPr>
        </p:nvSpPr>
        <p:spPr>
          <a:xfrm>
            <a:off x="479424" y="476250"/>
            <a:ext cx="9324975" cy="252000"/>
          </a:xfrm>
        </p:spPr>
        <p:txBody>
          <a:bodyPr/>
          <a:lstStyle>
            <a:lvl1pPr>
              <a:defRPr lang="en-US" sz="1100" b="1" kern="1200" cap="all" spc="63" baseline="0" smtClean="0">
                <a:solidFill>
                  <a:schemeClr val="bg1"/>
                </a:solidFill>
                <a:latin typeface="+mn-lt"/>
                <a:ea typeface="+mn-ea"/>
                <a:cs typeface="+mn-cs"/>
              </a:defRPr>
            </a:lvl1pPr>
          </a:lstStyle>
          <a:p>
            <a:pPr lvl="0"/>
            <a:r>
              <a:rPr lang="en-US"/>
              <a:t>Topline goes here</a:t>
            </a:r>
          </a:p>
        </p:txBody>
      </p:sp>
      <p:sp>
        <p:nvSpPr>
          <p:cNvPr id="2" name="Titel 1">
            <a:extLst>
              <a:ext uri="{FF2B5EF4-FFF2-40B4-BE49-F238E27FC236}">
                <a16:creationId xmlns:a16="http://schemas.microsoft.com/office/drawing/2014/main" id="{7FE0FA48-9F47-4B37-94C3-D2CE80E96A54}"/>
              </a:ext>
            </a:extLst>
          </p:cNvPr>
          <p:cNvSpPr>
            <a:spLocks noGrp="1"/>
          </p:cNvSpPr>
          <p:nvPr>
            <p:ph type="title"/>
          </p:nvPr>
        </p:nvSpPr>
        <p:spPr/>
        <p:txBody>
          <a:bodyPr/>
          <a:lstStyle/>
          <a:p>
            <a:r>
              <a:rPr lang="en-US"/>
              <a:t>Click to edit Master title style</a:t>
            </a:r>
            <a:endParaRPr lang="en-US" dirty="0"/>
          </a:p>
        </p:txBody>
      </p:sp>
      <p:sp>
        <p:nvSpPr>
          <p:cNvPr id="6" name="Fußzeilenplatzhalter 5">
            <a:extLst>
              <a:ext uri="{FF2B5EF4-FFF2-40B4-BE49-F238E27FC236}">
                <a16:creationId xmlns:a16="http://schemas.microsoft.com/office/drawing/2014/main" id="{B12C489F-F019-4419-9172-668E44FC8C23}"/>
              </a:ext>
            </a:extLst>
          </p:cNvPr>
          <p:cNvSpPr>
            <a:spLocks noGrp="1"/>
          </p:cNvSpPr>
          <p:nvPr>
            <p:ph type="ftr" sz="quarter" idx="10"/>
          </p:nvPr>
        </p:nvSpPr>
        <p:spPr/>
        <p:txBody>
          <a:bodyPr/>
          <a:lstStyle/>
          <a:p>
            <a:r>
              <a:rPr lang="en-US"/>
              <a:t>Sample Footer Text</a:t>
            </a:r>
          </a:p>
        </p:txBody>
      </p:sp>
    </p:spTree>
    <p:extLst>
      <p:ext uri="{BB962C8B-B14F-4D97-AF65-F5344CB8AC3E}">
        <p14:creationId xmlns:p14="http://schemas.microsoft.com/office/powerpoint/2010/main" val="3001816199"/>
      </p:ext>
    </p:extLst>
  </p:cSld>
  <p:clrMapOvr>
    <a:masterClrMapping/>
  </p:clrMapOvr>
  <p:hf hdr="0"/>
</p:sldLayout>
</file>

<file path=ppt/slideLayouts/slideLayout5.xml><?xml version="1.0" encoding="utf-8"?>
<p:sldLayout xmlns:a="http://schemas.openxmlformats.org/drawingml/2006/main" xmlns:r="http://schemas.openxmlformats.org/officeDocument/2006/relationships" xmlns:p="http://schemas.openxmlformats.org/presentationml/2006/main" type="obj">
  <p:cSld name="1 Column - No topline">
    <p:spTree>
      <p:nvGrpSpPr>
        <p:cNvPr id="1" name=""/>
        <p:cNvGrpSpPr/>
        <p:nvPr/>
      </p:nvGrpSpPr>
      <p:grpSpPr>
        <a:xfrm>
          <a:off x="0" y="0"/>
          <a:ext cx="0" cy="0"/>
          <a:chOff x="0" y="0"/>
          <a:chExt cx="0" cy="0"/>
        </a:xfrm>
      </p:grpSpPr>
      <p:sp>
        <p:nvSpPr>
          <p:cNvPr id="8" name="Foliennummernplatzhalter 7">
            <a:extLst>
              <a:ext uri="{FF2B5EF4-FFF2-40B4-BE49-F238E27FC236}">
                <a16:creationId xmlns:a16="http://schemas.microsoft.com/office/drawing/2014/main" id="{228A5C0F-76A3-4DA0-9F81-A12F1964DA15}"/>
              </a:ext>
            </a:extLst>
          </p:cNvPr>
          <p:cNvSpPr>
            <a:spLocks noGrp="1"/>
          </p:cNvSpPr>
          <p:nvPr>
            <p:ph type="sldNum" sz="quarter" idx="11"/>
          </p:nvPr>
        </p:nvSpPr>
        <p:spPr/>
        <p:txBody>
          <a:bodyPr/>
          <a:lstStyle/>
          <a:p>
            <a:fld id="{DDF60B60-82CA-4BB9-BA6E-A62FADF2374B}" type="slidenum">
              <a:rPr lang="en-US" smtClean="0"/>
              <a:t>‹#›</a:t>
            </a:fld>
            <a:endParaRPr lang="en-US"/>
          </a:p>
        </p:txBody>
      </p:sp>
      <p:sp>
        <p:nvSpPr>
          <p:cNvPr id="2" name="Titel 1">
            <a:extLst>
              <a:ext uri="{FF2B5EF4-FFF2-40B4-BE49-F238E27FC236}">
                <a16:creationId xmlns:a16="http://schemas.microsoft.com/office/drawing/2014/main" id="{126FDAA8-8B2C-4943-A92E-AA894087B98A}"/>
              </a:ext>
            </a:extLst>
          </p:cNvPr>
          <p:cNvSpPr>
            <a:spLocks noGrp="1"/>
          </p:cNvSpPr>
          <p:nvPr>
            <p:ph type="title"/>
          </p:nvPr>
        </p:nvSpPr>
        <p:spPr>
          <a:xfrm>
            <a:off x="479427" y="489296"/>
            <a:ext cx="9324974" cy="887067"/>
          </a:xfrm>
        </p:spPr>
        <p:txBody>
          <a:bodyPr/>
          <a:lstStyle/>
          <a:p>
            <a:r>
              <a:rPr lang="en-US"/>
              <a:t>Click to edit Master title style</a:t>
            </a:r>
            <a:endParaRPr lang="en-US" dirty="0"/>
          </a:p>
        </p:txBody>
      </p:sp>
      <p:sp>
        <p:nvSpPr>
          <p:cNvPr id="3" name="Inhaltsplatzhalter 2">
            <a:extLst>
              <a:ext uri="{FF2B5EF4-FFF2-40B4-BE49-F238E27FC236}">
                <a16:creationId xmlns:a16="http://schemas.microsoft.com/office/drawing/2014/main" id="{B44BE1ED-5593-43E7-90D4-F1D53BC3E973}"/>
              </a:ext>
            </a:extLst>
          </p:cNvPr>
          <p:cNvSpPr>
            <a:spLocks noGrp="1"/>
          </p:cNvSpPr>
          <p:nvPr>
            <p:ph idx="1"/>
          </p:nvPr>
        </p:nvSpPr>
        <p:spPr>
          <a:xfrm>
            <a:off x="479424" y="1376363"/>
            <a:ext cx="11233151" cy="47894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ußzeilenplatzhalter 3">
            <a:extLst>
              <a:ext uri="{FF2B5EF4-FFF2-40B4-BE49-F238E27FC236}">
                <a16:creationId xmlns:a16="http://schemas.microsoft.com/office/drawing/2014/main" id="{B4C13493-086D-4789-9703-1D3FC7137859}"/>
              </a:ext>
            </a:extLst>
          </p:cNvPr>
          <p:cNvSpPr>
            <a:spLocks noGrp="1"/>
          </p:cNvSpPr>
          <p:nvPr>
            <p:ph type="ftr" sz="quarter" idx="12"/>
          </p:nvPr>
        </p:nvSpPr>
        <p:spPr/>
        <p:txBody>
          <a:bodyPr/>
          <a:lstStyle/>
          <a:p>
            <a:r>
              <a:rPr lang="en-US"/>
              <a:t>Sample Footer Text</a:t>
            </a:r>
          </a:p>
        </p:txBody>
      </p:sp>
    </p:spTree>
    <p:extLst>
      <p:ext uri="{BB962C8B-B14F-4D97-AF65-F5344CB8AC3E}">
        <p14:creationId xmlns:p14="http://schemas.microsoft.com/office/powerpoint/2010/main" val="3198543670"/>
      </p:ext>
    </p:extLst>
  </p:cSld>
  <p:clrMapOvr>
    <a:masterClrMapping/>
  </p:clrMapOvr>
  <p:hf hdr="0"/>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cSld name="1 Column">
    <p:spTree>
      <p:nvGrpSpPr>
        <p:cNvPr id="1" name=""/>
        <p:cNvGrpSpPr/>
        <p:nvPr/>
      </p:nvGrpSpPr>
      <p:grpSpPr>
        <a:xfrm>
          <a:off x="0" y="0"/>
          <a:ext cx="0" cy="0"/>
          <a:chOff x="0" y="0"/>
          <a:chExt cx="0" cy="0"/>
        </a:xfrm>
      </p:grpSpPr>
      <p:sp>
        <p:nvSpPr>
          <p:cNvPr id="11" name="Foliennummernplatzhalter 10">
            <a:extLst>
              <a:ext uri="{FF2B5EF4-FFF2-40B4-BE49-F238E27FC236}">
                <a16:creationId xmlns:a16="http://schemas.microsoft.com/office/drawing/2014/main" id="{284ABCF1-F66C-42C3-892B-72AE24E22DF2}"/>
              </a:ext>
            </a:extLst>
          </p:cNvPr>
          <p:cNvSpPr>
            <a:spLocks noGrp="1"/>
          </p:cNvSpPr>
          <p:nvPr>
            <p:ph type="sldNum" sz="quarter" idx="14"/>
          </p:nvPr>
        </p:nvSpPr>
        <p:spPr/>
        <p:txBody>
          <a:bodyPr/>
          <a:lstStyle/>
          <a:p>
            <a:fld id="{DDF60B60-82CA-4BB9-BA6E-A62FADF2374B}" type="slidenum">
              <a:rPr lang="en-US" smtClean="0"/>
              <a:t>‹#›</a:t>
            </a:fld>
            <a:endParaRPr lang="en-US"/>
          </a:p>
        </p:txBody>
      </p:sp>
      <p:sp>
        <p:nvSpPr>
          <p:cNvPr id="5" name="Textplatzhalter 4">
            <a:extLst>
              <a:ext uri="{FF2B5EF4-FFF2-40B4-BE49-F238E27FC236}">
                <a16:creationId xmlns:a16="http://schemas.microsoft.com/office/drawing/2014/main" id="{06A92110-7759-4818-B8AB-E43CF4F0B5E2}"/>
              </a:ext>
            </a:extLst>
          </p:cNvPr>
          <p:cNvSpPr>
            <a:spLocks noGrp="1"/>
          </p:cNvSpPr>
          <p:nvPr>
            <p:ph type="body" sz="quarter" idx="12" hasCustomPrompt="1"/>
          </p:nvPr>
        </p:nvSpPr>
        <p:spPr>
          <a:xfrm>
            <a:off x="479424" y="476250"/>
            <a:ext cx="9324973" cy="252000"/>
          </a:xfrm>
        </p:spPr>
        <p:txBody>
          <a:bodyPr/>
          <a:lstStyle>
            <a:lvl1pPr>
              <a:defRPr lang="en-US" sz="1100" b="1" kern="1200" cap="all" spc="63" baseline="0" smtClean="0">
                <a:solidFill>
                  <a:schemeClr val="bg1"/>
                </a:solidFill>
                <a:latin typeface="+mn-lt"/>
                <a:ea typeface="+mn-ea"/>
                <a:cs typeface="+mn-cs"/>
              </a:defRPr>
            </a:lvl1pPr>
          </a:lstStyle>
          <a:p>
            <a:pPr lvl="0"/>
            <a:r>
              <a:rPr lang="en-US"/>
              <a:t>Topline goes here</a:t>
            </a:r>
          </a:p>
        </p:txBody>
      </p:sp>
      <p:sp>
        <p:nvSpPr>
          <p:cNvPr id="2" name="Titel 1">
            <a:extLst>
              <a:ext uri="{FF2B5EF4-FFF2-40B4-BE49-F238E27FC236}">
                <a16:creationId xmlns:a16="http://schemas.microsoft.com/office/drawing/2014/main" id="{126FDAA8-8B2C-4943-A92E-AA894087B98A}"/>
              </a:ext>
            </a:extLst>
          </p:cNvPr>
          <p:cNvSpPr>
            <a:spLocks noGrp="1"/>
          </p:cNvSpPr>
          <p:nvPr>
            <p:ph type="title"/>
          </p:nvPr>
        </p:nvSpPr>
        <p:spPr/>
        <p:txBody>
          <a:bodyPr/>
          <a:lstStyle/>
          <a:p>
            <a:r>
              <a:rPr lang="en-US"/>
              <a:t>Click to edit Master title style</a:t>
            </a:r>
            <a:endParaRPr lang="en-US" dirty="0"/>
          </a:p>
        </p:txBody>
      </p:sp>
      <p:sp>
        <p:nvSpPr>
          <p:cNvPr id="3" name="Inhaltsplatzhalter 2">
            <a:extLst>
              <a:ext uri="{FF2B5EF4-FFF2-40B4-BE49-F238E27FC236}">
                <a16:creationId xmlns:a16="http://schemas.microsoft.com/office/drawing/2014/main" id="{B44BE1ED-5593-43E7-90D4-F1D53BC3E97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Fußzeilenplatzhalter 9">
            <a:extLst>
              <a:ext uri="{FF2B5EF4-FFF2-40B4-BE49-F238E27FC236}">
                <a16:creationId xmlns:a16="http://schemas.microsoft.com/office/drawing/2014/main" id="{AF63EA58-623B-4C98-B0B3-106149A9567E}"/>
              </a:ext>
            </a:extLst>
          </p:cNvPr>
          <p:cNvSpPr>
            <a:spLocks noGrp="1"/>
          </p:cNvSpPr>
          <p:nvPr>
            <p:ph type="ftr" sz="quarter" idx="13"/>
          </p:nvPr>
        </p:nvSpPr>
        <p:spPr/>
        <p:txBody>
          <a:bodyPr/>
          <a:lstStyle/>
          <a:p>
            <a:r>
              <a:rPr lang="en-US"/>
              <a:t>Sample Footer Text</a:t>
            </a:r>
          </a:p>
        </p:txBody>
      </p:sp>
    </p:spTree>
    <p:extLst>
      <p:ext uri="{BB962C8B-B14F-4D97-AF65-F5344CB8AC3E}">
        <p14:creationId xmlns:p14="http://schemas.microsoft.com/office/powerpoint/2010/main" val="1087996538"/>
      </p:ext>
    </p:extLst>
  </p:cSld>
  <p:clrMapOvr>
    <a:masterClrMapping/>
  </p:clrMapOvr>
  <p:hf hdr="0"/>
</p:sldLayout>
</file>

<file path=ppt/slideLayouts/slideLayout7.xml><?xml version="1.0" encoding="utf-8"?>
<p:sldLayout xmlns:a="http://schemas.openxmlformats.org/drawingml/2006/main" xmlns:r="http://schemas.openxmlformats.org/officeDocument/2006/relationships" xmlns:p="http://schemas.openxmlformats.org/presentationml/2006/main">
  <p:cSld name="Fullblead image">
    <p:spTree>
      <p:nvGrpSpPr>
        <p:cNvPr id="1" name=""/>
        <p:cNvGrpSpPr/>
        <p:nvPr/>
      </p:nvGrpSpPr>
      <p:grpSpPr>
        <a:xfrm>
          <a:off x="0" y="0"/>
          <a:ext cx="0" cy="0"/>
          <a:chOff x="0" y="0"/>
          <a:chExt cx="0" cy="0"/>
        </a:xfrm>
      </p:grpSpPr>
      <p:sp>
        <p:nvSpPr>
          <p:cNvPr id="7" name="Bildplatzhalter 6">
            <a:extLst>
              <a:ext uri="{FF2B5EF4-FFF2-40B4-BE49-F238E27FC236}">
                <a16:creationId xmlns:a16="http://schemas.microsoft.com/office/drawing/2014/main" id="{543F4184-F695-473F-B37A-0DA4B8E546ED}"/>
              </a:ext>
              <a:ext uri="{C183D7F6-B498-43B3-948B-1728B52AA6E4}">
                <adec:decorative xmlns:adec="http://schemas.microsoft.com/office/drawing/2017/decorative" val="1"/>
              </a:ext>
            </a:extLst>
          </p:cNvPr>
          <p:cNvSpPr>
            <a:spLocks noGrp="1"/>
          </p:cNvSpPr>
          <p:nvPr>
            <p:ph type="pic" sz="quarter" idx="13"/>
          </p:nvPr>
        </p:nvSpPr>
        <p:spPr>
          <a:xfrm>
            <a:off x="0" y="2"/>
            <a:ext cx="12192000" cy="6858000"/>
          </a:xfrm>
          <a:solidFill>
            <a:schemeClr val="tx2">
              <a:lumMod val="90000"/>
            </a:schemeClr>
          </a:solidFill>
        </p:spPr>
        <p:txBody>
          <a:bodyPr/>
          <a:lstStyle>
            <a:lvl1pPr>
              <a:defRPr>
                <a:solidFill>
                  <a:schemeClr val="tx1"/>
                </a:solidFill>
              </a:defRPr>
            </a:lvl1pPr>
          </a:lstStyle>
          <a:p>
            <a:r>
              <a:rPr lang="en-US"/>
              <a:t>Click icon to add picture</a:t>
            </a:r>
            <a:endParaRPr lang="en-US" dirty="0"/>
          </a:p>
        </p:txBody>
      </p:sp>
      <p:sp>
        <p:nvSpPr>
          <p:cNvPr id="6" name="Foliennummernplatzhalter 5">
            <a:extLst>
              <a:ext uri="{FF2B5EF4-FFF2-40B4-BE49-F238E27FC236}">
                <a16:creationId xmlns:a16="http://schemas.microsoft.com/office/drawing/2014/main" id="{B41AAF74-D43E-4774-9DEC-557D0F40A220}"/>
              </a:ext>
            </a:extLst>
          </p:cNvPr>
          <p:cNvSpPr>
            <a:spLocks noGrp="1"/>
          </p:cNvSpPr>
          <p:nvPr>
            <p:ph type="sldNum" sz="quarter" idx="16"/>
          </p:nvPr>
        </p:nvSpPr>
        <p:spPr/>
        <p:txBody>
          <a:bodyPr/>
          <a:lstStyle>
            <a:lvl1pPr>
              <a:defRPr>
                <a:solidFill>
                  <a:schemeClr val="tx1"/>
                </a:solidFill>
              </a:defRPr>
            </a:lvl1pPr>
          </a:lstStyle>
          <a:p>
            <a:fld id="{DDF60B60-82CA-4BB9-BA6E-A62FADF2374B}" type="slidenum">
              <a:rPr lang="en-US" smtClean="0"/>
              <a:t>‹#›</a:t>
            </a:fld>
            <a:endParaRPr lang="en-US"/>
          </a:p>
        </p:txBody>
      </p:sp>
      <p:sp>
        <p:nvSpPr>
          <p:cNvPr id="10" name="Bildplatzhalter 9">
            <a:extLst>
              <a:ext uri="{FF2B5EF4-FFF2-40B4-BE49-F238E27FC236}">
                <a16:creationId xmlns:a16="http://schemas.microsoft.com/office/drawing/2014/main" id="{7F2B9096-2D8C-433C-8C26-F6A72A4C0219}"/>
              </a:ext>
              <a:ext uri="{C183D7F6-B498-43B3-948B-1728B52AA6E4}">
                <adec:decorative xmlns:adec="http://schemas.microsoft.com/office/drawing/2017/decorative" val="1"/>
              </a:ext>
            </a:extLst>
          </p:cNvPr>
          <p:cNvSpPr>
            <a:spLocks noGrp="1"/>
          </p:cNvSpPr>
          <p:nvPr>
            <p:ph type="pic" sz="quarter" idx="17"/>
          </p:nvPr>
        </p:nvSpPr>
        <p:spPr>
          <a:xfrm>
            <a:off x="10692000" y="504000"/>
            <a:ext cx="1018800" cy="252000"/>
          </a:xfrm>
          <a:blipFill>
            <a:blip r:embed="rId2">
              <a:extLst>
                <a:ext uri="{96DAC541-7B7A-43D3-8B79-37D633B846F1}">
                  <asvg:svgBlip xmlns:asvg="http://schemas.microsoft.com/office/drawing/2016/SVG/main" r:embed="rId3"/>
                </a:ext>
              </a:extLst>
            </a:blip>
            <a:stretch>
              <a:fillRect/>
            </a:stretch>
          </a:blipFill>
        </p:spPr>
        <p:txBody>
          <a:bodyPr/>
          <a:lstStyle>
            <a:lvl1pPr>
              <a:defRPr sz="800">
                <a:solidFill>
                  <a:schemeClr val="tx1">
                    <a:alpha val="0"/>
                  </a:schemeClr>
                </a:solidFill>
              </a:defRPr>
            </a:lvl1pPr>
          </a:lstStyle>
          <a:p>
            <a:r>
              <a:rPr lang="en-US"/>
              <a:t>Click icon to add picture</a:t>
            </a:r>
            <a:endParaRPr lang="en-US" dirty="0"/>
          </a:p>
        </p:txBody>
      </p:sp>
      <p:sp>
        <p:nvSpPr>
          <p:cNvPr id="2" name="Title 1">
            <a:extLst>
              <a:ext uri="{FF2B5EF4-FFF2-40B4-BE49-F238E27FC236}">
                <a16:creationId xmlns:a16="http://schemas.microsoft.com/office/drawing/2014/main" id="{5CAD3F89-8F63-4AD4-9A29-6909CDF4E52D}"/>
              </a:ext>
            </a:extLst>
          </p:cNvPr>
          <p:cNvSpPr>
            <a:spLocks noGrp="1"/>
          </p:cNvSpPr>
          <p:nvPr>
            <p:ph type="title"/>
          </p:nvPr>
        </p:nvSpPr>
        <p:spPr>
          <a:xfrm>
            <a:off x="2879999" y="3031886"/>
            <a:ext cx="5929704" cy="932854"/>
          </a:xfrm>
        </p:spPr>
        <p:txBody>
          <a:bodyPr/>
          <a:lstStyle>
            <a:lvl1pPr defTabSz="720000">
              <a:defRPr lang="en-US" sz="3800" kern="1200" smtClean="0">
                <a:solidFill>
                  <a:schemeClr val="tx1"/>
                </a:solidFill>
                <a:latin typeface="+mj-lt"/>
                <a:ea typeface="+mn-ea"/>
                <a:cs typeface="+mn-cs"/>
              </a:defRPr>
            </a:lvl1pPr>
          </a:lstStyle>
          <a:p>
            <a:r>
              <a:rPr lang="en-US"/>
              <a:t>Click to edit Master title style</a:t>
            </a:r>
          </a:p>
        </p:txBody>
      </p:sp>
    </p:spTree>
    <p:extLst>
      <p:ext uri="{BB962C8B-B14F-4D97-AF65-F5344CB8AC3E}">
        <p14:creationId xmlns:p14="http://schemas.microsoft.com/office/powerpoint/2010/main" val="2297043542"/>
      </p:ext>
    </p:extLst>
  </p:cSld>
  <p:clrMapOvr>
    <a:masterClrMapping/>
  </p:clrMapOvr>
  <p:hf hdr="0"/>
</p:sldLayout>
</file>

<file path=ppt/slideLayouts/slideLayout8.xml><?xml version="1.0" encoding="utf-8"?>
<p:sldLayout xmlns:a="http://schemas.openxmlformats.org/drawingml/2006/main" xmlns:r="http://schemas.openxmlformats.org/officeDocument/2006/relationships" xmlns:p="http://schemas.openxmlformats.org/presentationml/2006/main">
  <p:cSld name="Quote">
    <p:spTree>
      <p:nvGrpSpPr>
        <p:cNvPr id="1" name=""/>
        <p:cNvGrpSpPr/>
        <p:nvPr/>
      </p:nvGrpSpPr>
      <p:grpSpPr>
        <a:xfrm>
          <a:off x="0" y="0"/>
          <a:ext cx="0" cy="0"/>
          <a:chOff x="0" y="0"/>
          <a:chExt cx="0" cy="0"/>
        </a:xfrm>
      </p:grpSpPr>
      <p:pic>
        <p:nvPicPr>
          <p:cNvPr id="7" name="Grafik 6">
            <a:extLst>
              <a:ext uri="{FF2B5EF4-FFF2-40B4-BE49-F238E27FC236}">
                <a16:creationId xmlns:a16="http://schemas.microsoft.com/office/drawing/2014/main" id="{FFB93F98-2502-4A46-903A-C90B11A87BA1}"/>
              </a:ext>
              <a:ext uri="{C183D7F6-B498-43B3-948B-1728B52AA6E4}">
                <adec:decorative xmlns:adec="http://schemas.microsoft.com/office/drawing/2017/decorative" val="1"/>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78800" y="-152396"/>
            <a:ext cx="1104853" cy="937345"/>
          </a:xfrm>
          <a:prstGeom prst="rect">
            <a:avLst/>
          </a:prstGeom>
        </p:spPr>
      </p:pic>
      <p:sp>
        <p:nvSpPr>
          <p:cNvPr id="5" name="Foliennummernplatzhalter 4">
            <a:extLst>
              <a:ext uri="{FF2B5EF4-FFF2-40B4-BE49-F238E27FC236}">
                <a16:creationId xmlns:a16="http://schemas.microsoft.com/office/drawing/2014/main" id="{B8864DFD-E38D-49D7-BB64-174EB574BF44}"/>
              </a:ext>
            </a:extLst>
          </p:cNvPr>
          <p:cNvSpPr>
            <a:spLocks noGrp="1"/>
          </p:cNvSpPr>
          <p:nvPr>
            <p:ph type="sldNum" sz="quarter" idx="17"/>
          </p:nvPr>
        </p:nvSpPr>
        <p:spPr/>
        <p:txBody>
          <a:bodyPr/>
          <a:lstStyle/>
          <a:p>
            <a:fld id="{DDF60B60-82CA-4BB9-BA6E-A62FADF2374B}" type="slidenum">
              <a:rPr lang="en-US" smtClean="0"/>
              <a:t>‹#›</a:t>
            </a:fld>
            <a:endParaRPr lang="en-US"/>
          </a:p>
        </p:txBody>
      </p:sp>
      <p:sp>
        <p:nvSpPr>
          <p:cNvPr id="3" name="Title 2">
            <a:extLst>
              <a:ext uri="{FF2B5EF4-FFF2-40B4-BE49-F238E27FC236}">
                <a16:creationId xmlns:a16="http://schemas.microsoft.com/office/drawing/2014/main" id="{831789C7-E5A6-4AA7-BF30-57CEC805ADEA}"/>
              </a:ext>
            </a:extLst>
          </p:cNvPr>
          <p:cNvSpPr>
            <a:spLocks noGrp="1"/>
          </p:cNvSpPr>
          <p:nvPr>
            <p:ph type="title"/>
          </p:nvPr>
        </p:nvSpPr>
        <p:spPr>
          <a:xfrm>
            <a:off x="479427" y="1808163"/>
            <a:ext cx="7400615" cy="4357686"/>
          </a:xfrm>
        </p:spPr>
        <p:txBody>
          <a:bodyPr/>
          <a:lstStyle/>
          <a:p>
            <a:r>
              <a:rPr lang="en-US"/>
              <a:t>Click to edit Master title style</a:t>
            </a:r>
          </a:p>
        </p:txBody>
      </p:sp>
      <p:sp>
        <p:nvSpPr>
          <p:cNvPr id="2" name="Fußzeilenplatzhalter 1">
            <a:extLst>
              <a:ext uri="{FF2B5EF4-FFF2-40B4-BE49-F238E27FC236}">
                <a16:creationId xmlns:a16="http://schemas.microsoft.com/office/drawing/2014/main" id="{F20E780E-8236-45DA-A6AF-143D4C7283C7}"/>
              </a:ext>
            </a:extLst>
          </p:cNvPr>
          <p:cNvSpPr>
            <a:spLocks noGrp="1"/>
          </p:cNvSpPr>
          <p:nvPr>
            <p:ph type="ftr" sz="quarter" idx="19"/>
          </p:nvPr>
        </p:nvSpPr>
        <p:spPr/>
        <p:txBody>
          <a:bodyPr/>
          <a:lstStyle/>
          <a:p>
            <a:r>
              <a:rPr lang="en-US"/>
              <a:t>Sample Footer Text</a:t>
            </a:r>
          </a:p>
        </p:txBody>
      </p:sp>
    </p:spTree>
    <p:extLst>
      <p:ext uri="{BB962C8B-B14F-4D97-AF65-F5344CB8AC3E}">
        <p14:creationId xmlns:p14="http://schemas.microsoft.com/office/powerpoint/2010/main" val="92515278"/>
      </p:ext>
    </p:extLst>
  </p:cSld>
  <p:clrMapOvr>
    <a:masterClrMapping/>
  </p:clrMapOvr>
  <p:hf hdr="0"/>
  <p:extLst>
    <p:ext uri="{DCECCB84-F9BA-43D5-87BE-67443E8EF086}">
      <p15:sldGuideLst xmlns:p15="http://schemas.microsoft.com/office/powerpoint/2012/main">
        <p15:guide id="1" orient="horz" pos="1139">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cSld name="Bold headline on blue/white">
    <p:spTree>
      <p:nvGrpSpPr>
        <p:cNvPr id="1" name=""/>
        <p:cNvGrpSpPr/>
        <p:nvPr/>
      </p:nvGrpSpPr>
      <p:grpSpPr>
        <a:xfrm>
          <a:off x="0" y="0"/>
          <a:ext cx="0" cy="0"/>
          <a:chOff x="0" y="0"/>
          <a:chExt cx="0" cy="0"/>
        </a:xfrm>
      </p:grpSpPr>
      <p:sp>
        <p:nvSpPr>
          <p:cNvPr id="8" name="Rechteck 7">
            <a:extLst>
              <a:ext uri="{FF2B5EF4-FFF2-40B4-BE49-F238E27FC236}">
                <a16:creationId xmlns:a16="http://schemas.microsoft.com/office/drawing/2014/main" id="{D85B9BCC-ED7D-4926-91D7-795B583CD299}"/>
              </a:ext>
              <a:ext uri="{C183D7F6-B498-43B3-948B-1728B52AA6E4}">
                <adec:decorative xmlns:adec="http://schemas.microsoft.com/office/drawing/2017/decorative" val="1"/>
              </a:ext>
            </a:extLst>
          </p:cNvPr>
          <p:cNvSpPr/>
          <p:nvPr/>
        </p:nvSpPr>
        <p:spPr>
          <a:xfrm>
            <a:off x="0" y="0"/>
            <a:ext cx="8112125" cy="6858000"/>
          </a:xfrm>
          <a:prstGeom prst="rect">
            <a:avLst/>
          </a:prstGeom>
          <a:solidFill>
            <a:srgbClr val="13A0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Foliennummernplatzhalter 5">
            <a:extLst>
              <a:ext uri="{FF2B5EF4-FFF2-40B4-BE49-F238E27FC236}">
                <a16:creationId xmlns:a16="http://schemas.microsoft.com/office/drawing/2014/main" id="{50E423D4-7901-4F8B-B075-3D0E7C20A648}"/>
              </a:ext>
            </a:extLst>
          </p:cNvPr>
          <p:cNvSpPr>
            <a:spLocks noGrp="1"/>
          </p:cNvSpPr>
          <p:nvPr>
            <p:ph type="sldNum" sz="quarter" idx="11"/>
          </p:nvPr>
        </p:nvSpPr>
        <p:spPr/>
        <p:txBody>
          <a:bodyPr/>
          <a:lstStyle/>
          <a:p>
            <a:fld id="{DDF60B60-82CA-4BB9-BA6E-A62FADF2374B}" type="slidenum">
              <a:rPr lang="en-US" smtClean="0"/>
              <a:t>‹#›</a:t>
            </a:fld>
            <a:endParaRPr lang="en-US"/>
          </a:p>
        </p:txBody>
      </p:sp>
      <p:sp>
        <p:nvSpPr>
          <p:cNvPr id="9" name="Textplatzhalter 4">
            <a:extLst>
              <a:ext uri="{FF2B5EF4-FFF2-40B4-BE49-F238E27FC236}">
                <a16:creationId xmlns:a16="http://schemas.microsoft.com/office/drawing/2014/main" id="{65CB8C84-525E-4B57-BAF4-5CD06402D3A1}"/>
              </a:ext>
            </a:extLst>
          </p:cNvPr>
          <p:cNvSpPr>
            <a:spLocks noGrp="1"/>
          </p:cNvSpPr>
          <p:nvPr>
            <p:ph type="body" sz="quarter" idx="14" hasCustomPrompt="1"/>
          </p:nvPr>
        </p:nvSpPr>
        <p:spPr>
          <a:xfrm>
            <a:off x="479425" y="476250"/>
            <a:ext cx="5724525" cy="252000"/>
          </a:xfrm>
        </p:spPr>
        <p:txBody>
          <a:bodyPr/>
          <a:lstStyle>
            <a:lvl1pPr>
              <a:defRPr lang="en-US" sz="1100" b="1" kern="1200" cap="all" spc="63" baseline="0" smtClean="0">
                <a:solidFill>
                  <a:schemeClr val="tx1"/>
                </a:solidFill>
                <a:latin typeface="+mn-lt"/>
                <a:ea typeface="+mn-ea"/>
                <a:cs typeface="+mn-cs"/>
              </a:defRPr>
            </a:lvl1pPr>
          </a:lstStyle>
          <a:p>
            <a:pPr lvl="0"/>
            <a:r>
              <a:rPr lang="en-US"/>
              <a:t>Topline goes here</a:t>
            </a:r>
          </a:p>
        </p:txBody>
      </p:sp>
      <p:sp>
        <p:nvSpPr>
          <p:cNvPr id="7" name="Titel 6">
            <a:extLst>
              <a:ext uri="{FF2B5EF4-FFF2-40B4-BE49-F238E27FC236}">
                <a16:creationId xmlns:a16="http://schemas.microsoft.com/office/drawing/2014/main" id="{28E2DDD5-62F8-4BB9-A01C-AC7CC80E2678}"/>
              </a:ext>
            </a:extLst>
          </p:cNvPr>
          <p:cNvSpPr>
            <a:spLocks noGrp="1"/>
          </p:cNvSpPr>
          <p:nvPr>
            <p:ph type="title"/>
          </p:nvPr>
        </p:nvSpPr>
        <p:spPr>
          <a:xfrm>
            <a:off x="479427" y="1808162"/>
            <a:ext cx="5724523" cy="4357687"/>
          </a:xfrm>
        </p:spPr>
        <p:txBody>
          <a:bodyPr/>
          <a:lstStyle>
            <a:lvl1pPr>
              <a:lnSpc>
                <a:spcPts val="8500"/>
              </a:lnSpc>
              <a:defRPr sz="8500">
                <a:solidFill>
                  <a:srgbClr val="122B54"/>
                </a:solidFill>
              </a:defRPr>
            </a:lvl1pPr>
          </a:lstStyle>
          <a:p>
            <a:r>
              <a:rPr lang="en-US"/>
              <a:t>Click to edit Master title style</a:t>
            </a:r>
            <a:endParaRPr lang="en-US" dirty="0"/>
          </a:p>
        </p:txBody>
      </p:sp>
      <p:sp>
        <p:nvSpPr>
          <p:cNvPr id="10" name="Textplatzhalter 9">
            <a:extLst>
              <a:ext uri="{FF2B5EF4-FFF2-40B4-BE49-F238E27FC236}">
                <a16:creationId xmlns:a16="http://schemas.microsoft.com/office/drawing/2014/main" id="{25DCC88A-A947-4C0A-827F-38E624596684}"/>
              </a:ext>
            </a:extLst>
          </p:cNvPr>
          <p:cNvSpPr>
            <a:spLocks noGrp="1"/>
          </p:cNvSpPr>
          <p:nvPr>
            <p:ph type="body" sz="quarter" idx="12"/>
          </p:nvPr>
        </p:nvSpPr>
        <p:spPr>
          <a:xfrm>
            <a:off x="8772525" y="1808163"/>
            <a:ext cx="2940050" cy="4357687"/>
          </a:xfrm>
        </p:spPr>
        <p:txBody>
          <a:bodyPr/>
          <a:lstStyle>
            <a:lvl1pPr>
              <a:defRPr sz="1600" b="1"/>
            </a:lvl1pPr>
            <a:lvl2pPr marL="0" indent="0">
              <a:buNone/>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Fußzeilenplatzhalter 1">
            <a:extLst>
              <a:ext uri="{FF2B5EF4-FFF2-40B4-BE49-F238E27FC236}">
                <a16:creationId xmlns:a16="http://schemas.microsoft.com/office/drawing/2014/main" id="{C600EDD0-042C-48C5-946C-9122C18A1125}"/>
              </a:ext>
            </a:extLst>
          </p:cNvPr>
          <p:cNvSpPr>
            <a:spLocks noGrp="1"/>
          </p:cNvSpPr>
          <p:nvPr>
            <p:ph type="ftr" sz="quarter" idx="13"/>
          </p:nvPr>
        </p:nvSpPr>
        <p:spPr/>
        <p:txBody>
          <a:bodyPr/>
          <a:lstStyle>
            <a:lvl1pPr>
              <a:defRPr>
                <a:solidFill>
                  <a:schemeClr val="tx1"/>
                </a:solidFill>
              </a:defRPr>
            </a:lvl1pPr>
          </a:lstStyle>
          <a:p>
            <a:r>
              <a:rPr lang="en-US"/>
              <a:t>Sample Footer Text</a:t>
            </a:r>
          </a:p>
        </p:txBody>
      </p:sp>
    </p:spTree>
    <p:extLst>
      <p:ext uri="{BB962C8B-B14F-4D97-AF65-F5344CB8AC3E}">
        <p14:creationId xmlns:p14="http://schemas.microsoft.com/office/powerpoint/2010/main" val="4249092054"/>
      </p:ext>
    </p:extLst>
  </p:cSld>
  <p:clrMapOvr>
    <a:masterClrMapping/>
  </p:clrMapOvr>
  <p:hf hdr="0"/>
  <p:extLst>
    <p:ext uri="{DCECCB84-F9BA-43D5-87BE-67443E8EF086}">
      <p15:sldGuideLst xmlns:p15="http://schemas.microsoft.com/office/powerpoint/2012/main">
        <p15:guide id="1" orient="horz" pos="1139">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Bold headline on blue/white + image">
    <p:spTree>
      <p:nvGrpSpPr>
        <p:cNvPr id="1" name=""/>
        <p:cNvGrpSpPr/>
        <p:nvPr/>
      </p:nvGrpSpPr>
      <p:grpSpPr>
        <a:xfrm>
          <a:off x="0" y="0"/>
          <a:ext cx="0" cy="0"/>
          <a:chOff x="0" y="0"/>
          <a:chExt cx="0" cy="0"/>
        </a:xfrm>
      </p:grpSpPr>
      <p:sp>
        <p:nvSpPr>
          <p:cNvPr id="8" name="Rechteck 7">
            <a:extLst>
              <a:ext uri="{FF2B5EF4-FFF2-40B4-BE49-F238E27FC236}">
                <a16:creationId xmlns:a16="http://schemas.microsoft.com/office/drawing/2014/main" id="{D85B9BCC-ED7D-4926-91D7-795B583CD299}"/>
              </a:ext>
              <a:ext uri="{C183D7F6-B498-43B3-948B-1728B52AA6E4}">
                <adec:decorative xmlns:adec="http://schemas.microsoft.com/office/drawing/2017/decorative" val="1"/>
              </a:ext>
            </a:extLst>
          </p:cNvPr>
          <p:cNvSpPr/>
          <p:nvPr/>
        </p:nvSpPr>
        <p:spPr>
          <a:xfrm>
            <a:off x="0" y="0"/>
            <a:ext cx="7020000" cy="6858000"/>
          </a:xfrm>
          <a:prstGeom prst="rect">
            <a:avLst/>
          </a:prstGeom>
          <a:solidFill>
            <a:srgbClr val="13A0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Foliennummernplatzhalter 5">
            <a:extLst>
              <a:ext uri="{FF2B5EF4-FFF2-40B4-BE49-F238E27FC236}">
                <a16:creationId xmlns:a16="http://schemas.microsoft.com/office/drawing/2014/main" id="{50E423D4-7901-4F8B-B075-3D0E7C20A648}"/>
              </a:ext>
            </a:extLst>
          </p:cNvPr>
          <p:cNvSpPr>
            <a:spLocks noGrp="1"/>
          </p:cNvSpPr>
          <p:nvPr>
            <p:ph type="sldNum" sz="quarter" idx="11"/>
          </p:nvPr>
        </p:nvSpPr>
        <p:spPr/>
        <p:txBody>
          <a:bodyPr/>
          <a:lstStyle/>
          <a:p>
            <a:fld id="{DDF60B60-82CA-4BB9-BA6E-A62FADF2374B}" type="slidenum">
              <a:rPr lang="en-US" smtClean="0"/>
              <a:t>‹#›</a:t>
            </a:fld>
            <a:endParaRPr lang="en-US"/>
          </a:p>
        </p:txBody>
      </p:sp>
      <p:sp>
        <p:nvSpPr>
          <p:cNvPr id="9" name="Textplatzhalter 4">
            <a:extLst>
              <a:ext uri="{FF2B5EF4-FFF2-40B4-BE49-F238E27FC236}">
                <a16:creationId xmlns:a16="http://schemas.microsoft.com/office/drawing/2014/main" id="{86895624-7DAF-4916-BF2D-DA99D815DD92}"/>
              </a:ext>
            </a:extLst>
          </p:cNvPr>
          <p:cNvSpPr>
            <a:spLocks noGrp="1"/>
          </p:cNvSpPr>
          <p:nvPr>
            <p:ph type="body" sz="quarter" idx="15" hasCustomPrompt="1"/>
          </p:nvPr>
        </p:nvSpPr>
        <p:spPr>
          <a:xfrm>
            <a:off x="479425" y="476250"/>
            <a:ext cx="5025082" cy="252000"/>
          </a:xfrm>
        </p:spPr>
        <p:txBody>
          <a:bodyPr/>
          <a:lstStyle>
            <a:lvl1pPr>
              <a:defRPr lang="en-US" sz="1100" b="1" kern="1200" cap="all" spc="63" baseline="0" smtClean="0">
                <a:solidFill>
                  <a:schemeClr val="tx1"/>
                </a:solidFill>
                <a:latin typeface="+mn-lt"/>
                <a:ea typeface="+mn-ea"/>
                <a:cs typeface="+mn-cs"/>
              </a:defRPr>
            </a:lvl1pPr>
          </a:lstStyle>
          <a:p>
            <a:pPr lvl="0"/>
            <a:r>
              <a:rPr lang="en-US"/>
              <a:t>Topline goes here</a:t>
            </a:r>
          </a:p>
        </p:txBody>
      </p:sp>
      <p:sp>
        <p:nvSpPr>
          <p:cNvPr id="7" name="Titel 6">
            <a:extLst>
              <a:ext uri="{FF2B5EF4-FFF2-40B4-BE49-F238E27FC236}">
                <a16:creationId xmlns:a16="http://schemas.microsoft.com/office/drawing/2014/main" id="{28E2DDD5-62F8-4BB9-A01C-AC7CC80E2678}"/>
              </a:ext>
            </a:extLst>
          </p:cNvPr>
          <p:cNvSpPr>
            <a:spLocks noGrp="1"/>
          </p:cNvSpPr>
          <p:nvPr>
            <p:ph type="title"/>
          </p:nvPr>
        </p:nvSpPr>
        <p:spPr>
          <a:xfrm>
            <a:off x="479427" y="1808162"/>
            <a:ext cx="5724523" cy="4357687"/>
          </a:xfrm>
        </p:spPr>
        <p:txBody>
          <a:bodyPr/>
          <a:lstStyle>
            <a:lvl1pPr>
              <a:lnSpc>
                <a:spcPts val="8500"/>
              </a:lnSpc>
              <a:defRPr sz="8500">
                <a:solidFill>
                  <a:srgbClr val="122B54"/>
                </a:solidFill>
              </a:defRPr>
            </a:lvl1pPr>
          </a:lstStyle>
          <a:p>
            <a:r>
              <a:rPr lang="en-US"/>
              <a:t>Click to edit Master title style</a:t>
            </a:r>
            <a:endParaRPr lang="en-US" dirty="0"/>
          </a:p>
        </p:txBody>
      </p:sp>
      <p:sp>
        <p:nvSpPr>
          <p:cNvPr id="10" name="Textplatzhalter 9">
            <a:extLst>
              <a:ext uri="{FF2B5EF4-FFF2-40B4-BE49-F238E27FC236}">
                <a16:creationId xmlns:a16="http://schemas.microsoft.com/office/drawing/2014/main" id="{25DCC88A-A947-4C0A-827F-38E624596684}"/>
              </a:ext>
            </a:extLst>
          </p:cNvPr>
          <p:cNvSpPr>
            <a:spLocks noGrp="1"/>
          </p:cNvSpPr>
          <p:nvPr>
            <p:ph type="body" sz="quarter" idx="12"/>
          </p:nvPr>
        </p:nvSpPr>
        <p:spPr>
          <a:xfrm>
            <a:off x="7560000" y="3024000"/>
            <a:ext cx="4152573" cy="3141849"/>
          </a:xfrm>
        </p:spPr>
        <p:txBody>
          <a:bodyPr/>
          <a:lstStyle>
            <a:lvl1pPr>
              <a:defRPr sz="1600" b="1"/>
            </a:lvl1pPr>
            <a:lvl2pPr marL="0" indent="0">
              <a:buNone/>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Bildplatzhalter 2">
            <a:extLst>
              <a:ext uri="{FF2B5EF4-FFF2-40B4-BE49-F238E27FC236}">
                <a16:creationId xmlns:a16="http://schemas.microsoft.com/office/drawing/2014/main" id="{C3A37E33-1BC4-4258-8988-7DB0EC8D5A84}"/>
              </a:ext>
              <a:ext uri="{C183D7F6-B498-43B3-948B-1728B52AA6E4}">
                <adec:decorative xmlns:adec="http://schemas.microsoft.com/office/drawing/2017/decorative" val="1"/>
              </a:ext>
            </a:extLst>
          </p:cNvPr>
          <p:cNvSpPr>
            <a:spLocks noGrp="1"/>
          </p:cNvSpPr>
          <p:nvPr>
            <p:ph type="pic" sz="quarter" idx="13"/>
          </p:nvPr>
        </p:nvSpPr>
        <p:spPr>
          <a:xfrm>
            <a:off x="5700300" y="0"/>
            <a:ext cx="4320000" cy="2340000"/>
          </a:xfrm>
          <a:solidFill>
            <a:schemeClr val="tx2">
              <a:lumMod val="90000"/>
            </a:schemeClr>
          </a:solidFill>
        </p:spPr>
        <p:txBody>
          <a:bodyPr/>
          <a:lstStyle>
            <a:lvl1pPr>
              <a:defRPr>
                <a:solidFill>
                  <a:schemeClr val="tx1"/>
                </a:solidFill>
              </a:defRPr>
            </a:lvl1pPr>
          </a:lstStyle>
          <a:p>
            <a:r>
              <a:rPr lang="en-US"/>
              <a:t>Click icon to add picture</a:t>
            </a:r>
            <a:endParaRPr lang="en-US" dirty="0"/>
          </a:p>
        </p:txBody>
      </p:sp>
      <p:sp>
        <p:nvSpPr>
          <p:cNvPr id="2" name="Fußzeilenplatzhalter 1">
            <a:extLst>
              <a:ext uri="{FF2B5EF4-FFF2-40B4-BE49-F238E27FC236}">
                <a16:creationId xmlns:a16="http://schemas.microsoft.com/office/drawing/2014/main" id="{7C631362-B5E9-4A03-8563-BC489D509F80}"/>
              </a:ext>
            </a:extLst>
          </p:cNvPr>
          <p:cNvSpPr>
            <a:spLocks noGrp="1"/>
          </p:cNvSpPr>
          <p:nvPr>
            <p:ph type="ftr" sz="quarter" idx="14"/>
          </p:nvPr>
        </p:nvSpPr>
        <p:spPr/>
        <p:txBody>
          <a:bodyPr/>
          <a:lstStyle>
            <a:lvl1pPr>
              <a:defRPr>
                <a:solidFill>
                  <a:schemeClr val="tx1"/>
                </a:solidFill>
              </a:defRPr>
            </a:lvl1pPr>
          </a:lstStyle>
          <a:p>
            <a:r>
              <a:rPr lang="en-US"/>
              <a:t>Sample Footer Text</a:t>
            </a:r>
          </a:p>
        </p:txBody>
      </p:sp>
    </p:spTree>
    <p:extLst>
      <p:ext uri="{BB962C8B-B14F-4D97-AF65-F5344CB8AC3E}">
        <p14:creationId xmlns:p14="http://schemas.microsoft.com/office/powerpoint/2010/main" val="748217505"/>
      </p:ext>
    </p:extLst>
  </p:cSld>
  <p:clrMapOvr>
    <a:masterClrMapping/>
  </p:clrMapOvr>
  <p:hf hdr="0"/>
  <p:extLst>
    <p:ext uri="{DCECCB84-F9BA-43D5-87BE-67443E8EF086}">
      <p15:sldGuideLst xmlns:p15="http://schemas.microsoft.com/office/powerpoint/2012/main">
        <p15:guide id="1" orient="horz" pos="1139">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Large image + text">
    <p:spTree>
      <p:nvGrpSpPr>
        <p:cNvPr id="1" name=""/>
        <p:cNvGrpSpPr/>
        <p:nvPr/>
      </p:nvGrpSpPr>
      <p:grpSpPr>
        <a:xfrm>
          <a:off x="0" y="0"/>
          <a:ext cx="0" cy="0"/>
          <a:chOff x="0" y="0"/>
          <a:chExt cx="0" cy="0"/>
        </a:xfrm>
      </p:grpSpPr>
      <p:sp>
        <p:nvSpPr>
          <p:cNvPr id="6" name="Foliennummernplatzhalter 5">
            <a:extLst>
              <a:ext uri="{FF2B5EF4-FFF2-40B4-BE49-F238E27FC236}">
                <a16:creationId xmlns:a16="http://schemas.microsoft.com/office/drawing/2014/main" id="{901E388C-6A4B-4AA3-B573-6AE8043CAA97}"/>
              </a:ext>
            </a:extLst>
          </p:cNvPr>
          <p:cNvSpPr>
            <a:spLocks noGrp="1"/>
          </p:cNvSpPr>
          <p:nvPr>
            <p:ph type="sldNum" sz="quarter" idx="11"/>
          </p:nvPr>
        </p:nvSpPr>
        <p:spPr/>
        <p:txBody>
          <a:bodyPr/>
          <a:lstStyle/>
          <a:p>
            <a:fld id="{DDF60B60-82CA-4BB9-BA6E-A62FADF2374B}" type="slidenum">
              <a:rPr lang="en-US" smtClean="0"/>
              <a:t>‹#›</a:t>
            </a:fld>
            <a:endParaRPr lang="en-US"/>
          </a:p>
        </p:txBody>
      </p:sp>
      <p:sp>
        <p:nvSpPr>
          <p:cNvPr id="8" name="Bildplatzhalter 7">
            <a:extLst>
              <a:ext uri="{FF2B5EF4-FFF2-40B4-BE49-F238E27FC236}">
                <a16:creationId xmlns:a16="http://schemas.microsoft.com/office/drawing/2014/main" id="{9729243C-D78B-4B34-B6EA-A7A7D5BA4415}"/>
              </a:ext>
              <a:ext uri="{C183D7F6-B498-43B3-948B-1728B52AA6E4}">
                <adec:decorative xmlns:adec="http://schemas.microsoft.com/office/drawing/2017/decorative" val="1"/>
              </a:ext>
            </a:extLst>
          </p:cNvPr>
          <p:cNvSpPr>
            <a:spLocks noGrp="1"/>
          </p:cNvSpPr>
          <p:nvPr>
            <p:ph type="pic" sz="quarter" idx="12"/>
          </p:nvPr>
        </p:nvSpPr>
        <p:spPr>
          <a:xfrm>
            <a:off x="0" y="0"/>
            <a:ext cx="8928000" cy="6084000"/>
          </a:xfrm>
          <a:solidFill>
            <a:schemeClr val="tx2">
              <a:lumMod val="90000"/>
            </a:schemeClr>
          </a:solidFill>
        </p:spPr>
        <p:txBody>
          <a:bodyPr/>
          <a:lstStyle/>
          <a:p>
            <a:r>
              <a:rPr lang="en-US"/>
              <a:t>Click icon to add picture</a:t>
            </a:r>
            <a:endParaRPr lang="en-US" dirty="0"/>
          </a:p>
        </p:txBody>
      </p:sp>
      <p:sp>
        <p:nvSpPr>
          <p:cNvPr id="11" name="Textplatzhalter 9">
            <a:extLst>
              <a:ext uri="{FF2B5EF4-FFF2-40B4-BE49-F238E27FC236}">
                <a16:creationId xmlns:a16="http://schemas.microsoft.com/office/drawing/2014/main" id="{D2F612BB-6DB3-48F4-9220-749BDAAD5D05}"/>
              </a:ext>
            </a:extLst>
          </p:cNvPr>
          <p:cNvSpPr>
            <a:spLocks noGrp="1"/>
          </p:cNvSpPr>
          <p:nvPr>
            <p:ph type="body" sz="quarter" idx="13"/>
          </p:nvPr>
        </p:nvSpPr>
        <p:spPr>
          <a:xfrm>
            <a:off x="9252000" y="1332000"/>
            <a:ext cx="2460575" cy="4752000"/>
          </a:xfrm>
        </p:spPr>
        <p:txBody>
          <a:bodyPr/>
          <a:lstStyle>
            <a:lvl1pPr>
              <a:defRPr sz="1600" b="1"/>
            </a:lvl1pPr>
            <a:lvl2pPr marL="0" indent="0">
              <a:buNone/>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Fußzeilenplatzhalter 1">
            <a:extLst>
              <a:ext uri="{FF2B5EF4-FFF2-40B4-BE49-F238E27FC236}">
                <a16:creationId xmlns:a16="http://schemas.microsoft.com/office/drawing/2014/main" id="{E626A08E-050C-4C68-BDE6-F1BB5A27A38B}"/>
              </a:ext>
            </a:extLst>
          </p:cNvPr>
          <p:cNvSpPr>
            <a:spLocks noGrp="1"/>
          </p:cNvSpPr>
          <p:nvPr>
            <p:ph type="ftr" sz="quarter" idx="14"/>
          </p:nvPr>
        </p:nvSpPr>
        <p:spPr/>
        <p:txBody>
          <a:bodyPr/>
          <a:lstStyle/>
          <a:p>
            <a:r>
              <a:rPr lang="en-US"/>
              <a:t>Sample Footer Text</a:t>
            </a:r>
          </a:p>
        </p:txBody>
      </p:sp>
    </p:spTree>
    <p:extLst>
      <p:ext uri="{BB962C8B-B14F-4D97-AF65-F5344CB8AC3E}">
        <p14:creationId xmlns:p14="http://schemas.microsoft.com/office/powerpoint/2010/main" val="3822993134"/>
      </p:ext>
    </p:extLst>
  </p:cSld>
  <p:clrMapOvr>
    <a:masterClrMapping/>
  </p:clrMapOvr>
  <p:hf hdr="0"/>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Large image + headline 01">
    <p:spTree>
      <p:nvGrpSpPr>
        <p:cNvPr id="1" name=""/>
        <p:cNvGrpSpPr/>
        <p:nvPr/>
      </p:nvGrpSpPr>
      <p:grpSpPr>
        <a:xfrm>
          <a:off x="0" y="0"/>
          <a:ext cx="0" cy="0"/>
          <a:chOff x="0" y="0"/>
          <a:chExt cx="0" cy="0"/>
        </a:xfrm>
      </p:grpSpPr>
      <p:sp>
        <p:nvSpPr>
          <p:cNvPr id="6" name="Foliennummernplatzhalter 5">
            <a:extLst>
              <a:ext uri="{FF2B5EF4-FFF2-40B4-BE49-F238E27FC236}">
                <a16:creationId xmlns:a16="http://schemas.microsoft.com/office/drawing/2014/main" id="{901E388C-6A4B-4AA3-B573-6AE8043CAA97}"/>
              </a:ext>
            </a:extLst>
          </p:cNvPr>
          <p:cNvSpPr>
            <a:spLocks noGrp="1"/>
          </p:cNvSpPr>
          <p:nvPr>
            <p:ph type="sldNum" sz="quarter" idx="11"/>
          </p:nvPr>
        </p:nvSpPr>
        <p:spPr/>
        <p:txBody>
          <a:bodyPr/>
          <a:lstStyle/>
          <a:p>
            <a:fld id="{DDF60B60-82CA-4BB9-BA6E-A62FADF2374B}" type="slidenum">
              <a:rPr lang="en-US" smtClean="0"/>
              <a:t>‹#›</a:t>
            </a:fld>
            <a:endParaRPr lang="en-US"/>
          </a:p>
        </p:txBody>
      </p:sp>
      <p:sp>
        <p:nvSpPr>
          <p:cNvPr id="8" name="Bildplatzhalter 7">
            <a:extLst>
              <a:ext uri="{FF2B5EF4-FFF2-40B4-BE49-F238E27FC236}">
                <a16:creationId xmlns:a16="http://schemas.microsoft.com/office/drawing/2014/main" id="{9729243C-D78B-4B34-B6EA-A7A7D5BA4415}"/>
              </a:ext>
              <a:ext uri="{C183D7F6-B498-43B3-948B-1728B52AA6E4}">
                <adec:decorative xmlns:adec="http://schemas.microsoft.com/office/drawing/2017/decorative" val="1"/>
              </a:ext>
            </a:extLst>
          </p:cNvPr>
          <p:cNvSpPr>
            <a:spLocks noGrp="1"/>
          </p:cNvSpPr>
          <p:nvPr>
            <p:ph type="pic" sz="quarter" idx="12"/>
          </p:nvPr>
        </p:nvSpPr>
        <p:spPr>
          <a:xfrm>
            <a:off x="0" y="0"/>
            <a:ext cx="7056000" cy="5940000"/>
          </a:xfrm>
          <a:solidFill>
            <a:schemeClr val="tx2">
              <a:lumMod val="90000"/>
            </a:schemeClr>
          </a:solidFill>
        </p:spPr>
        <p:txBody>
          <a:bodyPr/>
          <a:lstStyle/>
          <a:p>
            <a:r>
              <a:rPr lang="en-US"/>
              <a:t>Click icon to add picture</a:t>
            </a:r>
            <a:endParaRPr lang="en-US" dirty="0"/>
          </a:p>
        </p:txBody>
      </p:sp>
      <p:sp>
        <p:nvSpPr>
          <p:cNvPr id="11" name="Textplatzhalter 9">
            <a:extLst>
              <a:ext uri="{FF2B5EF4-FFF2-40B4-BE49-F238E27FC236}">
                <a16:creationId xmlns:a16="http://schemas.microsoft.com/office/drawing/2014/main" id="{D2F612BB-6DB3-48F4-9220-749BDAAD5D05}"/>
              </a:ext>
            </a:extLst>
          </p:cNvPr>
          <p:cNvSpPr>
            <a:spLocks noGrp="1"/>
          </p:cNvSpPr>
          <p:nvPr>
            <p:ph type="body" sz="quarter" idx="13"/>
          </p:nvPr>
        </p:nvSpPr>
        <p:spPr>
          <a:xfrm>
            <a:off x="7632000" y="1808163"/>
            <a:ext cx="4080575" cy="4131838"/>
          </a:xfrm>
        </p:spPr>
        <p:txBody>
          <a:bodyPr/>
          <a:lstStyle>
            <a:lvl1pPr>
              <a:lnSpc>
                <a:spcPts val="3800"/>
              </a:lnSpc>
              <a:spcAft>
                <a:spcPts val="2400"/>
              </a:spcAft>
              <a:defRPr sz="3800" b="0"/>
            </a:lvl1pPr>
            <a:lvl2pPr marL="0" indent="0">
              <a:buNone/>
              <a:defRPr sz="20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Fußzeilenplatzhalter 1">
            <a:extLst>
              <a:ext uri="{FF2B5EF4-FFF2-40B4-BE49-F238E27FC236}">
                <a16:creationId xmlns:a16="http://schemas.microsoft.com/office/drawing/2014/main" id="{0589E36F-7715-457D-8887-3CAB56AFC0AD}"/>
              </a:ext>
            </a:extLst>
          </p:cNvPr>
          <p:cNvSpPr>
            <a:spLocks noGrp="1"/>
          </p:cNvSpPr>
          <p:nvPr>
            <p:ph type="ftr" sz="quarter" idx="14"/>
          </p:nvPr>
        </p:nvSpPr>
        <p:spPr/>
        <p:txBody>
          <a:bodyPr/>
          <a:lstStyle/>
          <a:p>
            <a:r>
              <a:rPr lang="en-US"/>
              <a:t>Sample Footer Text</a:t>
            </a:r>
          </a:p>
        </p:txBody>
      </p:sp>
    </p:spTree>
    <p:extLst>
      <p:ext uri="{BB962C8B-B14F-4D97-AF65-F5344CB8AC3E}">
        <p14:creationId xmlns:p14="http://schemas.microsoft.com/office/powerpoint/2010/main" val="2670019564"/>
      </p:ext>
    </p:extLst>
  </p:cSld>
  <p:clrMapOvr>
    <a:masterClrMapping/>
  </p:clrMapOvr>
  <p:hf hdr="0"/>
  <p:extLst>
    <p:ext uri="{DCECCB84-F9BA-43D5-87BE-67443E8EF086}">
      <p15:sldGuideLst xmlns:p15="http://schemas.microsoft.com/office/powerpoint/2012/main">
        <p15:guide id="1" orient="horz" pos="1139">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cSld name="Large image + headline 02">
    <p:spTree>
      <p:nvGrpSpPr>
        <p:cNvPr id="1" name=""/>
        <p:cNvGrpSpPr/>
        <p:nvPr/>
      </p:nvGrpSpPr>
      <p:grpSpPr>
        <a:xfrm>
          <a:off x="0" y="0"/>
          <a:ext cx="0" cy="0"/>
          <a:chOff x="0" y="0"/>
          <a:chExt cx="0" cy="0"/>
        </a:xfrm>
      </p:grpSpPr>
      <p:sp>
        <p:nvSpPr>
          <p:cNvPr id="6" name="Foliennummernplatzhalter 5">
            <a:extLst>
              <a:ext uri="{FF2B5EF4-FFF2-40B4-BE49-F238E27FC236}">
                <a16:creationId xmlns:a16="http://schemas.microsoft.com/office/drawing/2014/main" id="{901E388C-6A4B-4AA3-B573-6AE8043CAA97}"/>
              </a:ext>
            </a:extLst>
          </p:cNvPr>
          <p:cNvSpPr>
            <a:spLocks noGrp="1"/>
          </p:cNvSpPr>
          <p:nvPr>
            <p:ph type="sldNum" sz="quarter" idx="11"/>
          </p:nvPr>
        </p:nvSpPr>
        <p:spPr/>
        <p:txBody>
          <a:bodyPr/>
          <a:lstStyle/>
          <a:p>
            <a:fld id="{DDF60B60-82CA-4BB9-BA6E-A62FADF2374B}" type="slidenum">
              <a:rPr lang="en-US" smtClean="0"/>
              <a:t>‹#›</a:t>
            </a:fld>
            <a:endParaRPr lang="en-US"/>
          </a:p>
        </p:txBody>
      </p:sp>
      <p:sp>
        <p:nvSpPr>
          <p:cNvPr id="8" name="Textplatzhalter 4">
            <a:extLst>
              <a:ext uri="{FF2B5EF4-FFF2-40B4-BE49-F238E27FC236}">
                <a16:creationId xmlns:a16="http://schemas.microsoft.com/office/drawing/2014/main" id="{E0780CC6-0AAA-43D9-B97A-2EF6ED7D8C4B}"/>
              </a:ext>
            </a:extLst>
          </p:cNvPr>
          <p:cNvSpPr>
            <a:spLocks noGrp="1"/>
          </p:cNvSpPr>
          <p:nvPr>
            <p:ph type="body" sz="quarter" idx="12" hasCustomPrompt="1"/>
          </p:nvPr>
        </p:nvSpPr>
        <p:spPr>
          <a:xfrm>
            <a:off x="479425" y="476250"/>
            <a:ext cx="3600450" cy="252000"/>
          </a:xfrm>
        </p:spPr>
        <p:txBody>
          <a:bodyPr/>
          <a:lstStyle>
            <a:lvl1pPr>
              <a:defRPr lang="en-US" sz="1100" b="1" kern="1200" cap="all" spc="63" baseline="0" smtClean="0">
                <a:solidFill>
                  <a:schemeClr val="bg1"/>
                </a:solidFill>
                <a:latin typeface="+mn-lt"/>
                <a:ea typeface="+mn-ea"/>
                <a:cs typeface="+mn-cs"/>
              </a:defRPr>
            </a:lvl1pPr>
          </a:lstStyle>
          <a:p>
            <a:pPr lvl="0"/>
            <a:r>
              <a:rPr lang="en-US"/>
              <a:t>Topline goes here</a:t>
            </a:r>
          </a:p>
        </p:txBody>
      </p:sp>
      <p:sp>
        <p:nvSpPr>
          <p:cNvPr id="7" name="Titel 1">
            <a:extLst>
              <a:ext uri="{FF2B5EF4-FFF2-40B4-BE49-F238E27FC236}">
                <a16:creationId xmlns:a16="http://schemas.microsoft.com/office/drawing/2014/main" id="{A3F8960E-E537-4E49-AC42-4DEBF27F46A6}"/>
              </a:ext>
            </a:extLst>
          </p:cNvPr>
          <p:cNvSpPr>
            <a:spLocks noGrp="1"/>
          </p:cNvSpPr>
          <p:nvPr>
            <p:ph type="title"/>
          </p:nvPr>
        </p:nvSpPr>
        <p:spPr>
          <a:xfrm>
            <a:off x="479424" y="873125"/>
            <a:ext cx="3600451" cy="1439863"/>
          </a:xfrm>
        </p:spPr>
        <p:txBody>
          <a:bodyPr/>
          <a:lstStyle/>
          <a:p>
            <a:r>
              <a:rPr lang="en-US"/>
              <a:t>Click to edit Master title style</a:t>
            </a:r>
            <a:endParaRPr lang="en-US" dirty="0"/>
          </a:p>
        </p:txBody>
      </p:sp>
      <p:sp>
        <p:nvSpPr>
          <p:cNvPr id="5" name="Bildplatzhalter 6">
            <a:extLst>
              <a:ext uri="{FF2B5EF4-FFF2-40B4-BE49-F238E27FC236}">
                <a16:creationId xmlns:a16="http://schemas.microsoft.com/office/drawing/2014/main" id="{56AD9E6D-63E1-41E1-8A4D-9A2F8102A993}"/>
              </a:ext>
              <a:ext uri="{C183D7F6-B498-43B3-948B-1728B52AA6E4}">
                <adec:decorative xmlns:adec="http://schemas.microsoft.com/office/drawing/2017/decorative" val="1"/>
              </a:ext>
            </a:extLst>
          </p:cNvPr>
          <p:cNvSpPr>
            <a:spLocks noGrp="1"/>
          </p:cNvSpPr>
          <p:nvPr>
            <p:ph type="pic" sz="quarter" idx="13"/>
          </p:nvPr>
        </p:nvSpPr>
        <p:spPr>
          <a:xfrm>
            <a:off x="4295775" y="-1"/>
            <a:ext cx="7896225" cy="4968000"/>
          </a:xfrm>
          <a:solidFill>
            <a:schemeClr val="tx2"/>
          </a:solidFill>
        </p:spPr>
        <p:txBody>
          <a:bodyPr/>
          <a:lstStyle/>
          <a:p>
            <a:r>
              <a:rPr lang="en-US"/>
              <a:t>Click icon to add picture</a:t>
            </a:r>
            <a:endParaRPr lang="en-US" dirty="0"/>
          </a:p>
        </p:txBody>
      </p:sp>
      <p:sp>
        <p:nvSpPr>
          <p:cNvPr id="9" name="Textplatzhalter 9">
            <a:extLst>
              <a:ext uri="{FF2B5EF4-FFF2-40B4-BE49-F238E27FC236}">
                <a16:creationId xmlns:a16="http://schemas.microsoft.com/office/drawing/2014/main" id="{73B815B3-09D1-4001-B105-D9E1330B1B62}"/>
              </a:ext>
            </a:extLst>
          </p:cNvPr>
          <p:cNvSpPr>
            <a:spLocks noGrp="1"/>
          </p:cNvSpPr>
          <p:nvPr>
            <p:ph type="body" sz="quarter" idx="14"/>
          </p:nvPr>
        </p:nvSpPr>
        <p:spPr>
          <a:xfrm>
            <a:off x="479426" y="2563200"/>
            <a:ext cx="3600449" cy="2404799"/>
          </a:xfrm>
        </p:spPr>
        <p:txBody>
          <a:bodyPr anchor="b" anchorCtr="0"/>
          <a:lstStyle>
            <a:lvl1pPr>
              <a:defRPr sz="1600" b="1"/>
            </a:lvl1pPr>
            <a:lvl2pPr marL="0" indent="0">
              <a:buNone/>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Bildplatzhalter 9">
            <a:extLst>
              <a:ext uri="{FF2B5EF4-FFF2-40B4-BE49-F238E27FC236}">
                <a16:creationId xmlns:a16="http://schemas.microsoft.com/office/drawing/2014/main" id="{CEB6A8EB-A666-4A27-9824-30E6CEF93D5D}"/>
              </a:ext>
              <a:ext uri="{C183D7F6-B498-43B3-948B-1728B52AA6E4}">
                <adec:decorative xmlns:adec="http://schemas.microsoft.com/office/drawing/2017/decorative" val="1"/>
              </a:ext>
            </a:extLst>
          </p:cNvPr>
          <p:cNvSpPr>
            <a:spLocks noGrp="1"/>
          </p:cNvSpPr>
          <p:nvPr>
            <p:ph type="pic" sz="quarter" idx="17"/>
          </p:nvPr>
        </p:nvSpPr>
        <p:spPr>
          <a:xfrm>
            <a:off x="10692000" y="504000"/>
            <a:ext cx="1018800" cy="252000"/>
          </a:xfrm>
          <a:blipFill>
            <a:blip r:embed="rId2">
              <a:extLst>
                <a:ext uri="{96DAC541-7B7A-43D3-8B79-37D633B846F1}">
                  <asvg:svgBlip xmlns:asvg="http://schemas.microsoft.com/office/drawing/2016/SVG/main" r:embed="rId3"/>
                </a:ext>
              </a:extLst>
            </a:blip>
            <a:stretch>
              <a:fillRect/>
            </a:stretch>
          </a:blipFill>
        </p:spPr>
        <p:txBody>
          <a:bodyPr/>
          <a:lstStyle>
            <a:lvl1pPr>
              <a:defRPr sz="800">
                <a:solidFill>
                  <a:schemeClr val="tx1">
                    <a:alpha val="0"/>
                  </a:schemeClr>
                </a:solidFill>
              </a:defRPr>
            </a:lvl1pPr>
          </a:lstStyle>
          <a:p>
            <a:r>
              <a:rPr lang="en-US"/>
              <a:t>Click icon to add picture</a:t>
            </a:r>
            <a:endParaRPr lang="en-US" dirty="0"/>
          </a:p>
        </p:txBody>
      </p:sp>
      <p:sp>
        <p:nvSpPr>
          <p:cNvPr id="2" name="Fußzeilenplatzhalter 1">
            <a:extLst>
              <a:ext uri="{FF2B5EF4-FFF2-40B4-BE49-F238E27FC236}">
                <a16:creationId xmlns:a16="http://schemas.microsoft.com/office/drawing/2014/main" id="{5D691213-0404-49EC-B501-4C4965B48592}"/>
              </a:ext>
            </a:extLst>
          </p:cNvPr>
          <p:cNvSpPr>
            <a:spLocks noGrp="1"/>
          </p:cNvSpPr>
          <p:nvPr>
            <p:ph type="ftr" sz="quarter" idx="18"/>
          </p:nvPr>
        </p:nvSpPr>
        <p:spPr/>
        <p:txBody>
          <a:bodyPr/>
          <a:lstStyle/>
          <a:p>
            <a:r>
              <a:rPr lang="en-US"/>
              <a:t>Sample Footer Text</a:t>
            </a:r>
          </a:p>
        </p:txBody>
      </p:sp>
    </p:spTree>
    <p:extLst>
      <p:ext uri="{BB962C8B-B14F-4D97-AF65-F5344CB8AC3E}">
        <p14:creationId xmlns:p14="http://schemas.microsoft.com/office/powerpoint/2010/main" val="4072998361"/>
      </p:ext>
    </p:extLst>
  </p:cSld>
  <p:clrMapOvr>
    <a:masterClrMapping/>
  </p:clrMapOvr>
  <p:hf hdr="0"/>
  <p:extLst>
    <p:ext uri="{DCECCB84-F9BA-43D5-87BE-67443E8EF086}">
      <p15:sldGuideLst xmlns:p15="http://schemas.microsoft.com/office/powerpoint/2012/main">
        <p15:guide id="1" orient="horz" pos="1139">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Large image + headline 03">
    <p:spTree>
      <p:nvGrpSpPr>
        <p:cNvPr id="1" name=""/>
        <p:cNvGrpSpPr/>
        <p:nvPr/>
      </p:nvGrpSpPr>
      <p:grpSpPr>
        <a:xfrm>
          <a:off x="0" y="0"/>
          <a:ext cx="0" cy="0"/>
          <a:chOff x="0" y="0"/>
          <a:chExt cx="0" cy="0"/>
        </a:xfrm>
      </p:grpSpPr>
      <p:sp>
        <p:nvSpPr>
          <p:cNvPr id="6" name="Foliennummernplatzhalter 5">
            <a:extLst>
              <a:ext uri="{FF2B5EF4-FFF2-40B4-BE49-F238E27FC236}">
                <a16:creationId xmlns:a16="http://schemas.microsoft.com/office/drawing/2014/main" id="{901E388C-6A4B-4AA3-B573-6AE8043CAA97}"/>
              </a:ext>
            </a:extLst>
          </p:cNvPr>
          <p:cNvSpPr>
            <a:spLocks noGrp="1"/>
          </p:cNvSpPr>
          <p:nvPr>
            <p:ph type="sldNum" sz="quarter" idx="11"/>
          </p:nvPr>
        </p:nvSpPr>
        <p:spPr/>
        <p:txBody>
          <a:bodyPr/>
          <a:lstStyle>
            <a:lvl1pPr>
              <a:defRPr>
                <a:solidFill>
                  <a:schemeClr val="tx1"/>
                </a:solidFill>
              </a:defRPr>
            </a:lvl1pPr>
          </a:lstStyle>
          <a:p>
            <a:fld id="{DDF60B60-82CA-4BB9-BA6E-A62FADF2374B}" type="slidenum">
              <a:rPr lang="en-US" smtClean="0"/>
              <a:t>‹#›</a:t>
            </a:fld>
            <a:endParaRPr lang="en-US"/>
          </a:p>
        </p:txBody>
      </p:sp>
      <p:sp>
        <p:nvSpPr>
          <p:cNvPr id="8" name="Textplatzhalter 4">
            <a:extLst>
              <a:ext uri="{FF2B5EF4-FFF2-40B4-BE49-F238E27FC236}">
                <a16:creationId xmlns:a16="http://schemas.microsoft.com/office/drawing/2014/main" id="{DB4B0E92-1B2C-41F7-B669-32B6FD56635A}"/>
              </a:ext>
            </a:extLst>
          </p:cNvPr>
          <p:cNvSpPr>
            <a:spLocks noGrp="1"/>
          </p:cNvSpPr>
          <p:nvPr>
            <p:ph type="body" sz="quarter" idx="12" hasCustomPrompt="1"/>
          </p:nvPr>
        </p:nvSpPr>
        <p:spPr>
          <a:xfrm>
            <a:off x="479425" y="476250"/>
            <a:ext cx="3600450" cy="252000"/>
          </a:xfrm>
        </p:spPr>
        <p:txBody>
          <a:bodyPr/>
          <a:lstStyle>
            <a:lvl1pPr>
              <a:defRPr lang="en-US" sz="1100" b="1" kern="1200" cap="all" spc="63" baseline="0" smtClean="0">
                <a:solidFill>
                  <a:schemeClr val="bg1"/>
                </a:solidFill>
                <a:latin typeface="+mn-lt"/>
                <a:ea typeface="+mn-ea"/>
                <a:cs typeface="+mn-cs"/>
              </a:defRPr>
            </a:lvl1pPr>
          </a:lstStyle>
          <a:p>
            <a:pPr lvl="0"/>
            <a:r>
              <a:rPr lang="en-US"/>
              <a:t>Topline goes here</a:t>
            </a:r>
          </a:p>
        </p:txBody>
      </p:sp>
      <p:sp>
        <p:nvSpPr>
          <p:cNvPr id="9" name="Textplatzhalter 9">
            <a:extLst>
              <a:ext uri="{FF2B5EF4-FFF2-40B4-BE49-F238E27FC236}">
                <a16:creationId xmlns:a16="http://schemas.microsoft.com/office/drawing/2014/main" id="{73B815B3-09D1-4001-B105-D9E1330B1B62}"/>
              </a:ext>
            </a:extLst>
          </p:cNvPr>
          <p:cNvSpPr>
            <a:spLocks noGrp="1"/>
          </p:cNvSpPr>
          <p:nvPr>
            <p:ph type="body" sz="quarter" idx="14"/>
          </p:nvPr>
        </p:nvSpPr>
        <p:spPr>
          <a:xfrm>
            <a:off x="479426" y="3168000"/>
            <a:ext cx="3600449" cy="2997850"/>
          </a:xfrm>
        </p:spPr>
        <p:txBody>
          <a:bodyPr anchor="t" anchorCtr="0"/>
          <a:lstStyle>
            <a:lvl1pPr>
              <a:defRPr sz="1600" b="1"/>
            </a:lvl1pPr>
            <a:lvl2pPr marL="0" indent="0">
              <a:buNone/>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Bildplatzhalter 6">
            <a:extLst>
              <a:ext uri="{FF2B5EF4-FFF2-40B4-BE49-F238E27FC236}">
                <a16:creationId xmlns:a16="http://schemas.microsoft.com/office/drawing/2014/main" id="{56AD9E6D-63E1-41E1-8A4D-9A2F8102A993}"/>
              </a:ext>
              <a:ext uri="{C183D7F6-B498-43B3-948B-1728B52AA6E4}">
                <adec:decorative xmlns:adec="http://schemas.microsoft.com/office/drawing/2017/decorative" val="1"/>
              </a:ext>
            </a:extLst>
          </p:cNvPr>
          <p:cNvSpPr>
            <a:spLocks noGrp="1"/>
          </p:cNvSpPr>
          <p:nvPr>
            <p:ph type="pic" sz="quarter" idx="13"/>
          </p:nvPr>
        </p:nvSpPr>
        <p:spPr>
          <a:xfrm>
            <a:off x="5988050" y="1008001"/>
            <a:ext cx="6203950" cy="5850000"/>
          </a:xfrm>
          <a:solidFill>
            <a:schemeClr val="tx2"/>
          </a:solidFill>
        </p:spPr>
        <p:txBody>
          <a:bodyPr/>
          <a:lstStyle/>
          <a:p>
            <a:r>
              <a:rPr lang="en-US"/>
              <a:t>Click icon to add picture</a:t>
            </a:r>
            <a:endParaRPr lang="en-US" dirty="0"/>
          </a:p>
        </p:txBody>
      </p:sp>
      <p:sp>
        <p:nvSpPr>
          <p:cNvPr id="7" name="Titel 1">
            <a:extLst>
              <a:ext uri="{FF2B5EF4-FFF2-40B4-BE49-F238E27FC236}">
                <a16:creationId xmlns:a16="http://schemas.microsoft.com/office/drawing/2014/main" id="{A3F8960E-E537-4E49-AC42-4DEBF27F46A6}"/>
              </a:ext>
            </a:extLst>
          </p:cNvPr>
          <p:cNvSpPr>
            <a:spLocks noGrp="1"/>
          </p:cNvSpPr>
          <p:nvPr>
            <p:ph type="title"/>
          </p:nvPr>
        </p:nvSpPr>
        <p:spPr>
          <a:xfrm>
            <a:off x="479424" y="873125"/>
            <a:ext cx="3600451" cy="1439863"/>
          </a:xfrm>
        </p:spPr>
        <p:txBody>
          <a:bodyPr/>
          <a:lstStyle/>
          <a:p>
            <a:r>
              <a:rPr lang="en-US"/>
              <a:t>Click to edit Master title style</a:t>
            </a:r>
            <a:endParaRPr lang="en-US" dirty="0"/>
          </a:p>
        </p:txBody>
      </p:sp>
      <p:sp>
        <p:nvSpPr>
          <p:cNvPr id="2" name="Fußzeilenplatzhalter 1">
            <a:extLst>
              <a:ext uri="{FF2B5EF4-FFF2-40B4-BE49-F238E27FC236}">
                <a16:creationId xmlns:a16="http://schemas.microsoft.com/office/drawing/2014/main" id="{5D691213-0404-49EC-B501-4C4965B48592}"/>
              </a:ext>
            </a:extLst>
          </p:cNvPr>
          <p:cNvSpPr>
            <a:spLocks noGrp="1"/>
          </p:cNvSpPr>
          <p:nvPr>
            <p:ph type="ftr" sz="quarter" idx="18"/>
          </p:nvPr>
        </p:nvSpPr>
        <p:spPr/>
        <p:txBody>
          <a:bodyPr/>
          <a:lstStyle/>
          <a:p>
            <a:r>
              <a:rPr lang="en-US"/>
              <a:t>Sample Footer Text</a:t>
            </a:r>
          </a:p>
        </p:txBody>
      </p:sp>
    </p:spTree>
    <p:extLst>
      <p:ext uri="{BB962C8B-B14F-4D97-AF65-F5344CB8AC3E}">
        <p14:creationId xmlns:p14="http://schemas.microsoft.com/office/powerpoint/2010/main" val="2511025583"/>
      </p:ext>
    </p:extLst>
  </p:cSld>
  <p:clrMapOvr>
    <a:masterClrMapping/>
  </p:clrMapOvr>
  <p:hf hdr="0"/>
  <p:extLst>
    <p:ext uri="{DCECCB84-F9BA-43D5-87BE-67443E8EF086}">
      <p15:sldGuideLst xmlns:p15="http://schemas.microsoft.com/office/powerpoint/2012/main">
        <p15:guide id="1" orient="horz" pos="1139">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2 Columns">
    <p:spTree>
      <p:nvGrpSpPr>
        <p:cNvPr id="1" name=""/>
        <p:cNvGrpSpPr/>
        <p:nvPr/>
      </p:nvGrpSpPr>
      <p:grpSpPr>
        <a:xfrm>
          <a:off x="0" y="0"/>
          <a:ext cx="0" cy="0"/>
          <a:chOff x="0" y="0"/>
          <a:chExt cx="0" cy="0"/>
        </a:xfrm>
      </p:grpSpPr>
      <p:sp>
        <p:nvSpPr>
          <p:cNvPr id="6" name="Foliennummernplatzhalter 5">
            <a:extLst>
              <a:ext uri="{FF2B5EF4-FFF2-40B4-BE49-F238E27FC236}">
                <a16:creationId xmlns:a16="http://schemas.microsoft.com/office/drawing/2014/main" id="{B49D2575-F934-4AA7-8FDB-F583B1E8E3AA}"/>
              </a:ext>
            </a:extLst>
          </p:cNvPr>
          <p:cNvSpPr>
            <a:spLocks noGrp="1"/>
          </p:cNvSpPr>
          <p:nvPr>
            <p:ph type="sldNum" sz="quarter" idx="11"/>
          </p:nvPr>
        </p:nvSpPr>
        <p:spPr/>
        <p:txBody>
          <a:bodyPr/>
          <a:lstStyle/>
          <a:p>
            <a:fld id="{DDF60B60-82CA-4BB9-BA6E-A62FADF2374B}" type="slidenum">
              <a:rPr lang="en-US" smtClean="0"/>
              <a:t>‹#›</a:t>
            </a:fld>
            <a:endParaRPr lang="en-US"/>
          </a:p>
        </p:txBody>
      </p:sp>
      <p:sp>
        <p:nvSpPr>
          <p:cNvPr id="7" name="Textplatzhalter 4">
            <a:extLst>
              <a:ext uri="{FF2B5EF4-FFF2-40B4-BE49-F238E27FC236}">
                <a16:creationId xmlns:a16="http://schemas.microsoft.com/office/drawing/2014/main" id="{7A1C0ECB-E7FD-4CFC-BB65-99367A5A0F32}"/>
              </a:ext>
            </a:extLst>
          </p:cNvPr>
          <p:cNvSpPr>
            <a:spLocks noGrp="1"/>
          </p:cNvSpPr>
          <p:nvPr>
            <p:ph type="body" sz="quarter" idx="12" hasCustomPrompt="1"/>
          </p:nvPr>
        </p:nvSpPr>
        <p:spPr>
          <a:xfrm>
            <a:off x="479424" y="476250"/>
            <a:ext cx="9324973" cy="252000"/>
          </a:xfrm>
        </p:spPr>
        <p:txBody>
          <a:bodyPr/>
          <a:lstStyle>
            <a:lvl1pPr>
              <a:defRPr lang="en-US" sz="1100" b="1" kern="1200" cap="all" spc="63" baseline="0" smtClean="0">
                <a:solidFill>
                  <a:schemeClr val="bg1"/>
                </a:solidFill>
                <a:latin typeface="+mn-lt"/>
                <a:ea typeface="+mn-ea"/>
                <a:cs typeface="+mn-cs"/>
              </a:defRPr>
            </a:lvl1pPr>
          </a:lstStyle>
          <a:p>
            <a:pPr lvl="0"/>
            <a:r>
              <a:rPr lang="en-US"/>
              <a:t>Topline goes here</a:t>
            </a:r>
          </a:p>
        </p:txBody>
      </p:sp>
      <p:sp>
        <p:nvSpPr>
          <p:cNvPr id="2" name="Titel 1">
            <a:extLst>
              <a:ext uri="{FF2B5EF4-FFF2-40B4-BE49-F238E27FC236}">
                <a16:creationId xmlns:a16="http://schemas.microsoft.com/office/drawing/2014/main" id="{A96D3917-AE3D-4FCF-A7A1-1898AD29193D}"/>
              </a:ext>
            </a:extLst>
          </p:cNvPr>
          <p:cNvSpPr>
            <a:spLocks noGrp="1"/>
          </p:cNvSpPr>
          <p:nvPr>
            <p:ph type="title"/>
          </p:nvPr>
        </p:nvSpPr>
        <p:spPr/>
        <p:txBody>
          <a:bodyPr/>
          <a:lstStyle/>
          <a:p>
            <a:r>
              <a:rPr lang="en-US"/>
              <a:t>Click to edit Master title style</a:t>
            </a:r>
            <a:endParaRPr lang="en-US" dirty="0"/>
          </a:p>
        </p:txBody>
      </p:sp>
      <p:sp>
        <p:nvSpPr>
          <p:cNvPr id="3" name="Inhaltsplatzhalter 2">
            <a:extLst>
              <a:ext uri="{FF2B5EF4-FFF2-40B4-BE49-F238E27FC236}">
                <a16:creationId xmlns:a16="http://schemas.microsoft.com/office/drawing/2014/main" id="{EBEE051C-6EF3-470E-8A6F-3ACCAEC2B8D9}"/>
              </a:ext>
            </a:extLst>
          </p:cNvPr>
          <p:cNvSpPr>
            <a:spLocks noGrp="1"/>
          </p:cNvSpPr>
          <p:nvPr>
            <p:ph sz="half" idx="1"/>
          </p:nvPr>
        </p:nvSpPr>
        <p:spPr>
          <a:xfrm>
            <a:off x="479424" y="1808163"/>
            <a:ext cx="5508625" cy="4357687"/>
          </a:xfrm>
        </p:spPr>
        <p:txBody>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Inhaltsplatzhalter 3">
            <a:extLst>
              <a:ext uri="{FF2B5EF4-FFF2-40B4-BE49-F238E27FC236}">
                <a16:creationId xmlns:a16="http://schemas.microsoft.com/office/drawing/2014/main" id="{54F1D8F2-5ECC-4655-A1DA-16D1D9E2965D}"/>
              </a:ext>
            </a:extLst>
          </p:cNvPr>
          <p:cNvSpPr>
            <a:spLocks noGrp="1"/>
          </p:cNvSpPr>
          <p:nvPr>
            <p:ph sz="half" idx="2"/>
          </p:nvPr>
        </p:nvSpPr>
        <p:spPr>
          <a:xfrm>
            <a:off x="6203950" y="1808163"/>
            <a:ext cx="5508625" cy="4357687"/>
          </a:xfrm>
        </p:spPr>
        <p:txBody>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ußzeilenplatzhalter 4">
            <a:extLst>
              <a:ext uri="{FF2B5EF4-FFF2-40B4-BE49-F238E27FC236}">
                <a16:creationId xmlns:a16="http://schemas.microsoft.com/office/drawing/2014/main" id="{104BDB62-A86B-4312-84AC-605A043A529A}"/>
              </a:ext>
            </a:extLst>
          </p:cNvPr>
          <p:cNvSpPr>
            <a:spLocks noGrp="1"/>
          </p:cNvSpPr>
          <p:nvPr>
            <p:ph type="ftr" sz="quarter" idx="10"/>
          </p:nvPr>
        </p:nvSpPr>
        <p:spPr/>
        <p:txBody>
          <a:bodyPr/>
          <a:lstStyle/>
          <a:p>
            <a:r>
              <a:rPr lang="en-US"/>
              <a:t>Sample Footer Text</a:t>
            </a:r>
          </a:p>
        </p:txBody>
      </p:sp>
    </p:spTree>
    <p:extLst>
      <p:ext uri="{BB962C8B-B14F-4D97-AF65-F5344CB8AC3E}">
        <p14:creationId xmlns:p14="http://schemas.microsoft.com/office/powerpoint/2010/main" val="4124505201"/>
      </p:ext>
    </p:extLst>
  </p:cSld>
  <p:clrMapOvr>
    <a:masterClrMapping/>
  </p:clrMapOvr>
  <p:hf hdr="0"/>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3 Columns">
    <p:spTree>
      <p:nvGrpSpPr>
        <p:cNvPr id="1" name=""/>
        <p:cNvGrpSpPr/>
        <p:nvPr/>
      </p:nvGrpSpPr>
      <p:grpSpPr>
        <a:xfrm>
          <a:off x="0" y="0"/>
          <a:ext cx="0" cy="0"/>
          <a:chOff x="0" y="0"/>
          <a:chExt cx="0" cy="0"/>
        </a:xfrm>
      </p:grpSpPr>
      <p:sp>
        <p:nvSpPr>
          <p:cNvPr id="9" name="Foliennummernplatzhalter 8">
            <a:extLst>
              <a:ext uri="{FF2B5EF4-FFF2-40B4-BE49-F238E27FC236}">
                <a16:creationId xmlns:a16="http://schemas.microsoft.com/office/drawing/2014/main" id="{4AE807FE-5BC5-4806-B587-BCDD6C4B1764}"/>
              </a:ext>
            </a:extLst>
          </p:cNvPr>
          <p:cNvSpPr>
            <a:spLocks noGrp="1"/>
          </p:cNvSpPr>
          <p:nvPr>
            <p:ph type="sldNum" sz="quarter" idx="15"/>
          </p:nvPr>
        </p:nvSpPr>
        <p:spPr/>
        <p:txBody>
          <a:bodyPr/>
          <a:lstStyle/>
          <a:p>
            <a:fld id="{DDF60B60-82CA-4BB9-BA6E-A62FADF2374B}" type="slidenum">
              <a:rPr lang="en-US" smtClean="0"/>
              <a:t>‹#›</a:t>
            </a:fld>
            <a:endParaRPr lang="en-US"/>
          </a:p>
        </p:txBody>
      </p:sp>
      <p:sp>
        <p:nvSpPr>
          <p:cNvPr id="10" name="Textplatzhalter 4">
            <a:extLst>
              <a:ext uri="{FF2B5EF4-FFF2-40B4-BE49-F238E27FC236}">
                <a16:creationId xmlns:a16="http://schemas.microsoft.com/office/drawing/2014/main" id="{8D43DDA6-9E28-4292-8A58-91764D9BF32A}"/>
              </a:ext>
            </a:extLst>
          </p:cNvPr>
          <p:cNvSpPr>
            <a:spLocks noGrp="1"/>
          </p:cNvSpPr>
          <p:nvPr>
            <p:ph type="body" sz="quarter" idx="12" hasCustomPrompt="1"/>
          </p:nvPr>
        </p:nvSpPr>
        <p:spPr>
          <a:xfrm>
            <a:off x="479424" y="476250"/>
            <a:ext cx="9324973" cy="252000"/>
          </a:xfrm>
        </p:spPr>
        <p:txBody>
          <a:bodyPr/>
          <a:lstStyle>
            <a:lvl1pPr>
              <a:defRPr lang="en-US" sz="1100" b="1" kern="1200" cap="all" spc="63" baseline="0" smtClean="0">
                <a:solidFill>
                  <a:schemeClr val="bg1"/>
                </a:solidFill>
                <a:latin typeface="+mn-lt"/>
                <a:ea typeface="+mn-ea"/>
                <a:cs typeface="+mn-cs"/>
              </a:defRPr>
            </a:lvl1pPr>
          </a:lstStyle>
          <a:p>
            <a:pPr lvl="0"/>
            <a:r>
              <a:rPr lang="en-US"/>
              <a:t>Topline goes here</a:t>
            </a:r>
          </a:p>
        </p:txBody>
      </p:sp>
      <p:sp>
        <p:nvSpPr>
          <p:cNvPr id="2" name="Titel 1">
            <a:extLst>
              <a:ext uri="{FF2B5EF4-FFF2-40B4-BE49-F238E27FC236}">
                <a16:creationId xmlns:a16="http://schemas.microsoft.com/office/drawing/2014/main" id="{A96D3917-AE3D-4FCF-A7A1-1898AD29193D}"/>
              </a:ext>
            </a:extLst>
          </p:cNvPr>
          <p:cNvSpPr>
            <a:spLocks noGrp="1"/>
          </p:cNvSpPr>
          <p:nvPr>
            <p:ph type="title"/>
          </p:nvPr>
        </p:nvSpPr>
        <p:spPr>
          <a:xfrm>
            <a:off x="479427" y="875309"/>
            <a:ext cx="9324974" cy="932854"/>
          </a:xfrm>
        </p:spPr>
        <p:txBody>
          <a:bodyPr/>
          <a:lstStyle/>
          <a:p>
            <a:r>
              <a:rPr lang="en-US"/>
              <a:t>Click to edit Master title style</a:t>
            </a:r>
            <a:endParaRPr lang="en-US" dirty="0"/>
          </a:p>
        </p:txBody>
      </p:sp>
      <p:sp>
        <p:nvSpPr>
          <p:cNvPr id="8" name="Fußzeilenplatzhalter 7">
            <a:extLst>
              <a:ext uri="{FF2B5EF4-FFF2-40B4-BE49-F238E27FC236}">
                <a16:creationId xmlns:a16="http://schemas.microsoft.com/office/drawing/2014/main" id="{AF5DC0C1-41FA-4470-BBAC-3017E7C9FBEC}"/>
              </a:ext>
            </a:extLst>
          </p:cNvPr>
          <p:cNvSpPr>
            <a:spLocks noGrp="1"/>
          </p:cNvSpPr>
          <p:nvPr>
            <p:ph type="ftr" sz="quarter" idx="14"/>
          </p:nvPr>
        </p:nvSpPr>
        <p:spPr/>
        <p:txBody>
          <a:bodyPr/>
          <a:lstStyle/>
          <a:p>
            <a:r>
              <a:rPr lang="en-US"/>
              <a:t>Sample Footer Text</a:t>
            </a:r>
          </a:p>
        </p:txBody>
      </p:sp>
      <p:sp>
        <p:nvSpPr>
          <p:cNvPr id="12" name="Inhaltsplatzhalter 2">
            <a:extLst>
              <a:ext uri="{FF2B5EF4-FFF2-40B4-BE49-F238E27FC236}">
                <a16:creationId xmlns:a16="http://schemas.microsoft.com/office/drawing/2014/main" id="{89B1D163-4D8D-4A72-A40F-8C4E4706607F}"/>
              </a:ext>
            </a:extLst>
          </p:cNvPr>
          <p:cNvSpPr>
            <a:spLocks noGrp="1"/>
          </p:cNvSpPr>
          <p:nvPr>
            <p:ph sz="half" idx="1"/>
          </p:nvPr>
        </p:nvSpPr>
        <p:spPr>
          <a:xfrm>
            <a:off x="479424" y="1808163"/>
            <a:ext cx="3600451" cy="4357687"/>
          </a:xfrm>
        </p:spPr>
        <p:txBody>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Inhaltsplatzhalter 3">
            <a:extLst>
              <a:ext uri="{FF2B5EF4-FFF2-40B4-BE49-F238E27FC236}">
                <a16:creationId xmlns:a16="http://schemas.microsoft.com/office/drawing/2014/main" id="{DE0FC12B-A1E5-42CC-96D8-0293C92008BC}"/>
              </a:ext>
            </a:extLst>
          </p:cNvPr>
          <p:cNvSpPr>
            <a:spLocks noGrp="1"/>
          </p:cNvSpPr>
          <p:nvPr>
            <p:ph sz="half" idx="2"/>
          </p:nvPr>
        </p:nvSpPr>
        <p:spPr>
          <a:xfrm>
            <a:off x="4295776" y="1808163"/>
            <a:ext cx="3600449" cy="4357687"/>
          </a:xfrm>
        </p:spPr>
        <p:txBody>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Inhaltsplatzhalter 3">
            <a:extLst>
              <a:ext uri="{FF2B5EF4-FFF2-40B4-BE49-F238E27FC236}">
                <a16:creationId xmlns:a16="http://schemas.microsoft.com/office/drawing/2014/main" id="{6A50DEAB-0BFD-4146-B54A-21CD06E1B0F4}"/>
              </a:ext>
            </a:extLst>
          </p:cNvPr>
          <p:cNvSpPr>
            <a:spLocks noGrp="1"/>
          </p:cNvSpPr>
          <p:nvPr>
            <p:ph sz="half" idx="16"/>
          </p:nvPr>
        </p:nvSpPr>
        <p:spPr>
          <a:xfrm>
            <a:off x="8112126" y="1808163"/>
            <a:ext cx="3600449" cy="4357687"/>
          </a:xfrm>
        </p:spPr>
        <p:txBody>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31274212"/>
      </p:ext>
    </p:extLst>
  </p:cSld>
  <p:clrMapOvr>
    <a:masterClrMapping/>
  </p:clrMapOvr>
  <p:hf hdr="0"/>
  <p:extLst>
    <p:ext uri="{DCECCB84-F9BA-43D5-87BE-67443E8EF086}">
      <p15:sldGuideLst xmlns:p15="http://schemas.microsoft.com/office/powerpoint/2012/main">
        <p15:guide id="1" orient="horz" pos="1139">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3 Columns + images">
    <p:spTree>
      <p:nvGrpSpPr>
        <p:cNvPr id="1" name=""/>
        <p:cNvGrpSpPr/>
        <p:nvPr/>
      </p:nvGrpSpPr>
      <p:grpSpPr>
        <a:xfrm>
          <a:off x="0" y="0"/>
          <a:ext cx="0" cy="0"/>
          <a:chOff x="0" y="0"/>
          <a:chExt cx="0" cy="0"/>
        </a:xfrm>
      </p:grpSpPr>
      <p:sp>
        <p:nvSpPr>
          <p:cNvPr id="9" name="Foliennummernplatzhalter 8">
            <a:extLst>
              <a:ext uri="{FF2B5EF4-FFF2-40B4-BE49-F238E27FC236}">
                <a16:creationId xmlns:a16="http://schemas.microsoft.com/office/drawing/2014/main" id="{4AE807FE-5BC5-4806-B587-BCDD6C4B1764}"/>
              </a:ext>
            </a:extLst>
          </p:cNvPr>
          <p:cNvSpPr>
            <a:spLocks noGrp="1"/>
          </p:cNvSpPr>
          <p:nvPr>
            <p:ph type="sldNum" sz="quarter" idx="15"/>
          </p:nvPr>
        </p:nvSpPr>
        <p:spPr/>
        <p:txBody>
          <a:bodyPr/>
          <a:lstStyle/>
          <a:p>
            <a:fld id="{DDF60B60-82CA-4BB9-BA6E-A62FADF2374B}" type="slidenum">
              <a:rPr lang="en-US" smtClean="0"/>
              <a:t>‹#›</a:t>
            </a:fld>
            <a:endParaRPr lang="en-US"/>
          </a:p>
        </p:txBody>
      </p:sp>
      <p:sp>
        <p:nvSpPr>
          <p:cNvPr id="15" name="Textplatzhalter 4">
            <a:extLst>
              <a:ext uri="{FF2B5EF4-FFF2-40B4-BE49-F238E27FC236}">
                <a16:creationId xmlns:a16="http://schemas.microsoft.com/office/drawing/2014/main" id="{C551487E-C11A-4467-98A1-8C3C5A14A957}"/>
              </a:ext>
            </a:extLst>
          </p:cNvPr>
          <p:cNvSpPr>
            <a:spLocks noGrp="1"/>
          </p:cNvSpPr>
          <p:nvPr>
            <p:ph type="body" sz="quarter" idx="12" hasCustomPrompt="1"/>
          </p:nvPr>
        </p:nvSpPr>
        <p:spPr>
          <a:xfrm>
            <a:off x="479424" y="476250"/>
            <a:ext cx="9324973" cy="252000"/>
          </a:xfrm>
        </p:spPr>
        <p:txBody>
          <a:bodyPr/>
          <a:lstStyle>
            <a:lvl1pPr>
              <a:defRPr lang="en-US" sz="1100" b="1" kern="1200" cap="all" spc="63" baseline="0" smtClean="0">
                <a:solidFill>
                  <a:schemeClr val="bg1"/>
                </a:solidFill>
                <a:latin typeface="+mn-lt"/>
                <a:ea typeface="+mn-ea"/>
                <a:cs typeface="+mn-cs"/>
              </a:defRPr>
            </a:lvl1pPr>
          </a:lstStyle>
          <a:p>
            <a:pPr lvl="0"/>
            <a:r>
              <a:rPr lang="en-US"/>
              <a:t>Topline goes here</a:t>
            </a:r>
          </a:p>
        </p:txBody>
      </p:sp>
      <p:sp>
        <p:nvSpPr>
          <p:cNvPr id="2" name="Titel 1">
            <a:extLst>
              <a:ext uri="{FF2B5EF4-FFF2-40B4-BE49-F238E27FC236}">
                <a16:creationId xmlns:a16="http://schemas.microsoft.com/office/drawing/2014/main" id="{A96D3917-AE3D-4FCF-A7A1-1898AD29193D}"/>
              </a:ext>
            </a:extLst>
          </p:cNvPr>
          <p:cNvSpPr>
            <a:spLocks noGrp="1"/>
          </p:cNvSpPr>
          <p:nvPr>
            <p:ph type="title"/>
          </p:nvPr>
        </p:nvSpPr>
        <p:spPr>
          <a:xfrm>
            <a:off x="479427" y="875309"/>
            <a:ext cx="9324974" cy="932854"/>
          </a:xfrm>
        </p:spPr>
        <p:txBody>
          <a:bodyPr/>
          <a:lstStyle/>
          <a:p>
            <a:r>
              <a:rPr lang="en-US"/>
              <a:t>Click to edit Master title style</a:t>
            </a:r>
            <a:endParaRPr lang="en-US" dirty="0"/>
          </a:p>
        </p:txBody>
      </p:sp>
      <p:sp>
        <p:nvSpPr>
          <p:cNvPr id="4" name="Bildplatzhalter 3">
            <a:extLst>
              <a:ext uri="{FF2B5EF4-FFF2-40B4-BE49-F238E27FC236}">
                <a16:creationId xmlns:a16="http://schemas.microsoft.com/office/drawing/2014/main" id="{7F6E1E7D-62F9-4031-8EDE-4D54A0DCE14F}"/>
              </a:ext>
              <a:ext uri="{C183D7F6-B498-43B3-948B-1728B52AA6E4}">
                <adec:decorative xmlns:adec="http://schemas.microsoft.com/office/drawing/2017/decorative" val="1"/>
              </a:ext>
            </a:extLst>
          </p:cNvPr>
          <p:cNvSpPr>
            <a:spLocks noGrp="1"/>
          </p:cNvSpPr>
          <p:nvPr>
            <p:ph type="pic" sz="quarter" idx="17"/>
          </p:nvPr>
        </p:nvSpPr>
        <p:spPr>
          <a:xfrm>
            <a:off x="479425" y="1808163"/>
            <a:ext cx="3600450" cy="1980000"/>
          </a:xfrm>
          <a:solidFill>
            <a:schemeClr val="tx2">
              <a:lumMod val="90000"/>
            </a:schemeClr>
          </a:solidFill>
        </p:spPr>
        <p:txBody>
          <a:bodyPr/>
          <a:lstStyle/>
          <a:p>
            <a:r>
              <a:rPr lang="en-US"/>
              <a:t>Click icon to add picture</a:t>
            </a:r>
            <a:endParaRPr lang="en-US" dirty="0"/>
          </a:p>
        </p:txBody>
      </p:sp>
      <p:sp>
        <p:nvSpPr>
          <p:cNvPr id="12" name="Inhaltsplatzhalter 2">
            <a:extLst>
              <a:ext uri="{FF2B5EF4-FFF2-40B4-BE49-F238E27FC236}">
                <a16:creationId xmlns:a16="http://schemas.microsoft.com/office/drawing/2014/main" id="{89B1D163-4D8D-4A72-A40F-8C4E4706607F}"/>
              </a:ext>
            </a:extLst>
          </p:cNvPr>
          <p:cNvSpPr>
            <a:spLocks noGrp="1"/>
          </p:cNvSpPr>
          <p:nvPr>
            <p:ph sz="half" idx="1"/>
          </p:nvPr>
        </p:nvSpPr>
        <p:spPr>
          <a:xfrm>
            <a:off x="479424" y="4185851"/>
            <a:ext cx="3600451" cy="1980000"/>
          </a:xfrm>
        </p:spPr>
        <p:txBody>
          <a:bodyPr/>
          <a:lstStyle>
            <a:lvl1pPr>
              <a:defRPr sz="1600" b="1"/>
            </a:lvl1pPr>
            <a:lvl2pPr marL="0" indent="0">
              <a:buNone/>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Bildplatzhalter 3">
            <a:extLst>
              <a:ext uri="{FF2B5EF4-FFF2-40B4-BE49-F238E27FC236}">
                <a16:creationId xmlns:a16="http://schemas.microsoft.com/office/drawing/2014/main" id="{F92E55E2-AF52-4C0E-A959-DF683F5CEFEB}"/>
              </a:ext>
              <a:ext uri="{C183D7F6-B498-43B3-948B-1728B52AA6E4}">
                <adec:decorative xmlns:adec="http://schemas.microsoft.com/office/drawing/2017/decorative" val="1"/>
              </a:ext>
            </a:extLst>
          </p:cNvPr>
          <p:cNvSpPr>
            <a:spLocks noGrp="1"/>
          </p:cNvSpPr>
          <p:nvPr>
            <p:ph type="pic" sz="quarter" idx="18"/>
          </p:nvPr>
        </p:nvSpPr>
        <p:spPr>
          <a:xfrm>
            <a:off x="4295776" y="1808163"/>
            <a:ext cx="3600450" cy="1980000"/>
          </a:xfrm>
          <a:solidFill>
            <a:schemeClr val="tx2">
              <a:lumMod val="90000"/>
            </a:schemeClr>
          </a:solidFill>
        </p:spPr>
        <p:txBody>
          <a:bodyPr/>
          <a:lstStyle/>
          <a:p>
            <a:r>
              <a:rPr lang="en-US"/>
              <a:t>Click icon to add picture</a:t>
            </a:r>
            <a:endParaRPr lang="en-US" dirty="0"/>
          </a:p>
        </p:txBody>
      </p:sp>
      <p:sp>
        <p:nvSpPr>
          <p:cNvPr id="13" name="Inhaltsplatzhalter 3">
            <a:extLst>
              <a:ext uri="{FF2B5EF4-FFF2-40B4-BE49-F238E27FC236}">
                <a16:creationId xmlns:a16="http://schemas.microsoft.com/office/drawing/2014/main" id="{DE0FC12B-A1E5-42CC-96D8-0293C92008BC}"/>
              </a:ext>
            </a:extLst>
          </p:cNvPr>
          <p:cNvSpPr>
            <a:spLocks noGrp="1"/>
          </p:cNvSpPr>
          <p:nvPr>
            <p:ph sz="half" idx="2"/>
          </p:nvPr>
        </p:nvSpPr>
        <p:spPr>
          <a:xfrm>
            <a:off x="4295776" y="4185851"/>
            <a:ext cx="3600449" cy="1980000"/>
          </a:xfrm>
        </p:spPr>
        <p:txBody>
          <a:bodyPr/>
          <a:lstStyle>
            <a:lvl1pPr>
              <a:defRPr sz="1600" b="1"/>
            </a:lvl1pPr>
            <a:lvl2pPr marL="0" indent="0">
              <a:buNone/>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Bildplatzhalter 3">
            <a:extLst>
              <a:ext uri="{FF2B5EF4-FFF2-40B4-BE49-F238E27FC236}">
                <a16:creationId xmlns:a16="http://schemas.microsoft.com/office/drawing/2014/main" id="{34A88299-44D9-4594-9216-B685B545498A}"/>
              </a:ext>
              <a:ext uri="{C183D7F6-B498-43B3-948B-1728B52AA6E4}">
                <adec:decorative xmlns:adec="http://schemas.microsoft.com/office/drawing/2017/decorative" val="1"/>
              </a:ext>
            </a:extLst>
          </p:cNvPr>
          <p:cNvSpPr>
            <a:spLocks noGrp="1"/>
          </p:cNvSpPr>
          <p:nvPr>
            <p:ph type="pic" sz="quarter" idx="19"/>
          </p:nvPr>
        </p:nvSpPr>
        <p:spPr>
          <a:xfrm>
            <a:off x="8112126" y="1808163"/>
            <a:ext cx="3600450" cy="1980000"/>
          </a:xfrm>
          <a:solidFill>
            <a:schemeClr val="tx2">
              <a:lumMod val="90000"/>
            </a:schemeClr>
          </a:solidFill>
        </p:spPr>
        <p:txBody>
          <a:bodyPr/>
          <a:lstStyle/>
          <a:p>
            <a:r>
              <a:rPr lang="en-US"/>
              <a:t>Click icon to add picture</a:t>
            </a:r>
            <a:endParaRPr lang="en-US" dirty="0"/>
          </a:p>
        </p:txBody>
      </p:sp>
      <p:sp>
        <p:nvSpPr>
          <p:cNvPr id="14" name="Inhaltsplatzhalter 3">
            <a:extLst>
              <a:ext uri="{FF2B5EF4-FFF2-40B4-BE49-F238E27FC236}">
                <a16:creationId xmlns:a16="http://schemas.microsoft.com/office/drawing/2014/main" id="{6A50DEAB-0BFD-4146-B54A-21CD06E1B0F4}"/>
              </a:ext>
            </a:extLst>
          </p:cNvPr>
          <p:cNvSpPr>
            <a:spLocks noGrp="1"/>
          </p:cNvSpPr>
          <p:nvPr>
            <p:ph sz="half" idx="16"/>
          </p:nvPr>
        </p:nvSpPr>
        <p:spPr>
          <a:xfrm>
            <a:off x="8112126" y="4185851"/>
            <a:ext cx="3600449" cy="1980000"/>
          </a:xfrm>
        </p:spPr>
        <p:txBody>
          <a:bodyPr/>
          <a:lstStyle>
            <a:lvl1pPr>
              <a:defRPr sz="1600" b="1"/>
            </a:lvl1pPr>
            <a:lvl2pPr marL="0" indent="0">
              <a:buNone/>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ußzeilenplatzhalter 7">
            <a:extLst>
              <a:ext uri="{FF2B5EF4-FFF2-40B4-BE49-F238E27FC236}">
                <a16:creationId xmlns:a16="http://schemas.microsoft.com/office/drawing/2014/main" id="{AF5DC0C1-41FA-4470-BBAC-3017E7C9FBEC}"/>
              </a:ext>
            </a:extLst>
          </p:cNvPr>
          <p:cNvSpPr>
            <a:spLocks noGrp="1"/>
          </p:cNvSpPr>
          <p:nvPr>
            <p:ph type="ftr" sz="quarter" idx="14"/>
          </p:nvPr>
        </p:nvSpPr>
        <p:spPr/>
        <p:txBody>
          <a:bodyPr/>
          <a:lstStyle/>
          <a:p>
            <a:r>
              <a:rPr lang="en-US"/>
              <a:t>Sample Footer Text</a:t>
            </a:r>
          </a:p>
        </p:txBody>
      </p:sp>
    </p:spTree>
    <p:extLst>
      <p:ext uri="{BB962C8B-B14F-4D97-AF65-F5344CB8AC3E}">
        <p14:creationId xmlns:p14="http://schemas.microsoft.com/office/powerpoint/2010/main" val="2851399156"/>
      </p:ext>
    </p:extLst>
  </p:cSld>
  <p:clrMapOvr>
    <a:masterClrMapping/>
  </p:clrMapOvr>
  <p:hf hdr="0"/>
  <p:extLst>
    <p:ext uri="{DCECCB84-F9BA-43D5-87BE-67443E8EF086}">
      <p15:sldGuideLst xmlns:p15="http://schemas.microsoft.com/office/powerpoint/2012/main">
        <p15:guide id="1" orient="horz" pos="1139">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Bold headline + images and text">
    <p:spTree>
      <p:nvGrpSpPr>
        <p:cNvPr id="1" name=""/>
        <p:cNvGrpSpPr/>
        <p:nvPr/>
      </p:nvGrpSpPr>
      <p:grpSpPr>
        <a:xfrm>
          <a:off x="0" y="0"/>
          <a:ext cx="0" cy="0"/>
          <a:chOff x="0" y="0"/>
          <a:chExt cx="0" cy="0"/>
        </a:xfrm>
      </p:grpSpPr>
      <p:sp>
        <p:nvSpPr>
          <p:cNvPr id="6" name="Foliennummernplatzhalter 5">
            <a:extLst>
              <a:ext uri="{FF2B5EF4-FFF2-40B4-BE49-F238E27FC236}">
                <a16:creationId xmlns:a16="http://schemas.microsoft.com/office/drawing/2014/main" id="{901E388C-6A4B-4AA3-B573-6AE8043CAA97}"/>
              </a:ext>
            </a:extLst>
          </p:cNvPr>
          <p:cNvSpPr>
            <a:spLocks noGrp="1"/>
          </p:cNvSpPr>
          <p:nvPr>
            <p:ph type="sldNum" sz="quarter" idx="11"/>
          </p:nvPr>
        </p:nvSpPr>
        <p:spPr/>
        <p:txBody>
          <a:bodyPr/>
          <a:lstStyle>
            <a:lvl1pPr>
              <a:defRPr>
                <a:solidFill>
                  <a:schemeClr val="bg1"/>
                </a:solidFill>
              </a:defRPr>
            </a:lvl1pPr>
          </a:lstStyle>
          <a:p>
            <a:fld id="{DDF60B60-82CA-4BB9-BA6E-A62FADF2374B}" type="slidenum">
              <a:rPr lang="en-US" smtClean="0"/>
              <a:t>‹#›</a:t>
            </a:fld>
            <a:endParaRPr lang="en-US"/>
          </a:p>
        </p:txBody>
      </p:sp>
      <p:sp>
        <p:nvSpPr>
          <p:cNvPr id="12" name="Textplatzhalter 4">
            <a:extLst>
              <a:ext uri="{FF2B5EF4-FFF2-40B4-BE49-F238E27FC236}">
                <a16:creationId xmlns:a16="http://schemas.microsoft.com/office/drawing/2014/main" id="{89F8AF55-CD46-430D-AC56-3428F98D0CCF}"/>
              </a:ext>
            </a:extLst>
          </p:cNvPr>
          <p:cNvSpPr>
            <a:spLocks noGrp="1"/>
          </p:cNvSpPr>
          <p:nvPr>
            <p:ph type="body" sz="quarter" idx="12" hasCustomPrompt="1"/>
          </p:nvPr>
        </p:nvSpPr>
        <p:spPr>
          <a:xfrm>
            <a:off x="479425" y="476250"/>
            <a:ext cx="5508625" cy="252000"/>
          </a:xfrm>
        </p:spPr>
        <p:txBody>
          <a:bodyPr/>
          <a:lstStyle>
            <a:lvl1pPr>
              <a:defRPr lang="en-US" sz="1100" b="1" kern="1200" cap="all" spc="63" baseline="0" smtClean="0">
                <a:solidFill>
                  <a:schemeClr val="bg1"/>
                </a:solidFill>
                <a:latin typeface="+mn-lt"/>
                <a:ea typeface="+mn-ea"/>
                <a:cs typeface="+mn-cs"/>
              </a:defRPr>
            </a:lvl1pPr>
          </a:lstStyle>
          <a:p>
            <a:pPr lvl="0"/>
            <a:r>
              <a:rPr lang="en-US"/>
              <a:t>Topline goes here</a:t>
            </a:r>
          </a:p>
        </p:txBody>
      </p:sp>
      <p:sp>
        <p:nvSpPr>
          <p:cNvPr id="7" name="Titel 1">
            <a:extLst>
              <a:ext uri="{FF2B5EF4-FFF2-40B4-BE49-F238E27FC236}">
                <a16:creationId xmlns:a16="http://schemas.microsoft.com/office/drawing/2014/main" id="{A3F8960E-E537-4E49-AC42-4DEBF27F46A6}"/>
              </a:ext>
            </a:extLst>
          </p:cNvPr>
          <p:cNvSpPr>
            <a:spLocks noGrp="1"/>
          </p:cNvSpPr>
          <p:nvPr>
            <p:ph type="title"/>
          </p:nvPr>
        </p:nvSpPr>
        <p:spPr>
          <a:xfrm>
            <a:off x="479424" y="873125"/>
            <a:ext cx="5508626" cy="1439863"/>
          </a:xfrm>
        </p:spPr>
        <p:txBody>
          <a:bodyPr/>
          <a:lstStyle>
            <a:lvl1pPr>
              <a:lnSpc>
                <a:spcPts val="8500"/>
              </a:lnSpc>
              <a:defRPr sz="8500"/>
            </a:lvl1pPr>
          </a:lstStyle>
          <a:p>
            <a:r>
              <a:rPr lang="en-US"/>
              <a:t>Click to edit Master title style</a:t>
            </a:r>
            <a:endParaRPr lang="en-US" dirty="0"/>
          </a:p>
        </p:txBody>
      </p:sp>
      <p:sp>
        <p:nvSpPr>
          <p:cNvPr id="9" name="Textplatzhalter 9">
            <a:extLst>
              <a:ext uri="{FF2B5EF4-FFF2-40B4-BE49-F238E27FC236}">
                <a16:creationId xmlns:a16="http://schemas.microsoft.com/office/drawing/2014/main" id="{73B815B3-09D1-4001-B105-D9E1330B1B62}"/>
              </a:ext>
            </a:extLst>
          </p:cNvPr>
          <p:cNvSpPr>
            <a:spLocks noGrp="1"/>
          </p:cNvSpPr>
          <p:nvPr>
            <p:ph type="body" sz="quarter" idx="14"/>
          </p:nvPr>
        </p:nvSpPr>
        <p:spPr>
          <a:xfrm>
            <a:off x="479426" y="4176000"/>
            <a:ext cx="3816349" cy="1989850"/>
          </a:xfrm>
        </p:spPr>
        <p:txBody>
          <a:bodyPr anchor="t" anchorCtr="0"/>
          <a:lstStyle>
            <a:lvl1pPr>
              <a:defRPr sz="1600" b="0"/>
            </a:lvl1pPr>
            <a:lvl2pPr marL="0" indent="0">
              <a:buNone/>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Bildplatzhalter 6">
            <a:extLst>
              <a:ext uri="{FF2B5EF4-FFF2-40B4-BE49-F238E27FC236}">
                <a16:creationId xmlns:a16="http://schemas.microsoft.com/office/drawing/2014/main" id="{56AD9E6D-63E1-41E1-8A4D-9A2F8102A993}"/>
              </a:ext>
              <a:ext uri="{C183D7F6-B498-43B3-948B-1728B52AA6E4}">
                <adec:decorative xmlns:adec="http://schemas.microsoft.com/office/drawing/2017/decorative" val="1"/>
              </a:ext>
            </a:extLst>
          </p:cNvPr>
          <p:cNvSpPr>
            <a:spLocks noGrp="1"/>
          </p:cNvSpPr>
          <p:nvPr>
            <p:ph type="pic" sz="quarter" idx="13"/>
          </p:nvPr>
        </p:nvSpPr>
        <p:spPr>
          <a:xfrm>
            <a:off x="6203952" y="1044000"/>
            <a:ext cx="2088000" cy="2232000"/>
          </a:xfrm>
          <a:solidFill>
            <a:schemeClr val="tx2"/>
          </a:solidFill>
        </p:spPr>
        <p:txBody>
          <a:bodyPr/>
          <a:lstStyle/>
          <a:p>
            <a:r>
              <a:rPr lang="en-US"/>
              <a:t>Click icon to add picture</a:t>
            </a:r>
            <a:endParaRPr lang="en-US" dirty="0"/>
          </a:p>
        </p:txBody>
      </p:sp>
      <p:sp>
        <p:nvSpPr>
          <p:cNvPr id="8" name="Textplatzhalter 9">
            <a:extLst>
              <a:ext uri="{FF2B5EF4-FFF2-40B4-BE49-F238E27FC236}">
                <a16:creationId xmlns:a16="http://schemas.microsoft.com/office/drawing/2014/main" id="{3838915D-D3FB-443D-B066-9871FCA0D90C}"/>
              </a:ext>
            </a:extLst>
          </p:cNvPr>
          <p:cNvSpPr>
            <a:spLocks noGrp="1"/>
          </p:cNvSpPr>
          <p:nvPr>
            <p:ph type="body" sz="quarter" idx="19"/>
          </p:nvPr>
        </p:nvSpPr>
        <p:spPr>
          <a:xfrm>
            <a:off x="8640000" y="1044000"/>
            <a:ext cx="2376000" cy="2232000"/>
          </a:xfrm>
        </p:spPr>
        <p:txBody>
          <a:bodyPr anchor="ctr" anchorCtr="0"/>
          <a:lstStyle>
            <a:lvl1pPr>
              <a:defRPr sz="1600" b="0"/>
            </a:lvl1pPr>
            <a:lvl2pPr marL="0" indent="0">
              <a:buNone/>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Bildplatzhalter 6">
            <a:extLst>
              <a:ext uri="{FF2B5EF4-FFF2-40B4-BE49-F238E27FC236}">
                <a16:creationId xmlns:a16="http://schemas.microsoft.com/office/drawing/2014/main" id="{53DA06E5-3D83-444D-925F-F4A41465D64C}"/>
              </a:ext>
              <a:ext uri="{C183D7F6-B498-43B3-948B-1728B52AA6E4}">
                <adec:decorative xmlns:adec="http://schemas.microsoft.com/office/drawing/2017/decorative" val="1"/>
              </a:ext>
            </a:extLst>
          </p:cNvPr>
          <p:cNvSpPr>
            <a:spLocks noGrp="1"/>
          </p:cNvSpPr>
          <p:nvPr>
            <p:ph type="pic" sz="quarter" idx="20"/>
          </p:nvPr>
        </p:nvSpPr>
        <p:spPr>
          <a:xfrm>
            <a:off x="6203952" y="3582001"/>
            <a:ext cx="2088000" cy="2232000"/>
          </a:xfrm>
          <a:solidFill>
            <a:schemeClr val="tx2"/>
          </a:solidFill>
        </p:spPr>
        <p:txBody>
          <a:bodyPr/>
          <a:lstStyle/>
          <a:p>
            <a:r>
              <a:rPr lang="en-US"/>
              <a:t>Click icon to add picture</a:t>
            </a:r>
            <a:endParaRPr lang="en-US" dirty="0"/>
          </a:p>
        </p:txBody>
      </p:sp>
      <p:sp>
        <p:nvSpPr>
          <p:cNvPr id="11" name="Textplatzhalter 9">
            <a:extLst>
              <a:ext uri="{FF2B5EF4-FFF2-40B4-BE49-F238E27FC236}">
                <a16:creationId xmlns:a16="http://schemas.microsoft.com/office/drawing/2014/main" id="{8A4C057F-21D1-4235-9674-D17DA9EE80C1}"/>
              </a:ext>
            </a:extLst>
          </p:cNvPr>
          <p:cNvSpPr>
            <a:spLocks noGrp="1"/>
          </p:cNvSpPr>
          <p:nvPr>
            <p:ph type="body" sz="quarter" idx="21"/>
          </p:nvPr>
        </p:nvSpPr>
        <p:spPr>
          <a:xfrm>
            <a:off x="8640000" y="3582001"/>
            <a:ext cx="2376000" cy="2232000"/>
          </a:xfrm>
        </p:spPr>
        <p:txBody>
          <a:bodyPr anchor="ctr" anchorCtr="0"/>
          <a:lstStyle>
            <a:lvl1pPr>
              <a:defRPr sz="1600" b="0"/>
            </a:lvl1pPr>
            <a:lvl2pPr marL="0" indent="0">
              <a:buNone/>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Fußzeilenplatzhalter 1">
            <a:extLst>
              <a:ext uri="{FF2B5EF4-FFF2-40B4-BE49-F238E27FC236}">
                <a16:creationId xmlns:a16="http://schemas.microsoft.com/office/drawing/2014/main" id="{5D691213-0404-49EC-B501-4C4965B48592}"/>
              </a:ext>
            </a:extLst>
          </p:cNvPr>
          <p:cNvSpPr>
            <a:spLocks noGrp="1"/>
          </p:cNvSpPr>
          <p:nvPr>
            <p:ph type="ftr" sz="quarter" idx="18"/>
          </p:nvPr>
        </p:nvSpPr>
        <p:spPr/>
        <p:txBody>
          <a:bodyPr/>
          <a:lstStyle/>
          <a:p>
            <a:r>
              <a:rPr lang="en-US"/>
              <a:t>Sample Footer Text</a:t>
            </a:r>
          </a:p>
        </p:txBody>
      </p:sp>
    </p:spTree>
    <p:extLst>
      <p:ext uri="{BB962C8B-B14F-4D97-AF65-F5344CB8AC3E}">
        <p14:creationId xmlns:p14="http://schemas.microsoft.com/office/powerpoint/2010/main" val="3342976815"/>
      </p:ext>
    </p:extLst>
  </p:cSld>
  <p:clrMapOvr>
    <a:masterClrMapping/>
  </p:clrMapOvr>
  <p:hf hdr="0"/>
  <p:extLst>
    <p:ext uri="{DCECCB84-F9BA-43D5-87BE-67443E8EF086}">
      <p15:sldGuideLst xmlns:p15="http://schemas.microsoft.com/office/powerpoint/2012/main">
        <p15:guide id="1" orient="horz" pos="1139">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Headline + topline only bold">
    <p:spTree>
      <p:nvGrpSpPr>
        <p:cNvPr id="1" name=""/>
        <p:cNvGrpSpPr/>
        <p:nvPr/>
      </p:nvGrpSpPr>
      <p:grpSpPr>
        <a:xfrm>
          <a:off x="0" y="0"/>
          <a:ext cx="0" cy="0"/>
          <a:chOff x="0" y="0"/>
          <a:chExt cx="0" cy="0"/>
        </a:xfrm>
      </p:grpSpPr>
      <p:sp>
        <p:nvSpPr>
          <p:cNvPr id="7" name="Foliennummernplatzhalter 6">
            <a:extLst>
              <a:ext uri="{FF2B5EF4-FFF2-40B4-BE49-F238E27FC236}">
                <a16:creationId xmlns:a16="http://schemas.microsoft.com/office/drawing/2014/main" id="{B5F45E11-429A-423F-97E9-1B1309F4DB3A}"/>
              </a:ext>
            </a:extLst>
          </p:cNvPr>
          <p:cNvSpPr>
            <a:spLocks noGrp="1"/>
          </p:cNvSpPr>
          <p:nvPr>
            <p:ph type="sldNum" sz="quarter" idx="11"/>
          </p:nvPr>
        </p:nvSpPr>
        <p:spPr/>
        <p:txBody>
          <a:bodyPr/>
          <a:lstStyle/>
          <a:p>
            <a:fld id="{DDF60B60-82CA-4BB9-BA6E-A62FADF2374B}" type="slidenum">
              <a:rPr lang="en-US" smtClean="0"/>
              <a:t>‹#›</a:t>
            </a:fld>
            <a:endParaRPr lang="en-US"/>
          </a:p>
        </p:txBody>
      </p:sp>
      <p:sp>
        <p:nvSpPr>
          <p:cNvPr id="5" name="Textplatzhalter 4">
            <a:extLst>
              <a:ext uri="{FF2B5EF4-FFF2-40B4-BE49-F238E27FC236}">
                <a16:creationId xmlns:a16="http://schemas.microsoft.com/office/drawing/2014/main" id="{08E58946-949A-488B-8C82-A425EDC09E3F}"/>
              </a:ext>
            </a:extLst>
          </p:cNvPr>
          <p:cNvSpPr>
            <a:spLocks noGrp="1"/>
          </p:cNvSpPr>
          <p:nvPr>
            <p:ph type="body" sz="quarter" idx="12" hasCustomPrompt="1"/>
          </p:nvPr>
        </p:nvSpPr>
        <p:spPr>
          <a:xfrm>
            <a:off x="479424" y="476250"/>
            <a:ext cx="9324975" cy="252000"/>
          </a:xfrm>
        </p:spPr>
        <p:txBody>
          <a:bodyPr/>
          <a:lstStyle>
            <a:lvl1pPr>
              <a:defRPr lang="en-US" sz="1100" b="1" kern="1200" cap="all" spc="63" baseline="0" smtClean="0">
                <a:solidFill>
                  <a:schemeClr val="bg1"/>
                </a:solidFill>
                <a:latin typeface="+mn-lt"/>
                <a:ea typeface="+mn-ea"/>
                <a:cs typeface="+mn-cs"/>
              </a:defRPr>
            </a:lvl1pPr>
          </a:lstStyle>
          <a:p>
            <a:pPr lvl="0"/>
            <a:r>
              <a:rPr lang="en-US"/>
              <a:t>Topline goes here</a:t>
            </a:r>
          </a:p>
        </p:txBody>
      </p:sp>
      <p:sp>
        <p:nvSpPr>
          <p:cNvPr id="2" name="Titel 1">
            <a:extLst>
              <a:ext uri="{FF2B5EF4-FFF2-40B4-BE49-F238E27FC236}">
                <a16:creationId xmlns:a16="http://schemas.microsoft.com/office/drawing/2014/main" id="{7FE0FA48-9F47-4B37-94C3-D2CE80E96A54}"/>
              </a:ext>
            </a:extLst>
          </p:cNvPr>
          <p:cNvSpPr>
            <a:spLocks noGrp="1"/>
          </p:cNvSpPr>
          <p:nvPr>
            <p:ph type="title"/>
          </p:nvPr>
        </p:nvSpPr>
        <p:spPr/>
        <p:txBody>
          <a:bodyPr/>
          <a:lstStyle>
            <a:lvl1pPr>
              <a:lnSpc>
                <a:spcPts val="8500"/>
              </a:lnSpc>
              <a:defRPr sz="8500"/>
            </a:lvl1pPr>
          </a:lstStyle>
          <a:p>
            <a:r>
              <a:rPr lang="en-US"/>
              <a:t>Click to edit Master title style</a:t>
            </a:r>
            <a:endParaRPr lang="en-US" dirty="0"/>
          </a:p>
        </p:txBody>
      </p:sp>
      <p:sp>
        <p:nvSpPr>
          <p:cNvPr id="6" name="Fußzeilenplatzhalter 5">
            <a:extLst>
              <a:ext uri="{FF2B5EF4-FFF2-40B4-BE49-F238E27FC236}">
                <a16:creationId xmlns:a16="http://schemas.microsoft.com/office/drawing/2014/main" id="{B12C489F-F019-4419-9172-668E44FC8C23}"/>
              </a:ext>
            </a:extLst>
          </p:cNvPr>
          <p:cNvSpPr>
            <a:spLocks noGrp="1"/>
          </p:cNvSpPr>
          <p:nvPr>
            <p:ph type="ftr" sz="quarter" idx="10"/>
          </p:nvPr>
        </p:nvSpPr>
        <p:spPr/>
        <p:txBody>
          <a:bodyPr/>
          <a:lstStyle/>
          <a:p>
            <a:r>
              <a:rPr lang="en-US"/>
              <a:t>Sample Footer Text</a:t>
            </a:r>
          </a:p>
        </p:txBody>
      </p:sp>
    </p:spTree>
    <p:extLst>
      <p:ext uri="{BB962C8B-B14F-4D97-AF65-F5344CB8AC3E}">
        <p14:creationId xmlns:p14="http://schemas.microsoft.com/office/powerpoint/2010/main" val="2541559446"/>
      </p:ext>
    </p:extLst>
  </p:cSld>
  <p:clrMapOvr>
    <a:masterClrMapping/>
  </p:clrMapOvr>
  <p:hf hdr="0"/>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Contact">
    <p:spTree>
      <p:nvGrpSpPr>
        <p:cNvPr id="1" name=""/>
        <p:cNvGrpSpPr/>
        <p:nvPr/>
      </p:nvGrpSpPr>
      <p:grpSpPr>
        <a:xfrm>
          <a:off x="0" y="0"/>
          <a:ext cx="0" cy="0"/>
          <a:chOff x="0" y="0"/>
          <a:chExt cx="0" cy="0"/>
        </a:xfrm>
      </p:grpSpPr>
      <p:sp>
        <p:nvSpPr>
          <p:cNvPr id="7" name="Foliennummernplatzhalter 6">
            <a:extLst>
              <a:ext uri="{FF2B5EF4-FFF2-40B4-BE49-F238E27FC236}">
                <a16:creationId xmlns:a16="http://schemas.microsoft.com/office/drawing/2014/main" id="{B5F45E11-429A-423F-97E9-1B1309F4DB3A}"/>
              </a:ext>
            </a:extLst>
          </p:cNvPr>
          <p:cNvSpPr>
            <a:spLocks noGrp="1"/>
          </p:cNvSpPr>
          <p:nvPr>
            <p:ph type="sldNum" sz="quarter" idx="11"/>
          </p:nvPr>
        </p:nvSpPr>
        <p:spPr/>
        <p:txBody>
          <a:bodyPr/>
          <a:lstStyle/>
          <a:p>
            <a:fld id="{DDF60B60-82CA-4BB9-BA6E-A62FADF2374B}" type="slidenum">
              <a:rPr lang="en-US" smtClean="0"/>
              <a:t>‹#›</a:t>
            </a:fld>
            <a:endParaRPr lang="en-US"/>
          </a:p>
        </p:txBody>
      </p:sp>
      <p:sp>
        <p:nvSpPr>
          <p:cNvPr id="12" name="Textplatzhalter 4">
            <a:extLst>
              <a:ext uri="{FF2B5EF4-FFF2-40B4-BE49-F238E27FC236}">
                <a16:creationId xmlns:a16="http://schemas.microsoft.com/office/drawing/2014/main" id="{97955563-D116-42F8-9493-607FD96D811B}"/>
              </a:ext>
            </a:extLst>
          </p:cNvPr>
          <p:cNvSpPr>
            <a:spLocks noGrp="1"/>
          </p:cNvSpPr>
          <p:nvPr>
            <p:ph type="body" sz="quarter" idx="19" hasCustomPrompt="1"/>
          </p:nvPr>
        </p:nvSpPr>
        <p:spPr>
          <a:xfrm>
            <a:off x="479424" y="476250"/>
            <a:ext cx="9324973" cy="252000"/>
          </a:xfrm>
        </p:spPr>
        <p:txBody>
          <a:bodyPr/>
          <a:lstStyle>
            <a:lvl1pPr>
              <a:defRPr lang="en-US" sz="1100" b="1" kern="1200" cap="all" spc="63" baseline="0" smtClean="0">
                <a:solidFill>
                  <a:schemeClr val="bg1"/>
                </a:solidFill>
                <a:latin typeface="+mn-lt"/>
                <a:ea typeface="+mn-ea"/>
                <a:cs typeface="+mn-cs"/>
              </a:defRPr>
            </a:lvl1pPr>
          </a:lstStyle>
          <a:p>
            <a:pPr lvl="0"/>
            <a:r>
              <a:rPr lang="en-US"/>
              <a:t>Topline goes here</a:t>
            </a:r>
          </a:p>
        </p:txBody>
      </p:sp>
      <p:sp>
        <p:nvSpPr>
          <p:cNvPr id="2" name="Titel 1">
            <a:extLst>
              <a:ext uri="{FF2B5EF4-FFF2-40B4-BE49-F238E27FC236}">
                <a16:creationId xmlns:a16="http://schemas.microsoft.com/office/drawing/2014/main" id="{7FE0FA48-9F47-4B37-94C3-D2CE80E96A54}"/>
              </a:ext>
            </a:extLst>
          </p:cNvPr>
          <p:cNvSpPr>
            <a:spLocks noGrp="1"/>
          </p:cNvSpPr>
          <p:nvPr>
            <p:ph type="title"/>
          </p:nvPr>
        </p:nvSpPr>
        <p:spPr/>
        <p:txBody>
          <a:bodyPr/>
          <a:lstStyle/>
          <a:p>
            <a:r>
              <a:rPr lang="en-US"/>
              <a:t>Click to edit Master title style</a:t>
            </a:r>
            <a:endParaRPr lang="en-US" dirty="0"/>
          </a:p>
        </p:txBody>
      </p:sp>
      <p:sp>
        <p:nvSpPr>
          <p:cNvPr id="4" name="Bildplatzhalter 3">
            <a:extLst>
              <a:ext uri="{FF2B5EF4-FFF2-40B4-BE49-F238E27FC236}">
                <a16:creationId xmlns:a16="http://schemas.microsoft.com/office/drawing/2014/main" id="{91DF75E5-F9FE-4B14-8C90-B1BF90164CF4}"/>
              </a:ext>
            </a:extLst>
          </p:cNvPr>
          <p:cNvSpPr>
            <a:spLocks noGrp="1" noChangeAspect="1"/>
          </p:cNvSpPr>
          <p:nvPr>
            <p:ph type="pic" sz="quarter" idx="12"/>
          </p:nvPr>
        </p:nvSpPr>
        <p:spPr>
          <a:xfrm>
            <a:off x="524691" y="1836000"/>
            <a:ext cx="1872000" cy="1872000"/>
          </a:xfrm>
          <a:prstGeom prst="ellipse">
            <a:avLst/>
          </a:prstGeom>
          <a:solidFill>
            <a:schemeClr val="tx2">
              <a:lumMod val="90000"/>
            </a:schemeClr>
          </a:solidFill>
          <a:ln w="127000">
            <a:solidFill>
              <a:schemeClr val="bg1"/>
            </a:solidFill>
          </a:ln>
        </p:spPr>
        <p:txBody>
          <a:bodyPr/>
          <a:lstStyle/>
          <a:p>
            <a:r>
              <a:rPr lang="en-US"/>
              <a:t>Click icon to add picture</a:t>
            </a:r>
            <a:endParaRPr lang="en-US" dirty="0"/>
          </a:p>
        </p:txBody>
      </p:sp>
      <p:sp>
        <p:nvSpPr>
          <p:cNvPr id="8" name="Textplatzhalter 7">
            <a:extLst>
              <a:ext uri="{FF2B5EF4-FFF2-40B4-BE49-F238E27FC236}">
                <a16:creationId xmlns:a16="http://schemas.microsoft.com/office/drawing/2014/main" id="{80E809D7-298E-4784-9AE3-F5FC40D20485}"/>
              </a:ext>
            </a:extLst>
          </p:cNvPr>
          <p:cNvSpPr>
            <a:spLocks noGrp="1"/>
          </p:cNvSpPr>
          <p:nvPr>
            <p:ph type="body" sz="quarter" idx="13"/>
          </p:nvPr>
        </p:nvSpPr>
        <p:spPr>
          <a:xfrm>
            <a:off x="479427" y="3983525"/>
            <a:ext cx="3600450" cy="2182325"/>
          </a:xfrm>
        </p:spPr>
        <p:txBody>
          <a:bodyPr/>
          <a:lstStyle>
            <a:lvl1pPr>
              <a:spcAft>
                <a:spcPts val="600"/>
              </a:spcAft>
              <a:defRPr sz="1600" b="1"/>
            </a:lvl1pPr>
            <a:lvl2pPr marL="0" indent="0">
              <a:buNone/>
              <a:tabLst>
                <a:tab pos="288000" algn="l"/>
              </a:tabLst>
              <a:defRPr sz="1600"/>
            </a:lvl2pPr>
            <a:lvl3pPr marL="180000" indent="-180000">
              <a:buFontTx/>
              <a:buBlip>
                <a:blip r:embed="rId2"/>
              </a:buBlip>
              <a:defRPr sz="1600"/>
            </a:lvl3pPr>
            <a:lvl4pPr marL="180000" indent="-180000">
              <a:buFontTx/>
              <a:buBlip>
                <a:blip r:embed="rId3"/>
              </a:buBlip>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Bildplatzhalter 3">
            <a:extLst>
              <a:ext uri="{FF2B5EF4-FFF2-40B4-BE49-F238E27FC236}">
                <a16:creationId xmlns:a16="http://schemas.microsoft.com/office/drawing/2014/main" id="{B7EEF68F-5357-4EC1-854D-F85E9950B8DD}"/>
              </a:ext>
            </a:extLst>
          </p:cNvPr>
          <p:cNvSpPr>
            <a:spLocks noGrp="1" noChangeAspect="1"/>
          </p:cNvSpPr>
          <p:nvPr>
            <p:ph type="pic" sz="quarter" idx="14"/>
          </p:nvPr>
        </p:nvSpPr>
        <p:spPr>
          <a:xfrm>
            <a:off x="4341040" y="1836000"/>
            <a:ext cx="1872000" cy="1872000"/>
          </a:xfrm>
          <a:prstGeom prst="ellipse">
            <a:avLst/>
          </a:prstGeom>
          <a:solidFill>
            <a:schemeClr val="tx2">
              <a:lumMod val="90000"/>
            </a:schemeClr>
          </a:solidFill>
          <a:ln w="127000">
            <a:solidFill>
              <a:schemeClr val="bg1"/>
            </a:solidFill>
          </a:ln>
        </p:spPr>
        <p:txBody>
          <a:bodyPr/>
          <a:lstStyle/>
          <a:p>
            <a:r>
              <a:rPr lang="en-US"/>
              <a:t>Click icon to add picture</a:t>
            </a:r>
            <a:endParaRPr lang="en-US" dirty="0"/>
          </a:p>
        </p:txBody>
      </p:sp>
      <p:sp>
        <p:nvSpPr>
          <p:cNvPr id="13" name="Textplatzhalter 7">
            <a:extLst>
              <a:ext uri="{FF2B5EF4-FFF2-40B4-BE49-F238E27FC236}">
                <a16:creationId xmlns:a16="http://schemas.microsoft.com/office/drawing/2014/main" id="{4FD059CA-F54D-436B-83BF-7C80E05A47BC}"/>
              </a:ext>
            </a:extLst>
          </p:cNvPr>
          <p:cNvSpPr>
            <a:spLocks noGrp="1"/>
          </p:cNvSpPr>
          <p:nvPr>
            <p:ph type="body" sz="quarter" idx="17"/>
          </p:nvPr>
        </p:nvSpPr>
        <p:spPr>
          <a:xfrm>
            <a:off x="4295775" y="3983525"/>
            <a:ext cx="3600450" cy="2182325"/>
          </a:xfrm>
        </p:spPr>
        <p:txBody>
          <a:bodyPr/>
          <a:lstStyle>
            <a:lvl1pPr>
              <a:spcAft>
                <a:spcPts val="600"/>
              </a:spcAft>
              <a:defRPr sz="1600" b="1"/>
            </a:lvl1pPr>
            <a:lvl2pPr marL="0" indent="0">
              <a:buNone/>
              <a:tabLst>
                <a:tab pos="288000" algn="l"/>
              </a:tabLst>
              <a:defRPr sz="1600"/>
            </a:lvl2pPr>
            <a:lvl3pPr marL="180000" indent="-180000">
              <a:buFontTx/>
              <a:buBlip>
                <a:blip r:embed="rId2"/>
              </a:buBlip>
              <a:defRPr sz="1600"/>
            </a:lvl3pPr>
            <a:lvl4pPr marL="180000" indent="-180000">
              <a:buFontTx/>
              <a:buBlip>
                <a:blip r:embed="rId3"/>
              </a:buBlip>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Bildplatzhalter 3">
            <a:extLst>
              <a:ext uri="{FF2B5EF4-FFF2-40B4-BE49-F238E27FC236}">
                <a16:creationId xmlns:a16="http://schemas.microsoft.com/office/drawing/2014/main" id="{F40182DB-D138-4445-9088-170FAB7AB943}"/>
              </a:ext>
            </a:extLst>
          </p:cNvPr>
          <p:cNvSpPr>
            <a:spLocks noGrp="1" noChangeAspect="1"/>
          </p:cNvSpPr>
          <p:nvPr>
            <p:ph type="pic" sz="quarter" idx="16"/>
          </p:nvPr>
        </p:nvSpPr>
        <p:spPr>
          <a:xfrm>
            <a:off x="8157390" y="1836000"/>
            <a:ext cx="1872000" cy="1872000"/>
          </a:xfrm>
          <a:prstGeom prst="ellipse">
            <a:avLst/>
          </a:prstGeom>
          <a:solidFill>
            <a:schemeClr val="tx2">
              <a:lumMod val="90000"/>
            </a:schemeClr>
          </a:solidFill>
          <a:ln w="127000">
            <a:solidFill>
              <a:schemeClr val="bg1"/>
            </a:solidFill>
          </a:ln>
        </p:spPr>
        <p:txBody>
          <a:bodyPr/>
          <a:lstStyle/>
          <a:p>
            <a:r>
              <a:rPr lang="en-US"/>
              <a:t>Click icon to add picture</a:t>
            </a:r>
            <a:endParaRPr lang="en-US" dirty="0"/>
          </a:p>
        </p:txBody>
      </p:sp>
      <p:sp>
        <p:nvSpPr>
          <p:cNvPr id="14" name="Textplatzhalter 7">
            <a:extLst>
              <a:ext uri="{FF2B5EF4-FFF2-40B4-BE49-F238E27FC236}">
                <a16:creationId xmlns:a16="http://schemas.microsoft.com/office/drawing/2014/main" id="{3F0C00D3-5C3B-4DEC-B521-74B05D0D8186}"/>
              </a:ext>
            </a:extLst>
          </p:cNvPr>
          <p:cNvSpPr>
            <a:spLocks noGrp="1"/>
          </p:cNvSpPr>
          <p:nvPr>
            <p:ph type="body" sz="quarter" idx="18"/>
          </p:nvPr>
        </p:nvSpPr>
        <p:spPr>
          <a:xfrm>
            <a:off x="8112125" y="3983525"/>
            <a:ext cx="3600450" cy="2182325"/>
          </a:xfrm>
        </p:spPr>
        <p:txBody>
          <a:bodyPr/>
          <a:lstStyle>
            <a:lvl1pPr>
              <a:spcAft>
                <a:spcPts val="600"/>
              </a:spcAft>
              <a:defRPr sz="1600" b="1"/>
            </a:lvl1pPr>
            <a:lvl2pPr marL="0" indent="0">
              <a:buNone/>
              <a:tabLst>
                <a:tab pos="288000" algn="l"/>
              </a:tabLst>
              <a:defRPr sz="1600"/>
            </a:lvl2pPr>
            <a:lvl3pPr marL="180000" indent="-180000">
              <a:buFontTx/>
              <a:buBlip>
                <a:blip r:embed="rId2"/>
              </a:buBlip>
              <a:defRPr sz="1600"/>
            </a:lvl3pPr>
            <a:lvl4pPr marL="180000" indent="-180000">
              <a:buFontTx/>
              <a:buBlip>
                <a:blip r:embed="rId3"/>
              </a:buBlip>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ußzeilenplatzhalter 5">
            <a:extLst>
              <a:ext uri="{FF2B5EF4-FFF2-40B4-BE49-F238E27FC236}">
                <a16:creationId xmlns:a16="http://schemas.microsoft.com/office/drawing/2014/main" id="{B12C489F-F019-4419-9172-668E44FC8C23}"/>
              </a:ext>
            </a:extLst>
          </p:cNvPr>
          <p:cNvSpPr>
            <a:spLocks noGrp="1"/>
          </p:cNvSpPr>
          <p:nvPr>
            <p:ph type="ftr" sz="quarter" idx="10"/>
          </p:nvPr>
        </p:nvSpPr>
        <p:spPr/>
        <p:txBody>
          <a:bodyPr/>
          <a:lstStyle/>
          <a:p>
            <a:r>
              <a:rPr lang="en-US"/>
              <a:t>Sample Footer Text</a:t>
            </a:r>
          </a:p>
        </p:txBody>
      </p:sp>
    </p:spTree>
    <p:extLst>
      <p:ext uri="{BB962C8B-B14F-4D97-AF65-F5344CB8AC3E}">
        <p14:creationId xmlns:p14="http://schemas.microsoft.com/office/powerpoint/2010/main" val="1797761045"/>
      </p:ext>
    </p:extLst>
  </p:cSld>
  <p:clrMapOvr>
    <a:masterClrMapping/>
  </p:clrMapOvr>
  <p:hf hdr="0"/>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6" name="Foliennummernplatzhalter 5">
            <a:extLst>
              <a:ext uri="{FF2B5EF4-FFF2-40B4-BE49-F238E27FC236}">
                <a16:creationId xmlns:a16="http://schemas.microsoft.com/office/drawing/2014/main" id="{9A238627-407D-4004-A6C9-31955AAD8E8C}"/>
              </a:ext>
            </a:extLst>
          </p:cNvPr>
          <p:cNvSpPr>
            <a:spLocks noGrp="1"/>
          </p:cNvSpPr>
          <p:nvPr>
            <p:ph type="sldNum" sz="quarter" idx="11"/>
          </p:nvPr>
        </p:nvSpPr>
        <p:spPr/>
        <p:txBody>
          <a:bodyPr/>
          <a:lstStyle/>
          <a:p>
            <a:fld id="{DDF60B60-82CA-4BB9-BA6E-A62FADF2374B}" type="slidenum">
              <a:rPr lang="en-US" smtClean="0"/>
              <a:t>‹#›</a:t>
            </a:fld>
            <a:endParaRPr lang="en-US"/>
          </a:p>
        </p:txBody>
      </p:sp>
      <p:sp>
        <p:nvSpPr>
          <p:cNvPr id="5" name="Fußzeilenplatzhalter 4">
            <a:extLst>
              <a:ext uri="{FF2B5EF4-FFF2-40B4-BE49-F238E27FC236}">
                <a16:creationId xmlns:a16="http://schemas.microsoft.com/office/drawing/2014/main" id="{1CCF6E46-F87C-4B64-99C8-86D0AD8F84AE}"/>
              </a:ext>
            </a:extLst>
          </p:cNvPr>
          <p:cNvSpPr>
            <a:spLocks noGrp="1"/>
          </p:cNvSpPr>
          <p:nvPr>
            <p:ph type="ftr" sz="quarter" idx="10"/>
          </p:nvPr>
        </p:nvSpPr>
        <p:spPr/>
        <p:txBody>
          <a:bodyPr/>
          <a:lstStyle/>
          <a:p>
            <a:r>
              <a:rPr lang="en-US"/>
              <a:t>Sample Footer Text</a:t>
            </a:r>
          </a:p>
        </p:txBody>
      </p:sp>
    </p:spTree>
    <p:extLst>
      <p:ext uri="{BB962C8B-B14F-4D97-AF65-F5344CB8AC3E}">
        <p14:creationId xmlns:p14="http://schemas.microsoft.com/office/powerpoint/2010/main" val="907884743"/>
      </p:ext>
    </p:extLst>
  </p:cSld>
  <p:clrMapOvr>
    <a:masterClrMapping/>
  </p:clrMapOvr>
  <p:hf hdr="0"/>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cSld name="Title 3">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509CE9-F18C-5020-CF43-5960AFE654F6}"/>
              </a:ext>
            </a:extLst>
          </p:cNvPr>
          <p:cNvSpPr>
            <a:spLocks noGrp="1"/>
          </p:cNvSpPr>
          <p:nvPr>
            <p:ph type="ctrTitle"/>
          </p:nvPr>
        </p:nvSpPr>
        <p:spPr>
          <a:xfrm>
            <a:off x="2950265" y="1400657"/>
            <a:ext cx="6291470" cy="3290611"/>
          </a:xfrm>
        </p:spPr>
        <p:txBody>
          <a:bodyPr anchor="ctr">
            <a:normAutofit/>
          </a:bodyPr>
          <a:lstStyle>
            <a:lvl1pPr algn="ctr">
              <a:defRPr sz="4800">
                <a:solidFill>
                  <a:schemeClr val="tx2">
                    <a:lumMod val="90000"/>
                    <a:alpha val="80000"/>
                  </a:schemeClr>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16B3AA5-F8D6-AB69-241F-6F8F1DD41E55}"/>
              </a:ext>
            </a:extLst>
          </p:cNvPr>
          <p:cNvSpPr>
            <a:spLocks noGrp="1"/>
          </p:cNvSpPr>
          <p:nvPr>
            <p:ph type="subTitle" idx="1"/>
          </p:nvPr>
        </p:nvSpPr>
        <p:spPr>
          <a:xfrm>
            <a:off x="2676941" y="5812260"/>
            <a:ext cx="6838118" cy="702946"/>
          </a:xfrm>
        </p:spPr>
        <p:txBody>
          <a:bodyPr anchor="ctr">
            <a:normAutofit/>
          </a:bodyPr>
          <a:lstStyle>
            <a:lvl1pPr marL="0" indent="0" algn="ctr">
              <a:buNone/>
              <a:defRPr sz="1800">
                <a:solidFill>
                  <a:schemeClr val="tx2">
                    <a:alpha val="8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Footer Placeholder 4">
            <a:extLst>
              <a:ext uri="{FF2B5EF4-FFF2-40B4-BE49-F238E27FC236}">
                <a16:creationId xmlns:a16="http://schemas.microsoft.com/office/drawing/2014/main" id="{7AE78127-77D8-DF99-4AE0-F322800B057B}"/>
              </a:ext>
            </a:extLst>
          </p:cNvPr>
          <p:cNvSpPr>
            <a:spLocks noGrp="1"/>
          </p:cNvSpPr>
          <p:nvPr>
            <p:ph type="ftr" sz="quarter" idx="11"/>
          </p:nvPr>
        </p:nvSpPr>
        <p:spPr/>
        <p:txBody>
          <a:bodyPr/>
          <a:lstStyle>
            <a:lvl1pPr>
              <a:defRPr>
                <a:solidFill>
                  <a:schemeClr val="tx2">
                    <a:alpha val="80000"/>
                  </a:schemeClr>
                </a:solidFill>
              </a:defRPr>
            </a:lvl1pPr>
          </a:lstStyle>
          <a:p>
            <a:r>
              <a:rPr lang="en-US" dirty="0"/>
              <a:t>Sample Footer Text</a:t>
            </a:r>
          </a:p>
        </p:txBody>
      </p:sp>
      <p:sp>
        <p:nvSpPr>
          <p:cNvPr id="4" name="Date Placeholder 3">
            <a:extLst>
              <a:ext uri="{FF2B5EF4-FFF2-40B4-BE49-F238E27FC236}">
                <a16:creationId xmlns:a16="http://schemas.microsoft.com/office/drawing/2014/main" id="{D2D04168-7304-004B-C2F6-42E38FDC5908}"/>
              </a:ext>
            </a:extLst>
          </p:cNvPr>
          <p:cNvSpPr>
            <a:spLocks noGrp="1"/>
          </p:cNvSpPr>
          <p:nvPr>
            <p:ph type="dt" sz="half" idx="10"/>
          </p:nvPr>
        </p:nvSpPr>
        <p:spPr/>
        <p:txBody>
          <a:bodyPr/>
          <a:lstStyle>
            <a:lvl1pPr>
              <a:defRPr>
                <a:solidFill>
                  <a:schemeClr val="tx2">
                    <a:alpha val="80000"/>
                  </a:schemeClr>
                </a:solidFill>
              </a:defRPr>
            </a:lvl1pPr>
          </a:lstStyle>
          <a:p>
            <a:fld id="{014AE7A1-FDDE-474D-BCD9-88FCF250514D}" type="datetime1">
              <a:rPr lang="en-US" smtClean="0"/>
              <a:t>2/26/2026</a:t>
            </a:fld>
            <a:endParaRPr lang="en-US" dirty="0"/>
          </a:p>
        </p:txBody>
      </p:sp>
      <p:sp>
        <p:nvSpPr>
          <p:cNvPr id="6" name="Slide Number Placeholder 5">
            <a:extLst>
              <a:ext uri="{FF2B5EF4-FFF2-40B4-BE49-F238E27FC236}">
                <a16:creationId xmlns:a16="http://schemas.microsoft.com/office/drawing/2014/main" id="{D7C58464-EE0F-215A-2FA8-F434687B9E7A}"/>
              </a:ext>
            </a:extLst>
          </p:cNvPr>
          <p:cNvSpPr>
            <a:spLocks noGrp="1"/>
          </p:cNvSpPr>
          <p:nvPr>
            <p:ph type="sldNum" sz="quarter" idx="12"/>
          </p:nvPr>
        </p:nvSpPr>
        <p:spPr/>
        <p:txBody>
          <a:bodyPr/>
          <a:lstStyle>
            <a:lvl1pPr>
              <a:defRPr>
                <a:solidFill>
                  <a:schemeClr val="tx2">
                    <a:alpha val="80000"/>
                  </a:schemeClr>
                </a:solidFill>
              </a:defRPr>
            </a:lvl1pPr>
          </a:lstStyle>
          <a:p>
            <a:fld id="{DDF60B60-82CA-4BB9-BA6E-A62FADF2374B}" type="slidenum">
              <a:rPr lang="en-US" smtClean="0"/>
              <a:t>‹#›</a:t>
            </a:fld>
            <a:endParaRPr lang="en-US" dirty="0"/>
          </a:p>
        </p:txBody>
      </p:sp>
    </p:spTree>
    <p:extLst>
      <p:ext uri="{BB962C8B-B14F-4D97-AF65-F5344CB8AC3E}">
        <p14:creationId xmlns:p14="http://schemas.microsoft.com/office/powerpoint/2010/main" val="2957074353"/>
      </p:ext>
    </p:extLst>
  </p:cSld>
  <p:clrMapOvr>
    <a:overrideClrMapping bg1="dk1" tx1="lt1" bg2="dk2" tx2="lt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secHead">
  <p:cSld name="Section Header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EC6DA0-2CB8-AFC5-DB06-AB9235983979}"/>
              </a:ext>
            </a:extLst>
          </p:cNvPr>
          <p:cNvSpPr>
            <a:spLocks noGrp="1"/>
          </p:cNvSpPr>
          <p:nvPr>
            <p:ph type="title"/>
          </p:nvPr>
        </p:nvSpPr>
        <p:spPr>
          <a:xfrm>
            <a:off x="457200" y="2968607"/>
            <a:ext cx="8932653" cy="3450568"/>
          </a:xfrm>
        </p:spPr>
        <p:txBody>
          <a:bodyPr anchor="b">
            <a:normAutofit/>
          </a:bodyPr>
          <a:lstStyle>
            <a:lvl1pPr>
              <a:lnSpc>
                <a:spcPct val="80000"/>
              </a:lnSpc>
              <a:defRPr sz="6600" cap="all" baseline="0">
                <a:solidFill>
                  <a:schemeClr val="tx2">
                    <a:lumMod val="90000"/>
                    <a:alpha val="65000"/>
                  </a:schemeClr>
                </a:solidFill>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8E16A9F-28B9-2207-66D3-D952EB7EC876}"/>
              </a:ext>
            </a:extLst>
          </p:cNvPr>
          <p:cNvSpPr>
            <a:spLocks noGrp="1"/>
          </p:cNvSpPr>
          <p:nvPr>
            <p:ph type="body" idx="1"/>
          </p:nvPr>
        </p:nvSpPr>
        <p:spPr>
          <a:xfrm>
            <a:off x="685800" y="-789870"/>
            <a:ext cx="10515600" cy="638352"/>
          </a:xfrm>
        </p:spPr>
        <p:txBody>
          <a:bodyPr>
            <a:normAutofit/>
          </a:bodyPr>
          <a:lstStyle>
            <a:lvl1pPr marL="0" indent="0">
              <a:buNone/>
              <a:defRPr sz="2000">
                <a:solidFill>
                  <a:schemeClr val="bg2"/>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5" name="Footer Placeholder 4">
            <a:extLst>
              <a:ext uri="{FF2B5EF4-FFF2-40B4-BE49-F238E27FC236}">
                <a16:creationId xmlns:a16="http://schemas.microsoft.com/office/drawing/2014/main" id="{28B3F77F-C41D-1011-B9F4-A5DE814F43EF}"/>
              </a:ext>
            </a:extLst>
          </p:cNvPr>
          <p:cNvSpPr>
            <a:spLocks noGrp="1"/>
          </p:cNvSpPr>
          <p:nvPr>
            <p:ph type="ftr" sz="quarter" idx="11"/>
          </p:nvPr>
        </p:nvSpPr>
        <p:spPr>
          <a:xfrm>
            <a:off x="457200" y="6445997"/>
            <a:ext cx="3751081" cy="365125"/>
          </a:xfrm>
        </p:spPr>
        <p:txBody>
          <a:bodyPr/>
          <a:lstStyle>
            <a:lvl1pPr>
              <a:defRPr>
                <a:solidFill>
                  <a:schemeClr val="tx2"/>
                </a:solidFill>
              </a:defRPr>
            </a:lvl1pPr>
          </a:lstStyle>
          <a:p>
            <a:r>
              <a:rPr lang="en-US" dirty="0"/>
              <a:t>Sample Footer Text</a:t>
            </a:r>
          </a:p>
        </p:txBody>
      </p:sp>
      <p:sp>
        <p:nvSpPr>
          <p:cNvPr id="4" name="Date Placeholder 3">
            <a:extLst>
              <a:ext uri="{FF2B5EF4-FFF2-40B4-BE49-F238E27FC236}">
                <a16:creationId xmlns:a16="http://schemas.microsoft.com/office/drawing/2014/main" id="{E58CD507-925C-84B3-8F49-9F3B91209D8F}"/>
              </a:ext>
            </a:extLst>
          </p:cNvPr>
          <p:cNvSpPr>
            <a:spLocks noGrp="1"/>
          </p:cNvSpPr>
          <p:nvPr>
            <p:ph type="dt" sz="half" idx="10"/>
          </p:nvPr>
        </p:nvSpPr>
        <p:spPr/>
        <p:txBody>
          <a:bodyPr/>
          <a:lstStyle>
            <a:lvl1pPr>
              <a:defRPr>
                <a:solidFill>
                  <a:schemeClr val="tx2"/>
                </a:solidFill>
              </a:defRPr>
            </a:lvl1pPr>
          </a:lstStyle>
          <a:p>
            <a:fld id="{955570C2-432E-4238-AE9E-852D979BFC70}" type="datetime1">
              <a:rPr lang="en-US" smtClean="0"/>
              <a:t>2/26/2026</a:t>
            </a:fld>
            <a:endParaRPr lang="en-US" dirty="0"/>
          </a:p>
        </p:txBody>
      </p:sp>
      <p:sp>
        <p:nvSpPr>
          <p:cNvPr id="6" name="Slide Number Placeholder 5">
            <a:extLst>
              <a:ext uri="{FF2B5EF4-FFF2-40B4-BE49-F238E27FC236}">
                <a16:creationId xmlns:a16="http://schemas.microsoft.com/office/drawing/2014/main" id="{6C13B4AE-32E8-CAFF-4A3C-6CBE4FFFA843}"/>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dirty="0"/>
          </a:p>
        </p:txBody>
      </p:sp>
    </p:spTree>
    <p:extLst>
      <p:ext uri="{BB962C8B-B14F-4D97-AF65-F5344CB8AC3E}">
        <p14:creationId xmlns:p14="http://schemas.microsoft.com/office/powerpoint/2010/main" val="1122793126"/>
      </p:ext>
    </p:extLst>
  </p:cSld>
  <p:clrMapOvr>
    <a:overrideClrMapping bg1="dk1" tx1="lt1" bg2="dk2" tx2="lt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57199" y="377072"/>
            <a:ext cx="4958078" cy="1225485"/>
          </a:xfrm>
        </p:spPr>
        <p:txBody>
          <a:bodyPr anchor="t"/>
          <a:lstStyle/>
          <a:p>
            <a:r>
              <a:rPr lang="en-US"/>
              <a:t>Click to edit Master title style</a:t>
            </a:r>
            <a:endParaRPr lang="en-US" dirty="0"/>
          </a:p>
        </p:txBody>
      </p:sp>
      <p:sp>
        <p:nvSpPr>
          <p:cNvPr id="19" name="Picture Placeholder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0" y="1842182"/>
            <a:ext cx="5758172" cy="4546457"/>
          </a:xfrm>
          <a:blipFill dpi="0" rotWithShape="1">
            <a:blip r:embed="rId2">
              <a:alphaModFix amt="80000"/>
            </a:blip>
            <a:srcRect/>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6176142" y="377072"/>
            <a:ext cx="5558655" cy="57974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949302" cy="365125"/>
          </a:xfrm>
        </p:spPr>
        <p:txBody>
          <a:bodyPr/>
          <a:lstStyle/>
          <a:p>
            <a:r>
              <a:rPr lang="en-US" dirty="0"/>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EA0A916D-ECC1-407F-9384-347E5A5D7944}" type="datetime1">
              <a:rPr lang="en-US" smtClean="0"/>
              <a:t>2/26/2026</a:t>
            </a:fld>
            <a:endParaRPr lang="en-US" dirty="0"/>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a:t>
            </a:fld>
            <a:endParaRPr lang="en-US" dirty="0"/>
          </a:p>
        </p:txBody>
      </p:sp>
    </p:spTree>
    <p:extLst>
      <p:ext uri="{BB962C8B-B14F-4D97-AF65-F5344CB8AC3E}">
        <p14:creationId xmlns:p14="http://schemas.microsoft.com/office/powerpoint/2010/main" val="255257675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57200" y="680728"/>
            <a:ext cx="7281067" cy="1005840"/>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457200" y="1823728"/>
            <a:ext cx="7281061" cy="442385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Picture Placeholder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8195489" y="-6369"/>
            <a:ext cx="3996512" cy="6398066"/>
          </a:xfrm>
          <a:blipFill dpi="0" rotWithShape="1">
            <a:blip r:embed="rId2">
              <a:alphaModFix amt="80000"/>
            </a:blip>
            <a:srcRect/>
            <a:stretch>
              <a:fillRect/>
            </a:stretch>
          </a:blipFill>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949302" cy="365125"/>
          </a:xfrm>
        </p:spPr>
        <p:txBody>
          <a:bodyPr/>
          <a:lstStyle/>
          <a:p>
            <a:r>
              <a:rPr lang="en-US" dirty="0"/>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EBE49B79-F7D7-4EC9-B39C-00EEEABA80A1}" type="datetime1">
              <a:rPr lang="en-US" smtClean="0"/>
              <a:t>2/26/2026</a:t>
            </a:fld>
            <a:endParaRPr lang="en-US" dirty="0"/>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a:t>
            </a:fld>
            <a:endParaRPr lang="en-US" dirty="0"/>
          </a:p>
        </p:txBody>
      </p:sp>
    </p:spTree>
    <p:extLst>
      <p:ext uri="{BB962C8B-B14F-4D97-AF65-F5344CB8AC3E}">
        <p14:creationId xmlns:p14="http://schemas.microsoft.com/office/powerpoint/2010/main" val="1725323388"/>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Divider blue">
    <p:bg>
      <p:bgPr>
        <a:solidFill>
          <a:schemeClr val="accent4"/>
        </a:solidFill>
        <a:effectLst/>
      </p:bgPr>
    </p:bg>
    <p:spTree>
      <p:nvGrpSpPr>
        <p:cNvPr id="1" name=""/>
        <p:cNvGrpSpPr/>
        <p:nvPr/>
      </p:nvGrpSpPr>
      <p:grpSpPr>
        <a:xfrm>
          <a:off x="0" y="0"/>
          <a:ext cx="0" cy="0"/>
          <a:chOff x="0" y="0"/>
          <a:chExt cx="0" cy="0"/>
        </a:xfrm>
      </p:grpSpPr>
      <p:sp>
        <p:nvSpPr>
          <p:cNvPr id="10" name="Foliennummernplatzhalter 9">
            <a:extLst>
              <a:ext uri="{FF2B5EF4-FFF2-40B4-BE49-F238E27FC236}">
                <a16:creationId xmlns:a16="http://schemas.microsoft.com/office/drawing/2014/main" id="{0A76155D-28BD-4C10-BAB6-57A10E8FE88E}"/>
              </a:ext>
            </a:extLst>
          </p:cNvPr>
          <p:cNvSpPr>
            <a:spLocks noGrp="1"/>
          </p:cNvSpPr>
          <p:nvPr>
            <p:ph type="sldNum" sz="quarter" idx="13"/>
          </p:nvPr>
        </p:nvSpPr>
        <p:spPr/>
        <p:txBody>
          <a:bodyPr/>
          <a:lstStyle>
            <a:lvl1pPr>
              <a:defRPr>
                <a:solidFill>
                  <a:schemeClr val="tx1"/>
                </a:solidFill>
              </a:defRPr>
            </a:lvl1pPr>
          </a:lstStyle>
          <a:p>
            <a:fld id="{56C449F3-BD9D-48DC-BFF1-0F66671DA7C6}" type="slidenum">
              <a:rPr lang="en-US" smtClean="0"/>
              <a:pPr/>
              <a:t>‹#›</a:t>
            </a:fld>
            <a:endParaRPr lang="en-US" dirty="0"/>
          </a:p>
        </p:txBody>
      </p:sp>
      <p:sp>
        <p:nvSpPr>
          <p:cNvPr id="15" name="Textplatzhalter 14">
            <a:extLst>
              <a:ext uri="{FF2B5EF4-FFF2-40B4-BE49-F238E27FC236}">
                <a16:creationId xmlns:a16="http://schemas.microsoft.com/office/drawing/2014/main" id="{453A991D-E53C-4B2C-9CE8-F24616E7F33B}"/>
              </a:ext>
            </a:extLst>
          </p:cNvPr>
          <p:cNvSpPr>
            <a:spLocks noGrp="1"/>
          </p:cNvSpPr>
          <p:nvPr>
            <p:ph type="body" sz="quarter" idx="11" hasCustomPrompt="1"/>
          </p:nvPr>
        </p:nvSpPr>
        <p:spPr>
          <a:xfrm>
            <a:off x="479424" y="496800"/>
            <a:ext cx="1692275" cy="1044000"/>
          </a:xfrm>
        </p:spPr>
        <p:txBody>
          <a:bodyPr anchor="t" anchorCtr="0"/>
          <a:lstStyle>
            <a:lvl1pPr algn="l">
              <a:lnSpc>
                <a:spcPct val="80000"/>
              </a:lnSpc>
              <a:defRPr sz="3800">
                <a:solidFill>
                  <a:srgbClr val="122B54"/>
                </a:solidFill>
              </a:defRPr>
            </a:lvl1pPr>
          </a:lstStyle>
          <a:p>
            <a:pPr lvl="0"/>
            <a:r>
              <a:rPr lang="en-US" dirty="0"/>
              <a:t>First level</a:t>
            </a:r>
          </a:p>
        </p:txBody>
      </p:sp>
      <p:sp>
        <p:nvSpPr>
          <p:cNvPr id="2" name="Titel 1">
            <a:extLst>
              <a:ext uri="{FF2B5EF4-FFF2-40B4-BE49-F238E27FC236}">
                <a16:creationId xmlns:a16="http://schemas.microsoft.com/office/drawing/2014/main" id="{54344D3D-750E-4AA5-BD45-F6CFA3D07F07}"/>
              </a:ext>
            </a:extLst>
          </p:cNvPr>
          <p:cNvSpPr>
            <a:spLocks noGrp="1"/>
          </p:cNvSpPr>
          <p:nvPr>
            <p:ph type="ctrTitle" hasCustomPrompt="1"/>
          </p:nvPr>
        </p:nvSpPr>
        <p:spPr>
          <a:xfrm>
            <a:off x="479425" y="1620000"/>
            <a:ext cx="11233150" cy="1676355"/>
          </a:xfrm>
        </p:spPr>
        <p:txBody>
          <a:bodyPr rIns="216000" anchor="b" anchorCtr="0"/>
          <a:lstStyle>
            <a:lvl1pPr algn="l">
              <a:lnSpc>
                <a:spcPts val="8500"/>
              </a:lnSpc>
              <a:defRPr sz="8500">
                <a:solidFill>
                  <a:srgbClr val="122B54"/>
                </a:solidFill>
              </a:defRPr>
            </a:lvl1pPr>
          </a:lstStyle>
          <a:p>
            <a:r>
              <a:rPr lang="en-US" dirty="0"/>
              <a:t>Master title</a:t>
            </a:r>
          </a:p>
        </p:txBody>
      </p:sp>
      <p:sp>
        <p:nvSpPr>
          <p:cNvPr id="3" name="Untertitel 2">
            <a:extLst>
              <a:ext uri="{FF2B5EF4-FFF2-40B4-BE49-F238E27FC236}">
                <a16:creationId xmlns:a16="http://schemas.microsoft.com/office/drawing/2014/main" id="{9F4A5A7B-32F1-4538-86EC-D0B2317455D4}"/>
              </a:ext>
            </a:extLst>
          </p:cNvPr>
          <p:cNvSpPr>
            <a:spLocks noGrp="1"/>
          </p:cNvSpPr>
          <p:nvPr>
            <p:ph type="subTitle" idx="1" hasCustomPrompt="1"/>
          </p:nvPr>
        </p:nvSpPr>
        <p:spPr>
          <a:xfrm>
            <a:off x="4295775" y="3240000"/>
            <a:ext cx="7416800" cy="1676355"/>
          </a:xfrm>
        </p:spPr>
        <p:txBody>
          <a:bodyPr rIns="216000"/>
          <a:lstStyle>
            <a:lvl1pPr marL="0" indent="0" algn="l">
              <a:lnSpc>
                <a:spcPts val="8500"/>
              </a:lnSpc>
              <a:buNone/>
              <a:defRPr sz="8500">
                <a:solidFill>
                  <a:schemeClr val="tx1"/>
                </a:solidFill>
                <a:latin typeface="+mj-lt"/>
              </a:defRPr>
            </a:lvl1pPr>
            <a:lvl2pPr marL="483855" indent="0" algn="ctr">
              <a:buNone/>
              <a:defRPr sz="2117"/>
            </a:lvl2pPr>
            <a:lvl3pPr marL="967710" indent="0" algn="ctr">
              <a:buNone/>
              <a:defRPr sz="1905"/>
            </a:lvl3pPr>
            <a:lvl4pPr marL="1451564" indent="0" algn="ctr">
              <a:buNone/>
              <a:defRPr sz="1693"/>
            </a:lvl4pPr>
            <a:lvl5pPr marL="1935419" indent="0" algn="ctr">
              <a:buNone/>
              <a:defRPr sz="1693"/>
            </a:lvl5pPr>
            <a:lvl6pPr marL="2419274" indent="0" algn="ctr">
              <a:buNone/>
              <a:defRPr sz="1693"/>
            </a:lvl6pPr>
            <a:lvl7pPr marL="2903129" indent="0" algn="ctr">
              <a:buNone/>
              <a:defRPr sz="1693"/>
            </a:lvl7pPr>
            <a:lvl8pPr marL="3386983" indent="0" algn="ctr">
              <a:buNone/>
              <a:defRPr sz="1693"/>
            </a:lvl8pPr>
            <a:lvl9pPr marL="3870838" indent="0" algn="ctr">
              <a:buNone/>
              <a:defRPr sz="1693"/>
            </a:lvl9pPr>
          </a:lstStyle>
          <a:p>
            <a:r>
              <a:rPr lang="en-US" dirty="0"/>
              <a:t>Subtitle style</a:t>
            </a:r>
          </a:p>
        </p:txBody>
      </p:sp>
      <p:pic>
        <p:nvPicPr>
          <p:cNvPr id="7" name="Grafik 6">
            <a:extLst>
              <a:ext uri="{FF2B5EF4-FFF2-40B4-BE49-F238E27FC236}">
                <a16:creationId xmlns:a16="http://schemas.microsoft.com/office/drawing/2014/main" id="{A692D22C-1315-4D74-BBBB-BCE2FB7714B2}"/>
              </a:ext>
              <a:ext uri="{C183D7F6-B498-43B3-948B-1728B52AA6E4}">
                <adec:decorative xmlns:adec="http://schemas.microsoft.com/office/drawing/2017/decorative" val="1"/>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692000" y="504000"/>
            <a:ext cx="1017998" cy="252000"/>
          </a:xfrm>
          <a:prstGeom prst="rect">
            <a:avLst/>
          </a:prstGeom>
        </p:spPr>
      </p:pic>
      <p:sp>
        <p:nvSpPr>
          <p:cNvPr id="9" name="Fußzeilenplatzhalter 8">
            <a:extLst>
              <a:ext uri="{FF2B5EF4-FFF2-40B4-BE49-F238E27FC236}">
                <a16:creationId xmlns:a16="http://schemas.microsoft.com/office/drawing/2014/main" id="{BC2789B9-E108-4B68-95AC-2F43EFACBD44}"/>
              </a:ext>
            </a:extLst>
          </p:cNvPr>
          <p:cNvSpPr>
            <a:spLocks noGrp="1"/>
          </p:cNvSpPr>
          <p:nvPr>
            <p:ph type="ftr" sz="quarter" idx="12"/>
          </p:nvPr>
        </p:nvSpPr>
        <p:spPr/>
        <p:txBody>
          <a:bodyPr/>
          <a:lstStyle/>
          <a:p>
            <a:endParaRPr lang="en-US" dirty="0"/>
          </a:p>
        </p:txBody>
      </p:sp>
    </p:spTree>
    <p:extLst>
      <p:ext uri="{BB962C8B-B14F-4D97-AF65-F5344CB8AC3E}">
        <p14:creationId xmlns:p14="http://schemas.microsoft.com/office/powerpoint/2010/main" val="147796429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Divider white">
    <p:bg>
      <p:bgPr>
        <a:solidFill>
          <a:schemeClr val="tx1"/>
        </a:solidFill>
        <a:effectLst/>
      </p:bgPr>
    </p:bg>
    <p:spTree>
      <p:nvGrpSpPr>
        <p:cNvPr id="1" name=""/>
        <p:cNvGrpSpPr/>
        <p:nvPr/>
      </p:nvGrpSpPr>
      <p:grpSpPr>
        <a:xfrm>
          <a:off x="0" y="0"/>
          <a:ext cx="0" cy="0"/>
          <a:chOff x="0" y="0"/>
          <a:chExt cx="0" cy="0"/>
        </a:xfrm>
      </p:grpSpPr>
      <p:sp>
        <p:nvSpPr>
          <p:cNvPr id="5" name="Foliennummernplatzhalter 4">
            <a:extLst>
              <a:ext uri="{FF2B5EF4-FFF2-40B4-BE49-F238E27FC236}">
                <a16:creationId xmlns:a16="http://schemas.microsoft.com/office/drawing/2014/main" id="{A896FE83-F99B-4339-865C-D01C13BF52C4}"/>
              </a:ext>
            </a:extLst>
          </p:cNvPr>
          <p:cNvSpPr>
            <a:spLocks noGrp="1"/>
          </p:cNvSpPr>
          <p:nvPr>
            <p:ph type="sldNum" sz="quarter" idx="13"/>
          </p:nvPr>
        </p:nvSpPr>
        <p:spPr/>
        <p:txBody>
          <a:bodyPr/>
          <a:lstStyle/>
          <a:p>
            <a:fld id="{56C449F3-BD9D-48DC-BFF1-0F66671DA7C6}" type="slidenum">
              <a:rPr lang="en-US" smtClean="0"/>
              <a:pPr/>
              <a:t>‹#›</a:t>
            </a:fld>
            <a:endParaRPr lang="en-US" dirty="0"/>
          </a:p>
        </p:txBody>
      </p:sp>
      <p:sp>
        <p:nvSpPr>
          <p:cNvPr id="15" name="Textplatzhalter 14">
            <a:extLst>
              <a:ext uri="{FF2B5EF4-FFF2-40B4-BE49-F238E27FC236}">
                <a16:creationId xmlns:a16="http://schemas.microsoft.com/office/drawing/2014/main" id="{453A991D-E53C-4B2C-9CE8-F24616E7F33B}"/>
              </a:ext>
            </a:extLst>
          </p:cNvPr>
          <p:cNvSpPr>
            <a:spLocks noGrp="1"/>
          </p:cNvSpPr>
          <p:nvPr>
            <p:ph type="body" sz="quarter" idx="11" hasCustomPrompt="1"/>
          </p:nvPr>
        </p:nvSpPr>
        <p:spPr>
          <a:xfrm>
            <a:off x="479425" y="496800"/>
            <a:ext cx="1692275" cy="1044000"/>
          </a:xfrm>
        </p:spPr>
        <p:txBody>
          <a:bodyPr anchor="t" anchorCtr="0"/>
          <a:lstStyle>
            <a:lvl1pPr algn="l">
              <a:lnSpc>
                <a:spcPct val="80000"/>
              </a:lnSpc>
              <a:defRPr sz="3800">
                <a:solidFill>
                  <a:schemeClr val="bg1"/>
                </a:solidFill>
              </a:defRPr>
            </a:lvl1pPr>
          </a:lstStyle>
          <a:p>
            <a:pPr lvl="0"/>
            <a:r>
              <a:rPr lang="en-US" dirty="0"/>
              <a:t>First level</a:t>
            </a:r>
          </a:p>
        </p:txBody>
      </p:sp>
      <p:sp>
        <p:nvSpPr>
          <p:cNvPr id="2" name="Titel 1">
            <a:extLst>
              <a:ext uri="{FF2B5EF4-FFF2-40B4-BE49-F238E27FC236}">
                <a16:creationId xmlns:a16="http://schemas.microsoft.com/office/drawing/2014/main" id="{54344D3D-750E-4AA5-BD45-F6CFA3D07F07}"/>
              </a:ext>
            </a:extLst>
          </p:cNvPr>
          <p:cNvSpPr>
            <a:spLocks noGrp="1"/>
          </p:cNvSpPr>
          <p:nvPr>
            <p:ph type="ctrTitle" hasCustomPrompt="1"/>
          </p:nvPr>
        </p:nvSpPr>
        <p:spPr>
          <a:xfrm>
            <a:off x="479425" y="1620000"/>
            <a:ext cx="11233150" cy="1676355"/>
          </a:xfrm>
        </p:spPr>
        <p:txBody>
          <a:bodyPr rIns="216000" anchor="b" anchorCtr="0"/>
          <a:lstStyle>
            <a:lvl1pPr algn="l">
              <a:lnSpc>
                <a:spcPct val="80000"/>
              </a:lnSpc>
              <a:defRPr sz="8500">
                <a:solidFill>
                  <a:schemeClr val="bg1"/>
                </a:solidFill>
              </a:defRPr>
            </a:lvl1pPr>
          </a:lstStyle>
          <a:p>
            <a:r>
              <a:rPr lang="en-US" dirty="0"/>
              <a:t>Master title</a:t>
            </a:r>
          </a:p>
        </p:txBody>
      </p:sp>
      <p:sp>
        <p:nvSpPr>
          <p:cNvPr id="3" name="Untertitel 2">
            <a:extLst>
              <a:ext uri="{FF2B5EF4-FFF2-40B4-BE49-F238E27FC236}">
                <a16:creationId xmlns:a16="http://schemas.microsoft.com/office/drawing/2014/main" id="{9F4A5A7B-32F1-4538-86EC-D0B2317455D4}"/>
              </a:ext>
            </a:extLst>
          </p:cNvPr>
          <p:cNvSpPr>
            <a:spLocks noGrp="1"/>
          </p:cNvSpPr>
          <p:nvPr>
            <p:ph type="subTitle" idx="1" hasCustomPrompt="1"/>
          </p:nvPr>
        </p:nvSpPr>
        <p:spPr>
          <a:xfrm>
            <a:off x="4295775" y="3240000"/>
            <a:ext cx="7416800" cy="1676355"/>
          </a:xfrm>
        </p:spPr>
        <p:txBody>
          <a:bodyPr rIns="216000"/>
          <a:lstStyle>
            <a:lvl1pPr marL="0" indent="0" algn="l">
              <a:lnSpc>
                <a:spcPct val="80000"/>
              </a:lnSpc>
              <a:buNone/>
              <a:defRPr sz="8500">
                <a:solidFill>
                  <a:srgbClr val="13A0D3"/>
                </a:solidFill>
                <a:latin typeface="+mj-lt"/>
              </a:defRPr>
            </a:lvl1pPr>
            <a:lvl2pPr marL="483855" indent="0" algn="ctr">
              <a:buNone/>
              <a:defRPr sz="2117"/>
            </a:lvl2pPr>
            <a:lvl3pPr marL="967710" indent="0" algn="ctr">
              <a:buNone/>
              <a:defRPr sz="1905"/>
            </a:lvl3pPr>
            <a:lvl4pPr marL="1451564" indent="0" algn="ctr">
              <a:buNone/>
              <a:defRPr sz="1693"/>
            </a:lvl4pPr>
            <a:lvl5pPr marL="1935419" indent="0" algn="ctr">
              <a:buNone/>
              <a:defRPr sz="1693"/>
            </a:lvl5pPr>
            <a:lvl6pPr marL="2419274" indent="0" algn="ctr">
              <a:buNone/>
              <a:defRPr sz="1693"/>
            </a:lvl6pPr>
            <a:lvl7pPr marL="2903129" indent="0" algn="ctr">
              <a:buNone/>
              <a:defRPr sz="1693"/>
            </a:lvl7pPr>
            <a:lvl8pPr marL="3386983" indent="0" algn="ctr">
              <a:buNone/>
              <a:defRPr sz="1693"/>
            </a:lvl8pPr>
            <a:lvl9pPr marL="3870838" indent="0" algn="ctr">
              <a:buNone/>
              <a:defRPr sz="1693"/>
            </a:lvl9pPr>
          </a:lstStyle>
          <a:p>
            <a:r>
              <a:rPr lang="en-US" dirty="0"/>
              <a:t>Subtitle style</a:t>
            </a:r>
          </a:p>
        </p:txBody>
      </p:sp>
    </p:spTree>
    <p:extLst>
      <p:ext uri="{BB962C8B-B14F-4D97-AF65-F5344CB8AC3E}">
        <p14:creationId xmlns:p14="http://schemas.microsoft.com/office/powerpoint/2010/main" val="213484514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p:cSld name="Divider bold typo blue">
    <p:bg>
      <p:bgPr>
        <a:solidFill>
          <a:srgbClr val="122B54"/>
        </a:solidFill>
        <a:effectLst/>
      </p:bgPr>
    </p:bg>
    <p:spTree>
      <p:nvGrpSpPr>
        <p:cNvPr id="1" name=""/>
        <p:cNvGrpSpPr/>
        <p:nvPr/>
      </p:nvGrpSpPr>
      <p:grpSpPr>
        <a:xfrm>
          <a:off x="0" y="0"/>
          <a:ext cx="0" cy="0"/>
          <a:chOff x="0" y="0"/>
          <a:chExt cx="0" cy="0"/>
        </a:xfrm>
      </p:grpSpPr>
      <p:sp>
        <p:nvSpPr>
          <p:cNvPr id="9" name="Foliennummernplatzhalter 8">
            <a:extLst>
              <a:ext uri="{FF2B5EF4-FFF2-40B4-BE49-F238E27FC236}">
                <a16:creationId xmlns:a16="http://schemas.microsoft.com/office/drawing/2014/main" id="{584903B4-6642-4AFF-90D9-E8903BFF6D06}"/>
              </a:ext>
            </a:extLst>
          </p:cNvPr>
          <p:cNvSpPr>
            <a:spLocks noGrp="1"/>
          </p:cNvSpPr>
          <p:nvPr>
            <p:ph type="sldNum" sz="quarter" idx="11"/>
          </p:nvPr>
        </p:nvSpPr>
        <p:spPr/>
        <p:txBody>
          <a:bodyPr/>
          <a:lstStyle>
            <a:lvl1pPr>
              <a:defRPr>
                <a:solidFill>
                  <a:schemeClr val="tx1"/>
                </a:solidFill>
              </a:defRPr>
            </a:lvl1pPr>
          </a:lstStyle>
          <a:p>
            <a:fld id="{56C449F3-BD9D-48DC-BFF1-0F66671DA7C6}" type="slidenum">
              <a:rPr lang="en-US" smtClean="0"/>
              <a:pPr/>
              <a:t>‹#›</a:t>
            </a:fld>
            <a:endParaRPr lang="en-US" dirty="0"/>
          </a:p>
        </p:txBody>
      </p:sp>
      <p:sp>
        <p:nvSpPr>
          <p:cNvPr id="2" name="Titel 1">
            <a:extLst>
              <a:ext uri="{FF2B5EF4-FFF2-40B4-BE49-F238E27FC236}">
                <a16:creationId xmlns:a16="http://schemas.microsoft.com/office/drawing/2014/main" id="{54344D3D-750E-4AA5-BD45-F6CFA3D07F07}"/>
              </a:ext>
            </a:extLst>
          </p:cNvPr>
          <p:cNvSpPr>
            <a:spLocks noGrp="1"/>
          </p:cNvSpPr>
          <p:nvPr>
            <p:ph type="ctrTitle" hasCustomPrompt="1"/>
          </p:nvPr>
        </p:nvSpPr>
        <p:spPr>
          <a:xfrm>
            <a:off x="-228590" y="1152000"/>
            <a:ext cx="12801058" cy="2666928"/>
          </a:xfrm>
          <a:prstGeom prst="rect">
            <a:avLst/>
          </a:prstGeom>
        </p:spPr>
        <p:txBody>
          <a:bodyPr rIns="216000" anchor="b" anchorCtr="0"/>
          <a:lstStyle>
            <a:lvl1pPr algn="r">
              <a:lnSpc>
                <a:spcPct val="80000"/>
              </a:lnSpc>
              <a:defRPr sz="20002">
                <a:solidFill>
                  <a:schemeClr val="tx1"/>
                </a:solidFill>
              </a:defRPr>
            </a:lvl1pPr>
          </a:lstStyle>
          <a:p>
            <a:r>
              <a:rPr lang="en-US" dirty="0"/>
              <a:t>Title</a:t>
            </a:r>
          </a:p>
        </p:txBody>
      </p:sp>
      <p:sp>
        <p:nvSpPr>
          <p:cNvPr id="3" name="Untertitel 2">
            <a:extLst>
              <a:ext uri="{FF2B5EF4-FFF2-40B4-BE49-F238E27FC236}">
                <a16:creationId xmlns:a16="http://schemas.microsoft.com/office/drawing/2014/main" id="{9F4A5A7B-32F1-4538-86EC-D0B2317455D4}"/>
              </a:ext>
            </a:extLst>
          </p:cNvPr>
          <p:cNvSpPr>
            <a:spLocks noGrp="1"/>
          </p:cNvSpPr>
          <p:nvPr>
            <p:ph type="subTitle" idx="1" hasCustomPrompt="1"/>
          </p:nvPr>
        </p:nvSpPr>
        <p:spPr>
          <a:xfrm>
            <a:off x="-228590" y="3420000"/>
            <a:ext cx="12801058" cy="3581884"/>
          </a:xfrm>
          <a:prstGeom prst="rect">
            <a:avLst/>
          </a:prstGeom>
        </p:spPr>
        <p:txBody>
          <a:bodyPr rIns="216000"/>
          <a:lstStyle>
            <a:lvl1pPr marL="0" indent="0" algn="l">
              <a:lnSpc>
                <a:spcPct val="80000"/>
              </a:lnSpc>
              <a:buNone/>
              <a:defRPr sz="20002">
                <a:solidFill>
                  <a:srgbClr val="13A0D3"/>
                </a:solidFill>
                <a:latin typeface="+mj-lt"/>
              </a:defRPr>
            </a:lvl1pPr>
            <a:lvl2pPr marL="483855" indent="0" algn="ctr">
              <a:buNone/>
              <a:defRPr sz="2117"/>
            </a:lvl2pPr>
            <a:lvl3pPr marL="967710" indent="0" algn="ctr">
              <a:buNone/>
              <a:defRPr sz="1905"/>
            </a:lvl3pPr>
            <a:lvl4pPr marL="1451564" indent="0" algn="ctr">
              <a:buNone/>
              <a:defRPr sz="1693"/>
            </a:lvl4pPr>
            <a:lvl5pPr marL="1935419" indent="0" algn="ctr">
              <a:buNone/>
              <a:defRPr sz="1693"/>
            </a:lvl5pPr>
            <a:lvl6pPr marL="2419274" indent="0" algn="ctr">
              <a:buNone/>
              <a:defRPr sz="1693"/>
            </a:lvl6pPr>
            <a:lvl7pPr marL="2903129" indent="0" algn="ctr">
              <a:buNone/>
              <a:defRPr sz="1693"/>
            </a:lvl7pPr>
            <a:lvl8pPr marL="3386983" indent="0" algn="ctr">
              <a:buNone/>
              <a:defRPr sz="1693"/>
            </a:lvl8pPr>
            <a:lvl9pPr marL="3870838" indent="0" algn="ctr">
              <a:buNone/>
              <a:defRPr sz="1693"/>
            </a:lvl9pPr>
          </a:lstStyle>
          <a:p>
            <a:r>
              <a:rPr lang="en-US" dirty="0"/>
              <a:t>Sub</a:t>
            </a:r>
          </a:p>
        </p:txBody>
      </p:sp>
      <p:pic>
        <p:nvPicPr>
          <p:cNvPr id="5" name="Grafik 4">
            <a:extLst>
              <a:ext uri="{FF2B5EF4-FFF2-40B4-BE49-F238E27FC236}">
                <a16:creationId xmlns:a16="http://schemas.microsoft.com/office/drawing/2014/main" id="{374A9CB5-CAA2-4A49-8F24-799255B5E57E}"/>
              </a:ext>
              <a:ext uri="{C183D7F6-B498-43B3-948B-1728B52AA6E4}">
                <adec:decorative xmlns:adec="http://schemas.microsoft.com/office/drawing/2017/decorative" val="1"/>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692000" y="504000"/>
            <a:ext cx="1017998" cy="252000"/>
          </a:xfrm>
          <a:prstGeom prst="rect">
            <a:avLst/>
          </a:prstGeom>
        </p:spPr>
      </p:pic>
    </p:spTree>
    <p:extLst>
      <p:ext uri="{BB962C8B-B14F-4D97-AF65-F5344CB8AC3E}">
        <p14:creationId xmlns:p14="http://schemas.microsoft.com/office/powerpoint/2010/main" val="284616847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Divider bold typo white">
    <p:bg>
      <p:bgPr>
        <a:solidFill>
          <a:schemeClr val="tx1"/>
        </a:solidFill>
        <a:effectLst/>
      </p:bgPr>
    </p:bg>
    <p:spTree>
      <p:nvGrpSpPr>
        <p:cNvPr id="1" name=""/>
        <p:cNvGrpSpPr/>
        <p:nvPr/>
      </p:nvGrpSpPr>
      <p:grpSpPr>
        <a:xfrm>
          <a:off x="0" y="0"/>
          <a:ext cx="0" cy="0"/>
          <a:chOff x="0" y="0"/>
          <a:chExt cx="0" cy="0"/>
        </a:xfrm>
      </p:grpSpPr>
      <p:sp>
        <p:nvSpPr>
          <p:cNvPr id="9" name="Foliennummernplatzhalter 8">
            <a:extLst>
              <a:ext uri="{FF2B5EF4-FFF2-40B4-BE49-F238E27FC236}">
                <a16:creationId xmlns:a16="http://schemas.microsoft.com/office/drawing/2014/main" id="{FD4BF3A5-0D07-42B9-83A0-4BB19773B0E4}"/>
              </a:ext>
            </a:extLst>
          </p:cNvPr>
          <p:cNvSpPr>
            <a:spLocks noGrp="1"/>
          </p:cNvSpPr>
          <p:nvPr>
            <p:ph type="sldNum" sz="quarter" idx="11"/>
          </p:nvPr>
        </p:nvSpPr>
        <p:spPr/>
        <p:txBody>
          <a:bodyPr/>
          <a:lstStyle/>
          <a:p>
            <a:fld id="{56C449F3-BD9D-48DC-BFF1-0F66671DA7C6}" type="slidenum">
              <a:rPr lang="en-US" smtClean="0"/>
              <a:pPr/>
              <a:t>‹#›</a:t>
            </a:fld>
            <a:endParaRPr lang="en-US" dirty="0"/>
          </a:p>
        </p:txBody>
      </p:sp>
      <p:sp>
        <p:nvSpPr>
          <p:cNvPr id="2" name="Titel 1">
            <a:extLst>
              <a:ext uri="{FF2B5EF4-FFF2-40B4-BE49-F238E27FC236}">
                <a16:creationId xmlns:a16="http://schemas.microsoft.com/office/drawing/2014/main" id="{54344D3D-750E-4AA5-BD45-F6CFA3D07F07}"/>
              </a:ext>
            </a:extLst>
          </p:cNvPr>
          <p:cNvSpPr>
            <a:spLocks noGrp="1"/>
          </p:cNvSpPr>
          <p:nvPr>
            <p:ph type="ctrTitle" hasCustomPrompt="1"/>
          </p:nvPr>
        </p:nvSpPr>
        <p:spPr>
          <a:xfrm>
            <a:off x="-228590" y="1152000"/>
            <a:ext cx="12801058" cy="2666928"/>
          </a:xfrm>
        </p:spPr>
        <p:txBody>
          <a:bodyPr rIns="216000" anchor="b" anchorCtr="0"/>
          <a:lstStyle>
            <a:lvl1pPr algn="r">
              <a:lnSpc>
                <a:spcPct val="80000"/>
              </a:lnSpc>
              <a:defRPr sz="20002">
                <a:solidFill>
                  <a:schemeClr val="bg1"/>
                </a:solidFill>
              </a:defRPr>
            </a:lvl1pPr>
          </a:lstStyle>
          <a:p>
            <a:r>
              <a:rPr lang="en-US" dirty="0"/>
              <a:t>Title</a:t>
            </a:r>
          </a:p>
        </p:txBody>
      </p:sp>
      <p:sp>
        <p:nvSpPr>
          <p:cNvPr id="3" name="Untertitel 2">
            <a:extLst>
              <a:ext uri="{FF2B5EF4-FFF2-40B4-BE49-F238E27FC236}">
                <a16:creationId xmlns:a16="http://schemas.microsoft.com/office/drawing/2014/main" id="{9F4A5A7B-32F1-4538-86EC-D0B2317455D4}"/>
              </a:ext>
            </a:extLst>
          </p:cNvPr>
          <p:cNvSpPr>
            <a:spLocks noGrp="1"/>
          </p:cNvSpPr>
          <p:nvPr>
            <p:ph type="subTitle" idx="1" hasCustomPrompt="1"/>
          </p:nvPr>
        </p:nvSpPr>
        <p:spPr>
          <a:xfrm>
            <a:off x="-228590" y="3420000"/>
            <a:ext cx="12801058" cy="3581884"/>
          </a:xfrm>
        </p:spPr>
        <p:txBody>
          <a:bodyPr rIns="216000"/>
          <a:lstStyle>
            <a:lvl1pPr marL="0" indent="0" algn="l">
              <a:lnSpc>
                <a:spcPct val="80000"/>
              </a:lnSpc>
              <a:buNone/>
              <a:defRPr sz="20002">
                <a:solidFill>
                  <a:srgbClr val="13A0D3"/>
                </a:solidFill>
                <a:latin typeface="+mj-lt"/>
              </a:defRPr>
            </a:lvl1pPr>
            <a:lvl2pPr marL="483855" indent="0" algn="ctr">
              <a:buNone/>
              <a:defRPr sz="2117"/>
            </a:lvl2pPr>
            <a:lvl3pPr marL="967710" indent="0" algn="ctr">
              <a:buNone/>
              <a:defRPr sz="1905"/>
            </a:lvl3pPr>
            <a:lvl4pPr marL="1451564" indent="0" algn="ctr">
              <a:buNone/>
              <a:defRPr sz="1693"/>
            </a:lvl4pPr>
            <a:lvl5pPr marL="1935419" indent="0" algn="ctr">
              <a:buNone/>
              <a:defRPr sz="1693"/>
            </a:lvl5pPr>
            <a:lvl6pPr marL="2419274" indent="0" algn="ctr">
              <a:buNone/>
              <a:defRPr sz="1693"/>
            </a:lvl6pPr>
            <a:lvl7pPr marL="2903129" indent="0" algn="ctr">
              <a:buNone/>
              <a:defRPr sz="1693"/>
            </a:lvl7pPr>
            <a:lvl8pPr marL="3386983" indent="0" algn="ctr">
              <a:buNone/>
              <a:defRPr sz="1693"/>
            </a:lvl8pPr>
            <a:lvl9pPr marL="3870838" indent="0" algn="ctr">
              <a:buNone/>
              <a:defRPr sz="1693"/>
            </a:lvl9pPr>
          </a:lstStyle>
          <a:p>
            <a:r>
              <a:rPr lang="en-US" dirty="0"/>
              <a:t>Sub</a:t>
            </a:r>
          </a:p>
        </p:txBody>
      </p:sp>
    </p:spTree>
    <p:extLst>
      <p:ext uri="{BB962C8B-B14F-4D97-AF65-F5344CB8AC3E}">
        <p14:creationId xmlns:p14="http://schemas.microsoft.com/office/powerpoint/2010/main" val="81646907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Divider blue + image">
    <p:bg>
      <p:bgPr>
        <a:solidFill>
          <a:srgbClr val="122B54"/>
        </a:solidFill>
        <a:effectLst/>
      </p:bgPr>
    </p:bg>
    <p:spTree>
      <p:nvGrpSpPr>
        <p:cNvPr id="1" name=""/>
        <p:cNvGrpSpPr/>
        <p:nvPr/>
      </p:nvGrpSpPr>
      <p:grpSpPr>
        <a:xfrm>
          <a:off x="0" y="0"/>
          <a:ext cx="0" cy="0"/>
          <a:chOff x="0" y="0"/>
          <a:chExt cx="0" cy="0"/>
        </a:xfrm>
      </p:grpSpPr>
      <p:sp>
        <p:nvSpPr>
          <p:cNvPr id="4" name="Foliennummernplatzhalter 3">
            <a:extLst>
              <a:ext uri="{FF2B5EF4-FFF2-40B4-BE49-F238E27FC236}">
                <a16:creationId xmlns:a16="http://schemas.microsoft.com/office/drawing/2014/main" id="{2BDBAB04-1D2E-4D8E-B3D2-20C3A531B512}"/>
              </a:ext>
            </a:extLst>
          </p:cNvPr>
          <p:cNvSpPr>
            <a:spLocks noGrp="1"/>
          </p:cNvSpPr>
          <p:nvPr>
            <p:ph type="sldNum" sz="quarter" idx="11"/>
          </p:nvPr>
        </p:nvSpPr>
        <p:spPr/>
        <p:txBody>
          <a:bodyPr/>
          <a:lstStyle>
            <a:lvl1pPr>
              <a:defRPr>
                <a:solidFill>
                  <a:schemeClr val="tx1"/>
                </a:solidFill>
              </a:defRPr>
            </a:lvl1pPr>
          </a:lstStyle>
          <a:p>
            <a:fld id="{56C449F3-BD9D-48DC-BFF1-0F66671DA7C6}" type="slidenum">
              <a:rPr lang="en-US" smtClean="0"/>
              <a:pPr/>
              <a:t>‹#›</a:t>
            </a:fld>
            <a:endParaRPr lang="en-US" dirty="0"/>
          </a:p>
        </p:txBody>
      </p:sp>
      <p:sp>
        <p:nvSpPr>
          <p:cNvPr id="2" name="Titel 1">
            <a:extLst>
              <a:ext uri="{FF2B5EF4-FFF2-40B4-BE49-F238E27FC236}">
                <a16:creationId xmlns:a16="http://schemas.microsoft.com/office/drawing/2014/main" id="{B2219988-30BF-4574-85B3-793CCEE20F44}"/>
              </a:ext>
            </a:extLst>
          </p:cNvPr>
          <p:cNvSpPr>
            <a:spLocks noGrp="1"/>
          </p:cNvSpPr>
          <p:nvPr>
            <p:ph type="title"/>
          </p:nvPr>
        </p:nvSpPr>
        <p:spPr>
          <a:xfrm>
            <a:off x="479427" y="476250"/>
            <a:ext cx="3600448" cy="1080000"/>
          </a:xfrm>
        </p:spPr>
        <p:txBody>
          <a:bodyPr/>
          <a:lstStyle>
            <a:lvl1pPr>
              <a:defRPr>
                <a:solidFill>
                  <a:schemeClr val="tx1"/>
                </a:solidFill>
              </a:defRPr>
            </a:lvl1pPr>
          </a:lstStyle>
          <a:p>
            <a:r>
              <a:rPr lang="en-US"/>
              <a:t>Click to edit Master title style</a:t>
            </a:r>
            <a:endParaRPr lang="en-US" dirty="0"/>
          </a:p>
        </p:txBody>
      </p:sp>
      <p:sp>
        <p:nvSpPr>
          <p:cNvPr id="8" name="Textplatzhalter 7">
            <a:extLst>
              <a:ext uri="{FF2B5EF4-FFF2-40B4-BE49-F238E27FC236}">
                <a16:creationId xmlns:a16="http://schemas.microsoft.com/office/drawing/2014/main" id="{469759C4-BC62-4FF7-9444-30229490F126}"/>
              </a:ext>
            </a:extLst>
          </p:cNvPr>
          <p:cNvSpPr>
            <a:spLocks noGrp="1"/>
          </p:cNvSpPr>
          <p:nvPr>
            <p:ph type="body" sz="quarter" idx="18"/>
          </p:nvPr>
        </p:nvSpPr>
        <p:spPr>
          <a:xfrm>
            <a:off x="479425" y="3600000"/>
            <a:ext cx="3816350" cy="1947863"/>
          </a:xfrm>
        </p:spPr>
        <p:txBody>
          <a:bodyPr/>
          <a:lstStyle>
            <a:lvl1pPr>
              <a:defRPr sz="16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Bildplatzhalter 6">
            <a:extLst>
              <a:ext uri="{FF2B5EF4-FFF2-40B4-BE49-F238E27FC236}">
                <a16:creationId xmlns:a16="http://schemas.microsoft.com/office/drawing/2014/main" id="{CE71AF72-2FFB-40A2-ADC6-9889A3507C4C}"/>
              </a:ext>
              <a:ext uri="{C183D7F6-B498-43B3-948B-1728B52AA6E4}">
                <adec:decorative xmlns:adec="http://schemas.microsoft.com/office/drawing/2017/decorative" val="1"/>
              </a:ext>
            </a:extLst>
          </p:cNvPr>
          <p:cNvSpPr>
            <a:spLocks noGrp="1"/>
          </p:cNvSpPr>
          <p:nvPr>
            <p:ph type="pic" sz="quarter" idx="13"/>
          </p:nvPr>
        </p:nvSpPr>
        <p:spPr>
          <a:xfrm>
            <a:off x="5148001" y="0"/>
            <a:ext cx="7044000" cy="4968000"/>
          </a:xfrm>
          <a:solidFill>
            <a:schemeClr val="tx2"/>
          </a:solidFill>
        </p:spPr>
        <p:txBody>
          <a:bodyPr/>
          <a:lstStyle/>
          <a:p>
            <a:r>
              <a:rPr lang="en-US"/>
              <a:t>Click icon to add picture</a:t>
            </a:r>
            <a:endParaRPr lang="en-US" dirty="0"/>
          </a:p>
        </p:txBody>
      </p:sp>
      <p:sp>
        <p:nvSpPr>
          <p:cNvPr id="6" name="Bildplatzhalter 9">
            <a:extLst>
              <a:ext uri="{FF2B5EF4-FFF2-40B4-BE49-F238E27FC236}">
                <a16:creationId xmlns:a16="http://schemas.microsoft.com/office/drawing/2014/main" id="{783CECED-A8D5-4BD6-A656-0D10C41795B8}"/>
              </a:ext>
              <a:ext uri="{C183D7F6-B498-43B3-948B-1728B52AA6E4}">
                <adec:decorative xmlns:adec="http://schemas.microsoft.com/office/drawing/2017/decorative" val="1"/>
              </a:ext>
            </a:extLst>
          </p:cNvPr>
          <p:cNvSpPr>
            <a:spLocks noGrp="1"/>
          </p:cNvSpPr>
          <p:nvPr>
            <p:ph type="pic" sz="quarter" idx="17"/>
          </p:nvPr>
        </p:nvSpPr>
        <p:spPr>
          <a:xfrm>
            <a:off x="10692000" y="504000"/>
            <a:ext cx="1018800" cy="252000"/>
          </a:xfrm>
          <a:blipFill>
            <a:blip r:embed="rId2">
              <a:extLst>
                <a:ext uri="{96DAC541-7B7A-43D3-8B79-37D633B846F1}">
                  <asvg:svgBlip xmlns:asvg="http://schemas.microsoft.com/office/drawing/2016/SVG/main" r:embed="rId3"/>
                </a:ext>
              </a:extLst>
            </a:blip>
            <a:stretch>
              <a:fillRect/>
            </a:stretch>
          </a:blipFill>
        </p:spPr>
        <p:txBody>
          <a:bodyPr/>
          <a:lstStyle>
            <a:lvl1pPr>
              <a:defRPr sz="800">
                <a:solidFill>
                  <a:schemeClr val="tx1">
                    <a:alpha val="0"/>
                  </a:schemeClr>
                </a:solidFill>
              </a:defRPr>
            </a:lvl1pPr>
          </a:lstStyle>
          <a:p>
            <a:r>
              <a:rPr lang="en-US"/>
              <a:t>Click icon to add picture</a:t>
            </a:r>
            <a:endParaRPr lang="en-US" dirty="0"/>
          </a:p>
        </p:txBody>
      </p:sp>
    </p:spTree>
    <p:extLst>
      <p:ext uri="{BB962C8B-B14F-4D97-AF65-F5344CB8AC3E}">
        <p14:creationId xmlns:p14="http://schemas.microsoft.com/office/powerpoint/2010/main" val="41896215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p:cSld name="Divider white + image">
    <p:spTree>
      <p:nvGrpSpPr>
        <p:cNvPr id="1" name=""/>
        <p:cNvGrpSpPr/>
        <p:nvPr/>
      </p:nvGrpSpPr>
      <p:grpSpPr>
        <a:xfrm>
          <a:off x="0" y="0"/>
          <a:ext cx="0" cy="0"/>
          <a:chOff x="0" y="0"/>
          <a:chExt cx="0" cy="0"/>
        </a:xfrm>
      </p:grpSpPr>
      <p:sp>
        <p:nvSpPr>
          <p:cNvPr id="4" name="Foliennummernplatzhalter 3">
            <a:extLst>
              <a:ext uri="{FF2B5EF4-FFF2-40B4-BE49-F238E27FC236}">
                <a16:creationId xmlns:a16="http://schemas.microsoft.com/office/drawing/2014/main" id="{2BDBAB04-1D2E-4D8E-B3D2-20C3A531B512}"/>
              </a:ext>
            </a:extLst>
          </p:cNvPr>
          <p:cNvSpPr>
            <a:spLocks noGrp="1"/>
          </p:cNvSpPr>
          <p:nvPr>
            <p:ph type="sldNum" sz="quarter" idx="11"/>
          </p:nvPr>
        </p:nvSpPr>
        <p:spPr/>
        <p:txBody>
          <a:bodyPr/>
          <a:lstStyle/>
          <a:p>
            <a:fld id="{56C449F3-BD9D-48DC-BFF1-0F66671DA7C6}" type="slidenum">
              <a:rPr lang="en-US" smtClean="0"/>
              <a:pPr/>
              <a:t>‹#›</a:t>
            </a:fld>
            <a:endParaRPr lang="en-US" dirty="0"/>
          </a:p>
        </p:txBody>
      </p:sp>
      <p:sp>
        <p:nvSpPr>
          <p:cNvPr id="2" name="Titel 1">
            <a:extLst>
              <a:ext uri="{FF2B5EF4-FFF2-40B4-BE49-F238E27FC236}">
                <a16:creationId xmlns:a16="http://schemas.microsoft.com/office/drawing/2014/main" id="{B2219988-30BF-4574-85B3-793CCEE20F44}"/>
              </a:ext>
            </a:extLst>
          </p:cNvPr>
          <p:cNvSpPr>
            <a:spLocks noGrp="1"/>
          </p:cNvSpPr>
          <p:nvPr>
            <p:ph type="title"/>
          </p:nvPr>
        </p:nvSpPr>
        <p:spPr>
          <a:xfrm>
            <a:off x="479427" y="476250"/>
            <a:ext cx="3600448" cy="1080000"/>
          </a:xfrm>
        </p:spPr>
        <p:txBody>
          <a:bodyPr/>
          <a:lstStyle/>
          <a:p>
            <a:r>
              <a:rPr lang="en-US"/>
              <a:t>Click to edit Master title style</a:t>
            </a:r>
            <a:endParaRPr lang="en-US" dirty="0"/>
          </a:p>
        </p:txBody>
      </p:sp>
      <p:sp>
        <p:nvSpPr>
          <p:cNvPr id="8" name="Textplatzhalter 7">
            <a:extLst>
              <a:ext uri="{FF2B5EF4-FFF2-40B4-BE49-F238E27FC236}">
                <a16:creationId xmlns:a16="http://schemas.microsoft.com/office/drawing/2014/main" id="{469759C4-BC62-4FF7-9444-30229490F126}"/>
              </a:ext>
            </a:extLst>
          </p:cNvPr>
          <p:cNvSpPr>
            <a:spLocks noGrp="1"/>
          </p:cNvSpPr>
          <p:nvPr>
            <p:ph type="body" sz="quarter" idx="18"/>
          </p:nvPr>
        </p:nvSpPr>
        <p:spPr>
          <a:xfrm>
            <a:off x="479425" y="3600000"/>
            <a:ext cx="3816350" cy="1947863"/>
          </a:xfrm>
        </p:spPr>
        <p:txBody>
          <a:bodyPr/>
          <a:lstStyle>
            <a:lvl1pPr>
              <a:defRPr sz="16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Bildplatzhalter 6">
            <a:extLst>
              <a:ext uri="{FF2B5EF4-FFF2-40B4-BE49-F238E27FC236}">
                <a16:creationId xmlns:a16="http://schemas.microsoft.com/office/drawing/2014/main" id="{CE71AF72-2FFB-40A2-ADC6-9889A3507C4C}"/>
              </a:ext>
              <a:ext uri="{C183D7F6-B498-43B3-948B-1728B52AA6E4}">
                <adec:decorative xmlns:adec="http://schemas.microsoft.com/office/drawing/2017/decorative" val="1"/>
              </a:ext>
            </a:extLst>
          </p:cNvPr>
          <p:cNvSpPr>
            <a:spLocks noGrp="1"/>
          </p:cNvSpPr>
          <p:nvPr>
            <p:ph type="pic" sz="quarter" idx="13"/>
          </p:nvPr>
        </p:nvSpPr>
        <p:spPr>
          <a:xfrm>
            <a:off x="5148001" y="0"/>
            <a:ext cx="7044000" cy="4968000"/>
          </a:xfrm>
          <a:solidFill>
            <a:schemeClr val="tx2"/>
          </a:solidFill>
        </p:spPr>
        <p:txBody>
          <a:bodyPr/>
          <a:lstStyle/>
          <a:p>
            <a:r>
              <a:rPr lang="en-US"/>
              <a:t>Click icon to add picture</a:t>
            </a:r>
            <a:endParaRPr lang="en-US" dirty="0"/>
          </a:p>
        </p:txBody>
      </p:sp>
      <p:sp>
        <p:nvSpPr>
          <p:cNvPr id="6" name="Bildplatzhalter 9">
            <a:extLst>
              <a:ext uri="{FF2B5EF4-FFF2-40B4-BE49-F238E27FC236}">
                <a16:creationId xmlns:a16="http://schemas.microsoft.com/office/drawing/2014/main" id="{783CECED-A8D5-4BD6-A656-0D10C41795B8}"/>
              </a:ext>
              <a:ext uri="{C183D7F6-B498-43B3-948B-1728B52AA6E4}">
                <adec:decorative xmlns:adec="http://schemas.microsoft.com/office/drawing/2017/decorative" val="1"/>
              </a:ext>
            </a:extLst>
          </p:cNvPr>
          <p:cNvSpPr>
            <a:spLocks noGrp="1"/>
          </p:cNvSpPr>
          <p:nvPr>
            <p:ph type="pic" sz="quarter" idx="17"/>
          </p:nvPr>
        </p:nvSpPr>
        <p:spPr>
          <a:xfrm>
            <a:off x="10692000" y="504000"/>
            <a:ext cx="1018800" cy="252000"/>
          </a:xfrm>
          <a:blipFill>
            <a:blip r:embed="rId2">
              <a:extLst>
                <a:ext uri="{96DAC541-7B7A-43D3-8B79-37D633B846F1}">
                  <asvg:svgBlip xmlns:asvg="http://schemas.microsoft.com/office/drawing/2016/SVG/main" r:embed="rId3"/>
                </a:ext>
              </a:extLst>
            </a:blip>
            <a:stretch>
              <a:fillRect/>
            </a:stretch>
          </a:blipFill>
        </p:spPr>
        <p:txBody>
          <a:bodyPr/>
          <a:lstStyle>
            <a:lvl1pPr>
              <a:defRPr sz="800">
                <a:solidFill>
                  <a:schemeClr val="tx1">
                    <a:alpha val="0"/>
                  </a:schemeClr>
                </a:solidFill>
              </a:defRPr>
            </a:lvl1pPr>
          </a:lstStyle>
          <a:p>
            <a:r>
              <a:rPr lang="en-US"/>
              <a:t>Click icon to add picture</a:t>
            </a:r>
            <a:endParaRPr lang="en-US" dirty="0"/>
          </a:p>
        </p:txBody>
      </p:sp>
    </p:spTree>
    <p:extLst>
      <p:ext uri="{BB962C8B-B14F-4D97-AF65-F5344CB8AC3E}">
        <p14:creationId xmlns:p14="http://schemas.microsoft.com/office/powerpoint/2010/main" val="208858601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End chart">
    <p:spTree>
      <p:nvGrpSpPr>
        <p:cNvPr id="1" name=""/>
        <p:cNvGrpSpPr/>
        <p:nvPr/>
      </p:nvGrpSpPr>
      <p:grpSpPr>
        <a:xfrm>
          <a:off x="0" y="0"/>
          <a:ext cx="0" cy="0"/>
          <a:chOff x="0" y="0"/>
          <a:chExt cx="0" cy="0"/>
        </a:xfrm>
      </p:grpSpPr>
      <p:sp>
        <p:nvSpPr>
          <p:cNvPr id="4" name="Foliennummernplatzhalter 3">
            <a:extLst>
              <a:ext uri="{FF2B5EF4-FFF2-40B4-BE49-F238E27FC236}">
                <a16:creationId xmlns:a16="http://schemas.microsoft.com/office/drawing/2014/main" id="{1E761017-7A9E-407D-8DCD-CEDEF7758D25}"/>
              </a:ext>
            </a:extLst>
          </p:cNvPr>
          <p:cNvSpPr>
            <a:spLocks noGrp="1"/>
          </p:cNvSpPr>
          <p:nvPr>
            <p:ph type="sldNum" sz="quarter" idx="11"/>
          </p:nvPr>
        </p:nvSpPr>
        <p:spPr/>
        <p:txBody>
          <a:bodyPr/>
          <a:lstStyle/>
          <a:p>
            <a:fld id="{56C449F3-BD9D-48DC-BFF1-0F66671DA7C6}" type="slidenum">
              <a:rPr lang="en-US" smtClean="0"/>
              <a:pPr/>
              <a:t>‹#›</a:t>
            </a:fld>
            <a:endParaRPr lang="en-US" dirty="0"/>
          </a:p>
        </p:txBody>
      </p:sp>
      <p:pic>
        <p:nvPicPr>
          <p:cNvPr id="5" name="Bildplatzhalter 11">
            <a:extLst>
              <a:ext uri="{FF2B5EF4-FFF2-40B4-BE49-F238E27FC236}">
                <a16:creationId xmlns:a16="http://schemas.microsoft.com/office/drawing/2014/main" id="{727A807A-44F9-421E-99A3-97AA64680286}"/>
              </a:ext>
              <a:ext uri="{C183D7F6-B498-43B3-948B-1728B52AA6E4}">
                <adec:decorative xmlns:adec="http://schemas.microsoft.com/office/drawing/2017/decorative" val="1"/>
              </a:ext>
            </a:extLst>
          </p:cNvPr>
          <p:cNvPicPr>
            <a:picLocks noChangeAspect="1"/>
          </p:cNvPicPr>
          <p:nvPr/>
        </p:nvPicPr>
        <p:blipFill>
          <a:blip r:embed="rId2" cstate="screen">
            <a:extLst>
              <a:ext uri="{28A0092B-C50C-407E-A947-70E740481C1C}">
                <a14:useLocalDpi xmlns:a14="http://schemas.microsoft.com/office/drawing/2010/main"/>
              </a:ext>
            </a:extLst>
          </a:blip>
          <a:srcRect/>
          <a:stretch>
            <a:fillRect/>
          </a:stretch>
        </p:blipFill>
        <p:spPr>
          <a:xfrm>
            <a:off x="0" y="0"/>
            <a:ext cx="12192000" cy="6858000"/>
          </a:xfrm>
          <a:prstGeom prst="rect">
            <a:avLst/>
          </a:prstGeom>
        </p:spPr>
      </p:pic>
      <p:sp>
        <p:nvSpPr>
          <p:cNvPr id="6" name="Grafik 13">
            <a:extLst>
              <a:ext uri="{FF2B5EF4-FFF2-40B4-BE49-F238E27FC236}">
                <a16:creationId xmlns:a16="http://schemas.microsoft.com/office/drawing/2014/main" id="{CE079E16-C310-4874-A85B-DA706D4C21CA}"/>
              </a:ext>
            </a:extLst>
          </p:cNvPr>
          <p:cNvSpPr>
            <a:spLocks noChangeAspect="1"/>
          </p:cNvSpPr>
          <p:nvPr/>
        </p:nvSpPr>
        <p:spPr>
          <a:xfrm>
            <a:off x="3810098" y="1143097"/>
            <a:ext cx="4571808" cy="4571807"/>
          </a:xfrm>
          <a:custGeom>
            <a:avLst/>
            <a:gdLst>
              <a:gd name="connsiteX0" fmla="*/ 3048606 w 5327650"/>
              <a:gd name="connsiteY0" fmla="*/ 4158431 h 5327649"/>
              <a:gd name="connsiteX1" fmla="*/ 3048606 w 5327650"/>
              <a:gd name="connsiteY1" fmla="*/ 1218444 h 5327649"/>
              <a:gd name="connsiteX2" fmla="*/ 2737659 w 5327650"/>
              <a:gd name="connsiteY2" fmla="*/ 905364 h 5327649"/>
              <a:gd name="connsiteX3" fmla="*/ 2049870 w 5327650"/>
              <a:gd name="connsiteY3" fmla="*/ 905364 h 5327649"/>
              <a:gd name="connsiteX4" fmla="*/ 2049870 w 5327650"/>
              <a:gd name="connsiteY4" fmla="*/ 1233529 h 5327649"/>
              <a:gd name="connsiteX5" fmla="*/ 2090888 w 5327650"/>
              <a:gd name="connsiteY5" fmla="*/ 1233529 h 5327649"/>
              <a:gd name="connsiteX6" fmla="*/ 2278251 w 5327650"/>
              <a:gd name="connsiteY6" fmla="*/ 1458216 h 5327649"/>
              <a:gd name="connsiteX7" fmla="*/ 2278251 w 5327650"/>
              <a:gd name="connsiteY7" fmla="*/ 4158431 h 5327649"/>
              <a:gd name="connsiteX8" fmla="*/ 3048606 w 5327650"/>
              <a:gd name="connsiteY8" fmla="*/ 4158431 h 5327649"/>
              <a:gd name="connsiteX9" fmla="*/ 3387869 w 5327650"/>
              <a:gd name="connsiteY9" fmla="*/ 4158431 h 5327649"/>
              <a:gd name="connsiteX10" fmla="*/ 4152137 w 5327650"/>
              <a:gd name="connsiteY10" fmla="*/ 4158431 h 5327649"/>
              <a:gd name="connsiteX11" fmla="*/ 4152137 w 5327650"/>
              <a:gd name="connsiteY11" fmla="*/ 1868687 h 5327649"/>
              <a:gd name="connsiteX12" fmla="*/ 3839602 w 5327650"/>
              <a:gd name="connsiteY12" fmla="*/ 1556136 h 5327649"/>
              <a:gd name="connsiteX13" fmla="*/ 3387869 w 5327650"/>
              <a:gd name="connsiteY13" fmla="*/ 1556136 h 5327649"/>
              <a:gd name="connsiteX14" fmla="*/ 3387869 w 5327650"/>
              <a:gd name="connsiteY14" fmla="*/ 4158431 h 5327649"/>
              <a:gd name="connsiteX15" fmla="*/ 1940840 w 5327650"/>
              <a:gd name="connsiteY15" fmla="*/ 4158431 h 5327649"/>
              <a:gd name="connsiteX16" fmla="*/ 1940840 w 5327650"/>
              <a:gd name="connsiteY16" fmla="*/ 1556136 h 5327649"/>
              <a:gd name="connsiteX17" fmla="*/ 1488048 w 5327650"/>
              <a:gd name="connsiteY17" fmla="*/ 1556136 h 5327649"/>
              <a:gd name="connsiteX18" fmla="*/ 1176307 w 5327650"/>
              <a:gd name="connsiteY18" fmla="*/ 1868687 h 5327649"/>
              <a:gd name="connsiteX19" fmla="*/ 1176307 w 5327650"/>
              <a:gd name="connsiteY19" fmla="*/ 4158431 h 5327649"/>
              <a:gd name="connsiteX20" fmla="*/ 1940840 w 5327650"/>
              <a:gd name="connsiteY20" fmla="*/ 4158431 h 5327649"/>
              <a:gd name="connsiteX21" fmla="*/ 4875123 w 5327650"/>
              <a:gd name="connsiteY21" fmla="*/ 2664222 h 5327649"/>
              <a:gd name="connsiteX22" fmla="*/ 2664090 w 5327650"/>
              <a:gd name="connsiteY22" fmla="*/ 4901565 h 5327649"/>
              <a:gd name="connsiteX23" fmla="*/ 452792 w 5327650"/>
              <a:gd name="connsiteY23" fmla="*/ 2664222 h 5327649"/>
              <a:gd name="connsiteX24" fmla="*/ 2664090 w 5327650"/>
              <a:gd name="connsiteY24" fmla="*/ 426350 h 5327649"/>
              <a:gd name="connsiteX25" fmla="*/ 4875123 w 5327650"/>
              <a:gd name="connsiteY25" fmla="*/ 2664222 h 5327649"/>
              <a:gd name="connsiteX26" fmla="*/ 5327650 w 5327650"/>
              <a:gd name="connsiteY26" fmla="*/ 2657341 h 5327649"/>
              <a:gd name="connsiteX27" fmla="*/ 2667530 w 5327650"/>
              <a:gd name="connsiteY27" fmla="*/ 0 h 5327649"/>
              <a:gd name="connsiteX28" fmla="*/ 2660649 w 5327650"/>
              <a:gd name="connsiteY28" fmla="*/ 0 h 5327649"/>
              <a:gd name="connsiteX29" fmla="*/ 0 w 5327650"/>
              <a:gd name="connsiteY29" fmla="*/ 2664222 h 5327649"/>
              <a:gd name="connsiteX30" fmla="*/ 2664090 w 5327650"/>
              <a:gd name="connsiteY30" fmla="*/ 5327650 h 5327649"/>
              <a:gd name="connsiteX31" fmla="*/ 5327650 w 5327650"/>
              <a:gd name="connsiteY31" fmla="*/ 2670838 h 5327649"/>
              <a:gd name="connsiteX32" fmla="*/ 5327650 w 5327650"/>
              <a:gd name="connsiteY32" fmla="*/ 2657341 h 5327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327650" h="5327649">
                <a:moveTo>
                  <a:pt x="3048606" y="4158431"/>
                </a:moveTo>
                <a:lnTo>
                  <a:pt x="3048606" y="1218444"/>
                </a:lnTo>
                <a:cubicBezTo>
                  <a:pt x="3048606" y="984230"/>
                  <a:pt x="2965245" y="905364"/>
                  <a:pt x="2737659" y="905364"/>
                </a:cubicBezTo>
                <a:lnTo>
                  <a:pt x="2049870" y="905364"/>
                </a:lnTo>
                <a:lnTo>
                  <a:pt x="2049870" y="1233529"/>
                </a:lnTo>
                <a:lnTo>
                  <a:pt x="2090888" y="1233529"/>
                </a:lnTo>
                <a:cubicBezTo>
                  <a:pt x="2248082" y="1233529"/>
                  <a:pt x="2278251" y="1268992"/>
                  <a:pt x="2278251" y="1458216"/>
                </a:cubicBezTo>
                <a:lnTo>
                  <a:pt x="2278251" y="4158431"/>
                </a:lnTo>
                <a:lnTo>
                  <a:pt x="3048606" y="4158431"/>
                </a:lnTo>
                <a:close/>
                <a:moveTo>
                  <a:pt x="3387869" y="4158431"/>
                </a:moveTo>
                <a:lnTo>
                  <a:pt x="4152137" y="4158431"/>
                </a:lnTo>
                <a:lnTo>
                  <a:pt x="4152137" y="1868687"/>
                </a:lnTo>
                <a:cubicBezTo>
                  <a:pt x="4152137" y="1638972"/>
                  <a:pt x="4063484" y="1556136"/>
                  <a:pt x="3839602" y="1556136"/>
                </a:cubicBezTo>
                <a:lnTo>
                  <a:pt x="3387869" y="1556136"/>
                </a:lnTo>
                <a:lnTo>
                  <a:pt x="3387869" y="4158431"/>
                </a:lnTo>
                <a:close/>
                <a:moveTo>
                  <a:pt x="1940840" y="4158431"/>
                </a:moveTo>
                <a:lnTo>
                  <a:pt x="1940840" y="1556136"/>
                </a:lnTo>
                <a:lnTo>
                  <a:pt x="1488048" y="1556136"/>
                </a:lnTo>
                <a:cubicBezTo>
                  <a:pt x="1264166" y="1556136"/>
                  <a:pt x="1176307" y="1638972"/>
                  <a:pt x="1176307" y="1868687"/>
                </a:cubicBezTo>
                <a:lnTo>
                  <a:pt x="1176307" y="4158431"/>
                </a:lnTo>
                <a:lnTo>
                  <a:pt x="1940840" y="4158431"/>
                </a:lnTo>
                <a:close/>
                <a:moveTo>
                  <a:pt x="4875123" y="2664222"/>
                </a:moveTo>
                <a:cubicBezTo>
                  <a:pt x="4875123" y="3959679"/>
                  <a:pt x="3943869" y="4901565"/>
                  <a:pt x="2664090" y="4901565"/>
                </a:cubicBezTo>
                <a:cubicBezTo>
                  <a:pt x="1384310" y="4901565"/>
                  <a:pt x="452792" y="3959679"/>
                  <a:pt x="452792" y="2664222"/>
                </a:cubicBezTo>
                <a:cubicBezTo>
                  <a:pt x="452792" y="1368500"/>
                  <a:pt x="1384310" y="426350"/>
                  <a:pt x="2664090" y="426350"/>
                </a:cubicBezTo>
                <a:cubicBezTo>
                  <a:pt x="3943869" y="426350"/>
                  <a:pt x="4875123" y="1374323"/>
                  <a:pt x="4875123" y="2664222"/>
                </a:cubicBezTo>
                <a:close/>
                <a:moveTo>
                  <a:pt x="5327650" y="2657341"/>
                </a:moveTo>
                <a:cubicBezTo>
                  <a:pt x="5324210" y="1138520"/>
                  <a:pt x="4187599" y="1588"/>
                  <a:pt x="2667530" y="0"/>
                </a:cubicBezTo>
                <a:lnTo>
                  <a:pt x="2660649" y="0"/>
                </a:lnTo>
                <a:cubicBezTo>
                  <a:pt x="1137670" y="1588"/>
                  <a:pt x="0" y="1141961"/>
                  <a:pt x="0" y="2664222"/>
                </a:cubicBezTo>
                <a:cubicBezTo>
                  <a:pt x="0" y="4189395"/>
                  <a:pt x="1139258" y="5327650"/>
                  <a:pt x="2664090" y="5327650"/>
                </a:cubicBezTo>
                <a:cubicBezTo>
                  <a:pt x="4186011" y="5327650"/>
                  <a:pt x="5324210" y="4192835"/>
                  <a:pt x="5327650" y="2670838"/>
                </a:cubicBezTo>
                <a:lnTo>
                  <a:pt x="5327650" y="2657341"/>
                </a:lnTo>
                <a:close/>
              </a:path>
            </a:pathLst>
          </a:custGeom>
          <a:gradFill flip="none" rotWithShape="1">
            <a:gsLst>
              <a:gs pos="0">
                <a:schemeClr val="bg1">
                  <a:lumMod val="75000"/>
                </a:schemeClr>
              </a:gs>
              <a:gs pos="100000">
                <a:schemeClr val="bg1">
                  <a:alpha val="25000"/>
                  <a:lumMod val="100000"/>
                </a:schemeClr>
              </a:gs>
            </a:gsLst>
            <a:lin ang="18900000" scaled="1"/>
            <a:tileRect/>
          </a:gradFill>
          <a:ln w="264" cap="flat">
            <a:noFill/>
            <a:prstDash val="solid"/>
            <a:miter/>
          </a:ln>
        </p:spPr>
        <p:txBody>
          <a:bodyPr rtlCol="0" anchor="ctr"/>
          <a:lstStyle/>
          <a:p>
            <a:endParaRPr lang="en-US" sz="1905" dirty="0"/>
          </a:p>
        </p:txBody>
      </p:sp>
    </p:spTree>
    <p:extLst>
      <p:ext uri="{BB962C8B-B14F-4D97-AF65-F5344CB8AC3E}">
        <p14:creationId xmlns:p14="http://schemas.microsoft.com/office/powerpoint/2010/main" val="61498110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1 Column">
    <p:spTree>
      <p:nvGrpSpPr>
        <p:cNvPr id="1" name=""/>
        <p:cNvGrpSpPr/>
        <p:nvPr/>
      </p:nvGrpSpPr>
      <p:grpSpPr>
        <a:xfrm>
          <a:off x="0" y="0"/>
          <a:ext cx="0" cy="0"/>
          <a:chOff x="0" y="0"/>
          <a:chExt cx="0" cy="0"/>
        </a:xfrm>
      </p:grpSpPr>
      <p:sp>
        <p:nvSpPr>
          <p:cNvPr id="11" name="Foliennummernplatzhalter 10">
            <a:extLst>
              <a:ext uri="{FF2B5EF4-FFF2-40B4-BE49-F238E27FC236}">
                <a16:creationId xmlns:a16="http://schemas.microsoft.com/office/drawing/2014/main" id="{284ABCF1-F66C-42C3-892B-72AE24E22DF2}"/>
              </a:ext>
            </a:extLst>
          </p:cNvPr>
          <p:cNvSpPr>
            <a:spLocks noGrp="1"/>
          </p:cNvSpPr>
          <p:nvPr>
            <p:ph type="sldNum" sz="quarter" idx="14"/>
          </p:nvPr>
        </p:nvSpPr>
        <p:spPr/>
        <p:txBody>
          <a:bodyPr/>
          <a:lstStyle/>
          <a:p>
            <a:fld id="{56C449F3-BD9D-48DC-BFF1-0F66671DA7C6}" type="slidenum">
              <a:rPr lang="en-US" smtClean="0"/>
              <a:pPr/>
              <a:t>‹#›</a:t>
            </a:fld>
            <a:endParaRPr lang="en-US" dirty="0"/>
          </a:p>
        </p:txBody>
      </p:sp>
      <p:sp>
        <p:nvSpPr>
          <p:cNvPr id="5" name="Textplatzhalter 4">
            <a:extLst>
              <a:ext uri="{FF2B5EF4-FFF2-40B4-BE49-F238E27FC236}">
                <a16:creationId xmlns:a16="http://schemas.microsoft.com/office/drawing/2014/main" id="{06A92110-7759-4818-B8AB-E43CF4F0B5E2}"/>
              </a:ext>
            </a:extLst>
          </p:cNvPr>
          <p:cNvSpPr>
            <a:spLocks noGrp="1"/>
          </p:cNvSpPr>
          <p:nvPr>
            <p:ph type="body" sz="quarter" idx="12" hasCustomPrompt="1"/>
          </p:nvPr>
        </p:nvSpPr>
        <p:spPr>
          <a:xfrm>
            <a:off x="479424" y="476250"/>
            <a:ext cx="9324973" cy="252000"/>
          </a:xfrm>
        </p:spPr>
        <p:txBody>
          <a:bodyPr/>
          <a:lstStyle>
            <a:lvl1pPr>
              <a:defRPr lang="en-US" sz="1100" b="1" kern="1200" cap="all" spc="63" baseline="0" smtClean="0">
                <a:solidFill>
                  <a:schemeClr val="bg1"/>
                </a:solidFill>
                <a:latin typeface="+mn-lt"/>
                <a:ea typeface="+mn-ea"/>
                <a:cs typeface="+mn-cs"/>
              </a:defRPr>
            </a:lvl1pPr>
          </a:lstStyle>
          <a:p>
            <a:pPr lvl="0"/>
            <a:r>
              <a:rPr lang="en-US"/>
              <a:t>Topline goes here</a:t>
            </a:r>
          </a:p>
        </p:txBody>
      </p:sp>
      <p:sp>
        <p:nvSpPr>
          <p:cNvPr id="2" name="Titel 1">
            <a:extLst>
              <a:ext uri="{FF2B5EF4-FFF2-40B4-BE49-F238E27FC236}">
                <a16:creationId xmlns:a16="http://schemas.microsoft.com/office/drawing/2014/main" id="{126FDAA8-8B2C-4943-A92E-AA894087B98A}"/>
              </a:ext>
            </a:extLst>
          </p:cNvPr>
          <p:cNvSpPr>
            <a:spLocks noGrp="1"/>
          </p:cNvSpPr>
          <p:nvPr>
            <p:ph type="title"/>
          </p:nvPr>
        </p:nvSpPr>
        <p:spPr/>
        <p:txBody>
          <a:bodyPr/>
          <a:lstStyle/>
          <a:p>
            <a:r>
              <a:rPr lang="en-US"/>
              <a:t>Click to edit Master title style</a:t>
            </a:r>
            <a:endParaRPr lang="en-US" dirty="0"/>
          </a:p>
        </p:txBody>
      </p:sp>
      <p:sp>
        <p:nvSpPr>
          <p:cNvPr id="3" name="Inhaltsplatzhalter 2">
            <a:extLst>
              <a:ext uri="{FF2B5EF4-FFF2-40B4-BE49-F238E27FC236}">
                <a16:creationId xmlns:a16="http://schemas.microsoft.com/office/drawing/2014/main" id="{B44BE1ED-5593-43E7-90D4-F1D53BC3E97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Fußzeilenplatzhalter 9">
            <a:extLst>
              <a:ext uri="{FF2B5EF4-FFF2-40B4-BE49-F238E27FC236}">
                <a16:creationId xmlns:a16="http://schemas.microsoft.com/office/drawing/2014/main" id="{AF63EA58-623B-4C98-B0B3-106149A9567E}"/>
              </a:ext>
            </a:extLst>
          </p:cNvPr>
          <p:cNvSpPr>
            <a:spLocks noGrp="1"/>
          </p:cNvSpPr>
          <p:nvPr>
            <p:ph type="ftr" sz="quarter" idx="13"/>
          </p:nvPr>
        </p:nvSpPr>
        <p:spPr/>
        <p:txBody>
          <a:bodyPr/>
          <a:lstStyle/>
          <a:p>
            <a:endParaRPr lang="en-US" dirty="0"/>
          </a:p>
        </p:txBody>
      </p:sp>
    </p:spTree>
    <p:extLst>
      <p:ext uri="{BB962C8B-B14F-4D97-AF65-F5344CB8AC3E}">
        <p14:creationId xmlns:p14="http://schemas.microsoft.com/office/powerpoint/2010/main" val="281892785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 preserve="1">
  <p:cSld name="1 Column - No topline">
    <p:spTree>
      <p:nvGrpSpPr>
        <p:cNvPr id="1" name=""/>
        <p:cNvGrpSpPr/>
        <p:nvPr/>
      </p:nvGrpSpPr>
      <p:grpSpPr>
        <a:xfrm>
          <a:off x="0" y="0"/>
          <a:ext cx="0" cy="0"/>
          <a:chOff x="0" y="0"/>
          <a:chExt cx="0" cy="0"/>
        </a:xfrm>
      </p:grpSpPr>
      <p:sp>
        <p:nvSpPr>
          <p:cNvPr id="8" name="Foliennummernplatzhalter 7">
            <a:extLst>
              <a:ext uri="{FF2B5EF4-FFF2-40B4-BE49-F238E27FC236}">
                <a16:creationId xmlns:a16="http://schemas.microsoft.com/office/drawing/2014/main" id="{228A5C0F-76A3-4DA0-9F81-A12F1964DA15}"/>
              </a:ext>
            </a:extLst>
          </p:cNvPr>
          <p:cNvSpPr>
            <a:spLocks noGrp="1"/>
          </p:cNvSpPr>
          <p:nvPr>
            <p:ph type="sldNum" sz="quarter" idx="11"/>
          </p:nvPr>
        </p:nvSpPr>
        <p:spPr/>
        <p:txBody>
          <a:bodyPr/>
          <a:lstStyle/>
          <a:p>
            <a:fld id="{56C449F3-BD9D-48DC-BFF1-0F66671DA7C6}" type="slidenum">
              <a:rPr lang="en-US" smtClean="0"/>
              <a:pPr/>
              <a:t>‹#›</a:t>
            </a:fld>
            <a:endParaRPr lang="en-US" dirty="0"/>
          </a:p>
        </p:txBody>
      </p:sp>
      <p:sp>
        <p:nvSpPr>
          <p:cNvPr id="2" name="Titel 1">
            <a:extLst>
              <a:ext uri="{FF2B5EF4-FFF2-40B4-BE49-F238E27FC236}">
                <a16:creationId xmlns:a16="http://schemas.microsoft.com/office/drawing/2014/main" id="{126FDAA8-8B2C-4943-A92E-AA894087B98A}"/>
              </a:ext>
            </a:extLst>
          </p:cNvPr>
          <p:cNvSpPr>
            <a:spLocks noGrp="1"/>
          </p:cNvSpPr>
          <p:nvPr>
            <p:ph type="title"/>
          </p:nvPr>
        </p:nvSpPr>
        <p:spPr>
          <a:xfrm>
            <a:off x="479427" y="489296"/>
            <a:ext cx="9324974" cy="887067"/>
          </a:xfrm>
        </p:spPr>
        <p:txBody>
          <a:bodyPr/>
          <a:lstStyle/>
          <a:p>
            <a:r>
              <a:rPr lang="en-US"/>
              <a:t>Click to edit Master title style</a:t>
            </a:r>
            <a:endParaRPr lang="en-US" dirty="0"/>
          </a:p>
        </p:txBody>
      </p:sp>
      <p:sp>
        <p:nvSpPr>
          <p:cNvPr id="3" name="Inhaltsplatzhalter 2">
            <a:extLst>
              <a:ext uri="{FF2B5EF4-FFF2-40B4-BE49-F238E27FC236}">
                <a16:creationId xmlns:a16="http://schemas.microsoft.com/office/drawing/2014/main" id="{B44BE1ED-5593-43E7-90D4-F1D53BC3E973}"/>
              </a:ext>
            </a:extLst>
          </p:cNvPr>
          <p:cNvSpPr>
            <a:spLocks noGrp="1"/>
          </p:cNvSpPr>
          <p:nvPr>
            <p:ph idx="1"/>
          </p:nvPr>
        </p:nvSpPr>
        <p:spPr>
          <a:xfrm>
            <a:off x="479424" y="1376363"/>
            <a:ext cx="11233151" cy="47894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ußzeilenplatzhalter 3">
            <a:extLst>
              <a:ext uri="{FF2B5EF4-FFF2-40B4-BE49-F238E27FC236}">
                <a16:creationId xmlns:a16="http://schemas.microsoft.com/office/drawing/2014/main" id="{B4C13493-086D-4789-9703-1D3FC7137859}"/>
              </a:ext>
            </a:extLst>
          </p:cNvPr>
          <p:cNvSpPr>
            <a:spLocks noGrp="1"/>
          </p:cNvSpPr>
          <p:nvPr>
            <p:ph type="ftr" sz="quarter" idx="12"/>
          </p:nvPr>
        </p:nvSpPr>
        <p:spPr/>
        <p:txBody>
          <a:bodyPr/>
          <a:lstStyle/>
          <a:p>
            <a:endParaRPr lang="en-US" dirty="0"/>
          </a:p>
        </p:txBody>
      </p:sp>
    </p:spTree>
    <p:extLst>
      <p:ext uri="{BB962C8B-B14F-4D97-AF65-F5344CB8AC3E}">
        <p14:creationId xmlns:p14="http://schemas.microsoft.com/office/powerpoint/2010/main" val="678900448"/>
      </p:ext>
    </p:extLst>
  </p:cSld>
  <p:clrMapOvr>
    <a:masterClrMapping/>
  </p:clrMapOvr>
  <p:extLst>
    <p:ext uri="{DCECCB84-F9BA-43D5-87BE-67443E8EF086}">
      <p15:sldGuideLst xmlns:p15="http://schemas.microsoft.com/office/powerpoint/2012/main">
        <p15:guide id="1" orient="horz" pos="867">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2 Columns">
    <p:spTree>
      <p:nvGrpSpPr>
        <p:cNvPr id="1" name=""/>
        <p:cNvGrpSpPr/>
        <p:nvPr/>
      </p:nvGrpSpPr>
      <p:grpSpPr>
        <a:xfrm>
          <a:off x="0" y="0"/>
          <a:ext cx="0" cy="0"/>
          <a:chOff x="0" y="0"/>
          <a:chExt cx="0" cy="0"/>
        </a:xfrm>
      </p:grpSpPr>
      <p:sp>
        <p:nvSpPr>
          <p:cNvPr id="6" name="Foliennummernplatzhalter 5">
            <a:extLst>
              <a:ext uri="{FF2B5EF4-FFF2-40B4-BE49-F238E27FC236}">
                <a16:creationId xmlns:a16="http://schemas.microsoft.com/office/drawing/2014/main" id="{B49D2575-F934-4AA7-8FDB-F583B1E8E3AA}"/>
              </a:ext>
            </a:extLst>
          </p:cNvPr>
          <p:cNvSpPr>
            <a:spLocks noGrp="1"/>
          </p:cNvSpPr>
          <p:nvPr>
            <p:ph type="sldNum" sz="quarter" idx="11"/>
          </p:nvPr>
        </p:nvSpPr>
        <p:spPr/>
        <p:txBody>
          <a:bodyPr/>
          <a:lstStyle/>
          <a:p>
            <a:fld id="{56C449F3-BD9D-48DC-BFF1-0F66671DA7C6}" type="slidenum">
              <a:rPr lang="en-US" smtClean="0"/>
              <a:pPr/>
              <a:t>‹#›</a:t>
            </a:fld>
            <a:endParaRPr lang="en-US" dirty="0"/>
          </a:p>
        </p:txBody>
      </p:sp>
      <p:sp>
        <p:nvSpPr>
          <p:cNvPr id="7" name="Textplatzhalter 4">
            <a:extLst>
              <a:ext uri="{FF2B5EF4-FFF2-40B4-BE49-F238E27FC236}">
                <a16:creationId xmlns:a16="http://schemas.microsoft.com/office/drawing/2014/main" id="{7A1C0ECB-E7FD-4CFC-BB65-99367A5A0F32}"/>
              </a:ext>
            </a:extLst>
          </p:cNvPr>
          <p:cNvSpPr>
            <a:spLocks noGrp="1"/>
          </p:cNvSpPr>
          <p:nvPr>
            <p:ph type="body" sz="quarter" idx="12" hasCustomPrompt="1"/>
          </p:nvPr>
        </p:nvSpPr>
        <p:spPr>
          <a:xfrm>
            <a:off x="479424" y="476250"/>
            <a:ext cx="9324973" cy="252000"/>
          </a:xfrm>
        </p:spPr>
        <p:txBody>
          <a:bodyPr/>
          <a:lstStyle>
            <a:lvl1pPr>
              <a:defRPr lang="en-US" sz="1100" b="1" kern="1200" cap="all" spc="63" baseline="0" smtClean="0">
                <a:solidFill>
                  <a:schemeClr val="bg1"/>
                </a:solidFill>
                <a:latin typeface="+mn-lt"/>
                <a:ea typeface="+mn-ea"/>
                <a:cs typeface="+mn-cs"/>
              </a:defRPr>
            </a:lvl1pPr>
          </a:lstStyle>
          <a:p>
            <a:pPr lvl="0"/>
            <a:r>
              <a:rPr lang="en-US"/>
              <a:t>Topline goes here</a:t>
            </a:r>
          </a:p>
        </p:txBody>
      </p:sp>
      <p:sp>
        <p:nvSpPr>
          <p:cNvPr id="2" name="Titel 1">
            <a:extLst>
              <a:ext uri="{FF2B5EF4-FFF2-40B4-BE49-F238E27FC236}">
                <a16:creationId xmlns:a16="http://schemas.microsoft.com/office/drawing/2014/main" id="{A96D3917-AE3D-4FCF-A7A1-1898AD29193D}"/>
              </a:ext>
            </a:extLst>
          </p:cNvPr>
          <p:cNvSpPr>
            <a:spLocks noGrp="1"/>
          </p:cNvSpPr>
          <p:nvPr>
            <p:ph type="title"/>
          </p:nvPr>
        </p:nvSpPr>
        <p:spPr/>
        <p:txBody>
          <a:bodyPr/>
          <a:lstStyle/>
          <a:p>
            <a:r>
              <a:rPr lang="en-US"/>
              <a:t>Click to edit Master title style</a:t>
            </a:r>
            <a:endParaRPr lang="en-US" dirty="0"/>
          </a:p>
        </p:txBody>
      </p:sp>
      <p:sp>
        <p:nvSpPr>
          <p:cNvPr id="3" name="Inhaltsplatzhalter 2">
            <a:extLst>
              <a:ext uri="{FF2B5EF4-FFF2-40B4-BE49-F238E27FC236}">
                <a16:creationId xmlns:a16="http://schemas.microsoft.com/office/drawing/2014/main" id="{EBEE051C-6EF3-470E-8A6F-3ACCAEC2B8D9}"/>
              </a:ext>
            </a:extLst>
          </p:cNvPr>
          <p:cNvSpPr>
            <a:spLocks noGrp="1"/>
          </p:cNvSpPr>
          <p:nvPr>
            <p:ph sz="half" idx="1"/>
          </p:nvPr>
        </p:nvSpPr>
        <p:spPr>
          <a:xfrm>
            <a:off x="479424" y="1808163"/>
            <a:ext cx="5508625" cy="4357687"/>
          </a:xfrm>
        </p:spPr>
        <p:txBody>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Inhaltsplatzhalter 3">
            <a:extLst>
              <a:ext uri="{FF2B5EF4-FFF2-40B4-BE49-F238E27FC236}">
                <a16:creationId xmlns:a16="http://schemas.microsoft.com/office/drawing/2014/main" id="{54F1D8F2-5ECC-4655-A1DA-16D1D9E2965D}"/>
              </a:ext>
            </a:extLst>
          </p:cNvPr>
          <p:cNvSpPr>
            <a:spLocks noGrp="1"/>
          </p:cNvSpPr>
          <p:nvPr>
            <p:ph sz="half" idx="2"/>
          </p:nvPr>
        </p:nvSpPr>
        <p:spPr>
          <a:xfrm>
            <a:off x="6203950" y="1808163"/>
            <a:ext cx="5508625" cy="4357687"/>
          </a:xfrm>
        </p:spPr>
        <p:txBody>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ußzeilenplatzhalter 4">
            <a:extLst>
              <a:ext uri="{FF2B5EF4-FFF2-40B4-BE49-F238E27FC236}">
                <a16:creationId xmlns:a16="http://schemas.microsoft.com/office/drawing/2014/main" id="{104BDB62-A86B-4312-84AC-605A043A529A}"/>
              </a:ext>
            </a:extLst>
          </p:cNvPr>
          <p:cNvSpPr>
            <a:spLocks noGrp="1"/>
          </p:cNvSpPr>
          <p:nvPr>
            <p:ph type="ftr" sz="quarter" idx="10"/>
          </p:nvPr>
        </p:nvSpPr>
        <p:spPr/>
        <p:txBody>
          <a:bodyPr/>
          <a:lstStyle/>
          <a:p>
            <a:endParaRPr lang="en-US" dirty="0"/>
          </a:p>
        </p:txBody>
      </p:sp>
    </p:spTree>
    <p:extLst>
      <p:ext uri="{BB962C8B-B14F-4D97-AF65-F5344CB8AC3E}">
        <p14:creationId xmlns:p14="http://schemas.microsoft.com/office/powerpoint/2010/main" val="413539159"/>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3 Columns">
    <p:spTree>
      <p:nvGrpSpPr>
        <p:cNvPr id="1" name=""/>
        <p:cNvGrpSpPr/>
        <p:nvPr/>
      </p:nvGrpSpPr>
      <p:grpSpPr>
        <a:xfrm>
          <a:off x="0" y="0"/>
          <a:ext cx="0" cy="0"/>
          <a:chOff x="0" y="0"/>
          <a:chExt cx="0" cy="0"/>
        </a:xfrm>
      </p:grpSpPr>
      <p:sp>
        <p:nvSpPr>
          <p:cNvPr id="9" name="Foliennummernplatzhalter 8">
            <a:extLst>
              <a:ext uri="{FF2B5EF4-FFF2-40B4-BE49-F238E27FC236}">
                <a16:creationId xmlns:a16="http://schemas.microsoft.com/office/drawing/2014/main" id="{4AE807FE-5BC5-4806-B587-BCDD6C4B1764}"/>
              </a:ext>
            </a:extLst>
          </p:cNvPr>
          <p:cNvSpPr>
            <a:spLocks noGrp="1"/>
          </p:cNvSpPr>
          <p:nvPr>
            <p:ph type="sldNum" sz="quarter" idx="15"/>
          </p:nvPr>
        </p:nvSpPr>
        <p:spPr/>
        <p:txBody>
          <a:bodyPr/>
          <a:lstStyle/>
          <a:p>
            <a:fld id="{56C449F3-BD9D-48DC-BFF1-0F66671DA7C6}" type="slidenum">
              <a:rPr lang="en-US" smtClean="0"/>
              <a:pPr/>
              <a:t>‹#›</a:t>
            </a:fld>
            <a:endParaRPr lang="en-US" dirty="0"/>
          </a:p>
        </p:txBody>
      </p:sp>
      <p:sp>
        <p:nvSpPr>
          <p:cNvPr id="10" name="Textplatzhalter 4">
            <a:extLst>
              <a:ext uri="{FF2B5EF4-FFF2-40B4-BE49-F238E27FC236}">
                <a16:creationId xmlns:a16="http://schemas.microsoft.com/office/drawing/2014/main" id="{8D43DDA6-9E28-4292-8A58-91764D9BF32A}"/>
              </a:ext>
            </a:extLst>
          </p:cNvPr>
          <p:cNvSpPr>
            <a:spLocks noGrp="1"/>
          </p:cNvSpPr>
          <p:nvPr>
            <p:ph type="body" sz="quarter" idx="12" hasCustomPrompt="1"/>
          </p:nvPr>
        </p:nvSpPr>
        <p:spPr>
          <a:xfrm>
            <a:off x="479424" y="476250"/>
            <a:ext cx="9324973" cy="252000"/>
          </a:xfrm>
        </p:spPr>
        <p:txBody>
          <a:bodyPr/>
          <a:lstStyle>
            <a:lvl1pPr>
              <a:defRPr lang="en-US" sz="1100" b="1" kern="1200" cap="all" spc="63" baseline="0" smtClean="0">
                <a:solidFill>
                  <a:schemeClr val="bg1"/>
                </a:solidFill>
                <a:latin typeface="+mn-lt"/>
                <a:ea typeface="+mn-ea"/>
                <a:cs typeface="+mn-cs"/>
              </a:defRPr>
            </a:lvl1pPr>
          </a:lstStyle>
          <a:p>
            <a:pPr lvl="0"/>
            <a:r>
              <a:rPr lang="en-US"/>
              <a:t>Topline goes here</a:t>
            </a:r>
          </a:p>
        </p:txBody>
      </p:sp>
      <p:sp>
        <p:nvSpPr>
          <p:cNvPr id="2" name="Titel 1">
            <a:extLst>
              <a:ext uri="{FF2B5EF4-FFF2-40B4-BE49-F238E27FC236}">
                <a16:creationId xmlns:a16="http://schemas.microsoft.com/office/drawing/2014/main" id="{A96D3917-AE3D-4FCF-A7A1-1898AD29193D}"/>
              </a:ext>
            </a:extLst>
          </p:cNvPr>
          <p:cNvSpPr>
            <a:spLocks noGrp="1"/>
          </p:cNvSpPr>
          <p:nvPr>
            <p:ph type="title"/>
          </p:nvPr>
        </p:nvSpPr>
        <p:spPr>
          <a:xfrm>
            <a:off x="479427" y="875309"/>
            <a:ext cx="9324974" cy="932854"/>
          </a:xfrm>
        </p:spPr>
        <p:txBody>
          <a:bodyPr/>
          <a:lstStyle/>
          <a:p>
            <a:r>
              <a:rPr lang="en-US"/>
              <a:t>Click to edit Master title style</a:t>
            </a:r>
            <a:endParaRPr lang="en-US" dirty="0"/>
          </a:p>
        </p:txBody>
      </p:sp>
      <p:sp>
        <p:nvSpPr>
          <p:cNvPr id="8" name="Fußzeilenplatzhalter 7">
            <a:extLst>
              <a:ext uri="{FF2B5EF4-FFF2-40B4-BE49-F238E27FC236}">
                <a16:creationId xmlns:a16="http://schemas.microsoft.com/office/drawing/2014/main" id="{AF5DC0C1-41FA-4470-BBAC-3017E7C9FBEC}"/>
              </a:ext>
            </a:extLst>
          </p:cNvPr>
          <p:cNvSpPr>
            <a:spLocks noGrp="1"/>
          </p:cNvSpPr>
          <p:nvPr>
            <p:ph type="ftr" sz="quarter" idx="14"/>
          </p:nvPr>
        </p:nvSpPr>
        <p:spPr/>
        <p:txBody>
          <a:bodyPr/>
          <a:lstStyle/>
          <a:p>
            <a:endParaRPr lang="en-US" dirty="0"/>
          </a:p>
        </p:txBody>
      </p:sp>
      <p:sp>
        <p:nvSpPr>
          <p:cNvPr id="12" name="Inhaltsplatzhalter 2">
            <a:extLst>
              <a:ext uri="{FF2B5EF4-FFF2-40B4-BE49-F238E27FC236}">
                <a16:creationId xmlns:a16="http://schemas.microsoft.com/office/drawing/2014/main" id="{89B1D163-4D8D-4A72-A40F-8C4E4706607F}"/>
              </a:ext>
            </a:extLst>
          </p:cNvPr>
          <p:cNvSpPr>
            <a:spLocks noGrp="1"/>
          </p:cNvSpPr>
          <p:nvPr>
            <p:ph sz="half" idx="1"/>
          </p:nvPr>
        </p:nvSpPr>
        <p:spPr>
          <a:xfrm>
            <a:off x="479424" y="1808163"/>
            <a:ext cx="3600451" cy="4357687"/>
          </a:xfrm>
        </p:spPr>
        <p:txBody>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Inhaltsplatzhalter 3">
            <a:extLst>
              <a:ext uri="{FF2B5EF4-FFF2-40B4-BE49-F238E27FC236}">
                <a16:creationId xmlns:a16="http://schemas.microsoft.com/office/drawing/2014/main" id="{DE0FC12B-A1E5-42CC-96D8-0293C92008BC}"/>
              </a:ext>
            </a:extLst>
          </p:cNvPr>
          <p:cNvSpPr>
            <a:spLocks noGrp="1"/>
          </p:cNvSpPr>
          <p:nvPr>
            <p:ph sz="half" idx="2"/>
          </p:nvPr>
        </p:nvSpPr>
        <p:spPr>
          <a:xfrm>
            <a:off x="4295776" y="1808163"/>
            <a:ext cx="3600449" cy="4357687"/>
          </a:xfrm>
        </p:spPr>
        <p:txBody>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Inhaltsplatzhalter 3">
            <a:extLst>
              <a:ext uri="{FF2B5EF4-FFF2-40B4-BE49-F238E27FC236}">
                <a16:creationId xmlns:a16="http://schemas.microsoft.com/office/drawing/2014/main" id="{6A50DEAB-0BFD-4146-B54A-21CD06E1B0F4}"/>
              </a:ext>
            </a:extLst>
          </p:cNvPr>
          <p:cNvSpPr>
            <a:spLocks noGrp="1"/>
          </p:cNvSpPr>
          <p:nvPr>
            <p:ph sz="half" idx="16"/>
          </p:nvPr>
        </p:nvSpPr>
        <p:spPr>
          <a:xfrm>
            <a:off x="8112126" y="1808163"/>
            <a:ext cx="3600449" cy="4357687"/>
          </a:xfrm>
        </p:spPr>
        <p:txBody>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721956216"/>
      </p:ext>
    </p:extLst>
  </p:cSld>
  <p:clrMapOvr>
    <a:masterClrMapping/>
  </p:clrMapOvr>
  <p:extLst>
    <p:ext uri="{DCECCB84-F9BA-43D5-87BE-67443E8EF086}">
      <p15:sldGuideLst xmlns:p15="http://schemas.microsoft.com/office/powerpoint/2012/main">
        <p15:guide id="1" orient="horz" pos="1139">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3 Columns + images">
    <p:spTree>
      <p:nvGrpSpPr>
        <p:cNvPr id="1" name=""/>
        <p:cNvGrpSpPr/>
        <p:nvPr/>
      </p:nvGrpSpPr>
      <p:grpSpPr>
        <a:xfrm>
          <a:off x="0" y="0"/>
          <a:ext cx="0" cy="0"/>
          <a:chOff x="0" y="0"/>
          <a:chExt cx="0" cy="0"/>
        </a:xfrm>
      </p:grpSpPr>
      <p:sp>
        <p:nvSpPr>
          <p:cNvPr id="9" name="Foliennummernplatzhalter 8">
            <a:extLst>
              <a:ext uri="{FF2B5EF4-FFF2-40B4-BE49-F238E27FC236}">
                <a16:creationId xmlns:a16="http://schemas.microsoft.com/office/drawing/2014/main" id="{4AE807FE-5BC5-4806-B587-BCDD6C4B1764}"/>
              </a:ext>
            </a:extLst>
          </p:cNvPr>
          <p:cNvSpPr>
            <a:spLocks noGrp="1"/>
          </p:cNvSpPr>
          <p:nvPr>
            <p:ph type="sldNum" sz="quarter" idx="15"/>
          </p:nvPr>
        </p:nvSpPr>
        <p:spPr/>
        <p:txBody>
          <a:bodyPr/>
          <a:lstStyle/>
          <a:p>
            <a:fld id="{56C449F3-BD9D-48DC-BFF1-0F66671DA7C6}" type="slidenum">
              <a:rPr lang="en-US" smtClean="0"/>
              <a:pPr/>
              <a:t>‹#›</a:t>
            </a:fld>
            <a:endParaRPr lang="en-US" dirty="0"/>
          </a:p>
        </p:txBody>
      </p:sp>
      <p:sp>
        <p:nvSpPr>
          <p:cNvPr id="15" name="Textplatzhalter 4">
            <a:extLst>
              <a:ext uri="{FF2B5EF4-FFF2-40B4-BE49-F238E27FC236}">
                <a16:creationId xmlns:a16="http://schemas.microsoft.com/office/drawing/2014/main" id="{C551487E-C11A-4467-98A1-8C3C5A14A957}"/>
              </a:ext>
            </a:extLst>
          </p:cNvPr>
          <p:cNvSpPr>
            <a:spLocks noGrp="1"/>
          </p:cNvSpPr>
          <p:nvPr>
            <p:ph type="body" sz="quarter" idx="12" hasCustomPrompt="1"/>
          </p:nvPr>
        </p:nvSpPr>
        <p:spPr>
          <a:xfrm>
            <a:off x="479424" y="476250"/>
            <a:ext cx="9324973" cy="252000"/>
          </a:xfrm>
        </p:spPr>
        <p:txBody>
          <a:bodyPr/>
          <a:lstStyle>
            <a:lvl1pPr>
              <a:defRPr lang="en-US" sz="1100" b="1" kern="1200" cap="all" spc="63" baseline="0" smtClean="0">
                <a:solidFill>
                  <a:schemeClr val="bg1"/>
                </a:solidFill>
                <a:latin typeface="+mn-lt"/>
                <a:ea typeface="+mn-ea"/>
                <a:cs typeface="+mn-cs"/>
              </a:defRPr>
            </a:lvl1pPr>
          </a:lstStyle>
          <a:p>
            <a:pPr lvl="0"/>
            <a:r>
              <a:rPr lang="en-US"/>
              <a:t>Topline goes here</a:t>
            </a:r>
          </a:p>
        </p:txBody>
      </p:sp>
      <p:sp>
        <p:nvSpPr>
          <p:cNvPr id="2" name="Titel 1">
            <a:extLst>
              <a:ext uri="{FF2B5EF4-FFF2-40B4-BE49-F238E27FC236}">
                <a16:creationId xmlns:a16="http://schemas.microsoft.com/office/drawing/2014/main" id="{A96D3917-AE3D-4FCF-A7A1-1898AD29193D}"/>
              </a:ext>
            </a:extLst>
          </p:cNvPr>
          <p:cNvSpPr>
            <a:spLocks noGrp="1"/>
          </p:cNvSpPr>
          <p:nvPr>
            <p:ph type="title"/>
          </p:nvPr>
        </p:nvSpPr>
        <p:spPr>
          <a:xfrm>
            <a:off x="479427" y="875309"/>
            <a:ext cx="9324974" cy="932854"/>
          </a:xfrm>
        </p:spPr>
        <p:txBody>
          <a:bodyPr/>
          <a:lstStyle/>
          <a:p>
            <a:r>
              <a:rPr lang="en-US"/>
              <a:t>Click to edit Master title style</a:t>
            </a:r>
            <a:endParaRPr lang="en-US" dirty="0"/>
          </a:p>
        </p:txBody>
      </p:sp>
      <p:sp>
        <p:nvSpPr>
          <p:cNvPr id="4" name="Bildplatzhalter 3">
            <a:extLst>
              <a:ext uri="{FF2B5EF4-FFF2-40B4-BE49-F238E27FC236}">
                <a16:creationId xmlns:a16="http://schemas.microsoft.com/office/drawing/2014/main" id="{7F6E1E7D-62F9-4031-8EDE-4D54A0DCE14F}"/>
              </a:ext>
              <a:ext uri="{C183D7F6-B498-43B3-948B-1728B52AA6E4}">
                <adec:decorative xmlns:adec="http://schemas.microsoft.com/office/drawing/2017/decorative" val="1"/>
              </a:ext>
            </a:extLst>
          </p:cNvPr>
          <p:cNvSpPr>
            <a:spLocks noGrp="1"/>
          </p:cNvSpPr>
          <p:nvPr>
            <p:ph type="pic" sz="quarter" idx="17"/>
          </p:nvPr>
        </p:nvSpPr>
        <p:spPr>
          <a:xfrm>
            <a:off x="479425" y="1808163"/>
            <a:ext cx="3600450" cy="1980000"/>
          </a:xfrm>
          <a:solidFill>
            <a:schemeClr val="tx2">
              <a:lumMod val="90000"/>
            </a:schemeClr>
          </a:solidFill>
        </p:spPr>
        <p:txBody>
          <a:bodyPr/>
          <a:lstStyle/>
          <a:p>
            <a:r>
              <a:rPr lang="en-US"/>
              <a:t>Click icon to add picture</a:t>
            </a:r>
            <a:endParaRPr lang="en-US" dirty="0"/>
          </a:p>
        </p:txBody>
      </p:sp>
      <p:sp>
        <p:nvSpPr>
          <p:cNvPr id="12" name="Inhaltsplatzhalter 2">
            <a:extLst>
              <a:ext uri="{FF2B5EF4-FFF2-40B4-BE49-F238E27FC236}">
                <a16:creationId xmlns:a16="http://schemas.microsoft.com/office/drawing/2014/main" id="{89B1D163-4D8D-4A72-A40F-8C4E4706607F}"/>
              </a:ext>
            </a:extLst>
          </p:cNvPr>
          <p:cNvSpPr>
            <a:spLocks noGrp="1"/>
          </p:cNvSpPr>
          <p:nvPr>
            <p:ph sz="half" idx="1"/>
          </p:nvPr>
        </p:nvSpPr>
        <p:spPr>
          <a:xfrm>
            <a:off x="479424" y="4185851"/>
            <a:ext cx="3600451" cy="1980000"/>
          </a:xfrm>
        </p:spPr>
        <p:txBody>
          <a:bodyPr/>
          <a:lstStyle>
            <a:lvl1pPr>
              <a:defRPr sz="1600" b="1"/>
            </a:lvl1pPr>
            <a:lvl2pPr marL="0" indent="0">
              <a:buNone/>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Bildplatzhalter 3">
            <a:extLst>
              <a:ext uri="{FF2B5EF4-FFF2-40B4-BE49-F238E27FC236}">
                <a16:creationId xmlns:a16="http://schemas.microsoft.com/office/drawing/2014/main" id="{F92E55E2-AF52-4C0E-A959-DF683F5CEFEB}"/>
              </a:ext>
              <a:ext uri="{C183D7F6-B498-43B3-948B-1728B52AA6E4}">
                <adec:decorative xmlns:adec="http://schemas.microsoft.com/office/drawing/2017/decorative" val="1"/>
              </a:ext>
            </a:extLst>
          </p:cNvPr>
          <p:cNvSpPr>
            <a:spLocks noGrp="1"/>
          </p:cNvSpPr>
          <p:nvPr>
            <p:ph type="pic" sz="quarter" idx="18"/>
          </p:nvPr>
        </p:nvSpPr>
        <p:spPr>
          <a:xfrm>
            <a:off x="4295776" y="1808163"/>
            <a:ext cx="3600450" cy="1980000"/>
          </a:xfrm>
          <a:solidFill>
            <a:schemeClr val="tx2">
              <a:lumMod val="90000"/>
            </a:schemeClr>
          </a:solidFill>
        </p:spPr>
        <p:txBody>
          <a:bodyPr/>
          <a:lstStyle/>
          <a:p>
            <a:r>
              <a:rPr lang="en-US"/>
              <a:t>Click icon to add picture</a:t>
            </a:r>
            <a:endParaRPr lang="en-US" dirty="0"/>
          </a:p>
        </p:txBody>
      </p:sp>
      <p:sp>
        <p:nvSpPr>
          <p:cNvPr id="13" name="Inhaltsplatzhalter 3">
            <a:extLst>
              <a:ext uri="{FF2B5EF4-FFF2-40B4-BE49-F238E27FC236}">
                <a16:creationId xmlns:a16="http://schemas.microsoft.com/office/drawing/2014/main" id="{DE0FC12B-A1E5-42CC-96D8-0293C92008BC}"/>
              </a:ext>
            </a:extLst>
          </p:cNvPr>
          <p:cNvSpPr>
            <a:spLocks noGrp="1"/>
          </p:cNvSpPr>
          <p:nvPr>
            <p:ph sz="half" idx="2"/>
          </p:nvPr>
        </p:nvSpPr>
        <p:spPr>
          <a:xfrm>
            <a:off x="4295776" y="4185851"/>
            <a:ext cx="3600449" cy="1980000"/>
          </a:xfrm>
        </p:spPr>
        <p:txBody>
          <a:bodyPr/>
          <a:lstStyle>
            <a:lvl1pPr>
              <a:defRPr sz="1600" b="1"/>
            </a:lvl1pPr>
            <a:lvl2pPr marL="0" indent="0">
              <a:buNone/>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Bildplatzhalter 3">
            <a:extLst>
              <a:ext uri="{FF2B5EF4-FFF2-40B4-BE49-F238E27FC236}">
                <a16:creationId xmlns:a16="http://schemas.microsoft.com/office/drawing/2014/main" id="{34A88299-44D9-4594-9216-B685B545498A}"/>
              </a:ext>
              <a:ext uri="{C183D7F6-B498-43B3-948B-1728B52AA6E4}">
                <adec:decorative xmlns:adec="http://schemas.microsoft.com/office/drawing/2017/decorative" val="1"/>
              </a:ext>
            </a:extLst>
          </p:cNvPr>
          <p:cNvSpPr>
            <a:spLocks noGrp="1"/>
          </p:cNvSpPr>
          <p:nvPr>
            <p:ph type="pic" sz="quarter" idx="19"/>
          </p:nvPr>
        </p:nvSpPr>
        <p:spPr>
          <a:xfrm>
            <a:off x="8112126" y="1808163"/>
            <a:ext cx="3600450" cy="1980000"/>
          </a:xfrm>
          <a:solidFill>
            <a:schemeClr val="tx2">
              <a:lumMod val="90000"/>
            </a:schemeClr>
          </a:solidFill>
        </p:spPr>
        <p:txBody>
          <a:bodyPr/>
          <a:lstStyle/>
          <a:p>
            <a:r>
              <a:rPr lang="en-US"/>
              <a:t>Click icon to add picture</a:t>
            </a:r>
            <a:endParaRPr lang="en-US" dirty="0"/>
          </a:p>
        </p:txBody>
      </p:sp>
      <p:sp>
        <p:nvSpPr>
          <p:cNvPr id="14" name="Inhaltsplatzhalter 3">
            <a:extLst>
              <a:ext uri="{FF2B5EF4-FFF2-40B4-BE49-F238E27FC236}">
                <a16:creationId xmlns:a16="http://schemas.microsoft.com/office/drawing/2014/main" id="{6A50DEAB-0BFD-4146-B54A-21CD06E1B0F4}"/>
              </a:ext>
            </a:extLst>
          </p:cNvPr>
          <p:cNvSpPr>
            <a:spLocks noGrp="1"/>
          </p:cNvSpPr>
          <p:nvPr>
            <p:ph sz="half" idx="16"/>
          </p:nvPr>
        </p:nvSpPr>
        <p:spPr>
          <a:xfrm>
            <a:off x="8112126" y="4185851"/>
            <a:ext cx="3600449" cy="1980000"/>
          </a:xfrm>
        </p:spPr>
        <p:txBody>
          <a:bodyPr/>
          <a:lstStyle>
            <a:lvl1pPr>
              <a:defRPr sz="1600" b="1"/>
            </a:lvl1pPr>
            <a:lvl2pPr marL="0" indent="0">
              <a:buNone/>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ußzeilenplatzhalter 7">
            <a:extLst>
              <a:ext uri="{FF2B5EF4-FFF2-40B4-BE49-F238E27FC236}">
                <a16:creationId xmlns:a16="http://schemas.microsoft.com/office/drawing/2014/main" id="{AF5DC0C1-41FA-4470-BBAC-3017E7C9FBEC}"/>
              </a:ext>
            </a:extLst>
          </p:cNvPr>
          <p:cNvSpPr>
            <a:spLocks noGrp="1"/>
          </p:cNvSpPr>
          <p:nvPr>
            <p:ph type="ftr" sz="quarter" idx="14"/>
          </p:nvPr>
        </p:nvSpPr>
        <p:spPr/>
        <p:txBody>
          <a:bodyPr/>
          <a:lstStyle/>
          <a:p>
            <a:endParaRPr lang="en-US" dirty="0"/>
          </a:p>
        </p:txBody>
      </p:sp>
    </p:spTree>
    <p:extLst>
      <p:ext uri="{BB962C8B-B14F-4D97-AF65-F5344CB8AC3E}">
        <p14:creationId xmlns:p14="http://schemas.microsoft.com/office/powerpoint/2010/main" val="4070935039"/>
      </p:ext>
    </p:extLst>
  </p:cSld>
  <p:clrMapOvr>
    <a:masterClrMapping/>
  </p:clrMapOvr>
  <p:extLst>
    <p:ext uri="{DCECCB84-F9BA-43D5-87BE-67443E8EF086}">
      <p15:sldGuideLst xmlns:p15="http://schemas.microsoft.com/office/powerpoint/2012/main">
        <p15:guide id="1" orient="horz" pos="1139">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Large image + text">
    <p:spTree>
      <p:nvGrpSpPr>
        <p:cNvPr id="1" name=""/>
        <p:cNvGrpSpPr/>
        <p:nvPr/>
      </p:nvGrpSpPr>
      <p:grpSpPr>
        <a:xfrm>
          <a:off x="0" y="0"/>
          <a:ext cx="0" cy="0"/>
          <a:chOff x="0" y="0"/>
          <a:chExt cx="0" cy="0"/>
        </a:xfrm>
      </p:grpSpPr>
      <p:sp>
        <p:nvSpPr>
          <p:cNvPr id="6" name="Foliennummernplatzhalter 5">
            <a:extLst>
              <a:ext uri="{FF2B5EF4-FFF2-40B4-BE49-F238E27FC236}">
                <a16:creationId xmlns:a16="http://schemas.microsoft.com/office/drawing/2014/main" id="{901E388C-6A4B-4AA3-B573-6AE8043CAA97}"/>
              </a:ext>
            </a:extLst>
          </p:cNvPr>
          <p:cNvSpPr>
            <a:spLocks noGrp="1"/>
          </p:cNvSpPr>
          <p:nvPr>
            <p:ph type="sldNum" sz="quarter" idx="11"/>
          </p:nvPr>
        </p:nvSpPr>
        <p:spPr/>
        <p:txBody>
          <a:bodyPr/>
          <a:lstStyle/>
          <a:p>
            <a:fld id="{56C449F3-BD9D-48DC-BFF1-0F66671DA7C6}" type="slidenum">
              <a:rPr lang="en-US" smtClean="0"/>
              <a:pPr/>
              <a:t>‹#›</a:t>
            </a:fld>
            <a:endParaRPr lang="en-US" dirty="0"/>
          </a:p>
        </p:txBody>
      </p:sp>
      <p:sp>
        <p:nvSpPr>
          <p:cNvPr id="8" name="Bildplatzhalter 7">
            <a:extLst>
              <a:ext uri="{FF2B5EF4-FFF2-40B4-BE49-F238E27FC236}">
                <a16:creationId xmlns:a16="http://schemas.microsoft.com/office/drawing/2014/main" id="{9729243C-D78B-4B34-B6EA-A7A7D5BA4415}"/>
              </a:ext>
              <a:ext uri="{C183D7F6-B498-43B3-948B-1728B52AA6E4}">
                <adec:decorative xmlns:adec="http://schemas.microsoft.com/office/drawing/2017/decorative" val="1"/>
              </a:ext>
            </a:extLst>
          </p:cNvPr>
          <p:cNvSpPr>
            <a:spLocks noGrp="1"/>
          </p:cNvSpPr>
          <p:nvPr>
            <p:ph type="pic" sz="quarter" idx="12"/>
          </p:nvPr>
        </p:nvSpPr>
        <p:spPr>
          <a:xfrm>
            <a:off x="0" y="0"/>
            <a:ext cx="8928000" cy="6084000"/>
          </a:xfrm>
          <a:solidFill>
            <a:schemeClr val="tx2">
              <a:lumMod val="90000"/>
            </a:schemeClr>
          </a:solidFill>
        </p:spPr>
        <p:txBody>
          <a:bodyPr/>
          <a:lstStyle/>
          <a:p>
            <a:r>
              <a:rPr lang="en-US"/>
              <a:t>Click icon to add picture</a:t>
            </a:r>
            <a:endParaRPr lang="en-US" dirty="0"/>
          </a:p>
        </p:txBody>
      </p:sp>
      <p:sp>
        <p:nvSpPr>
          <p:cNvPr id="11" name="Textplatzhalter 9">
            <a:extLst>
              <a:ext uri="{FF2B5EF4-FFF2-40B4-BE49-F238E27FC236}">
                <a16:creationId xmlns:a16="http://schemas.microsoft.com/office/drawing/2014/main" id="{D2F612BB-6DB3-48F4-9220-749BDAAD5D05}"/>
              </a:ext>
            </a:extLst>
          </p:cNvPr>
          <p:cNvSpPr>
            <a:spLocks noGrp="1"/>
          </p:cNvSpPr>
          <p:nvPr>
            <p:ph type="body" sz="quarter" idx="13"/>
          </p:nvPr>
        </p:nvSpPr>
        <p:spPr>
          <a:xfrm>
            <a:off x="9252000" y="1332000"/>
            <a:ext cx="2460575" cy="4752000"/>
          </a:xfrm>
        </p:spPr>
        <p:txBody>
          <a:bodyPr/>
          <a:lstStyle>
            <a:lvl1pPr>
              <a:defRPr sz="1600" b="1"/>
            </a:lvl1pPr>
            <a:lvl2pPr marL="0" indent="0">
              <a:buNone/>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Fußzeilenplatzhalter 1">
            <a:extLst>
              <a:ext uri="{FF2B5EF4-FFF2-40B4-BE49-F238E27FC236}">
                <a16:creationId xmlns:a16="http://schemas.microsoft.com/office/drawing/2014/main" id="{E626A08E-050C-4C68-BDE6-F1BB5A27A38B}"/>
              </a:ext>
            </a:extLst>
          </p:cNvPr>
          <p:cNvSpPr>
            <a:spLocks noGrp="1"/>
          </p:cNvSpPr>
          <p:nvPr>
            <p:ph type="ftr" sz="quarter" idx="14"/>
          </p:nvPr>
        </p:nvSpPr>
        <p:spPr/>
        <p:txBody>
          <a:bodyPr/>
          <a:lstStyle/>
          <a:p>
            <a:endParaRPr lang="en-US" dirty="0"/>
          </a:p>
        </p:txBody>
      </p:sp>
    </p:spTree>
    <p:extLst>
      <p:ext uri="{BB962C8B-B14F-4D97-AF65-F5344CB8AC3E}">
        <p14:creationId xmlns:p14="http://schemas.microsoft.com/office/powerpoint/2010/main" val="656768967"/>
      </p:ext>
    </p:extLst>
  </p:cSld>
  <p:clrMapOvr>
    <a:masterClrMapping/>
  </p:clrMapOvr>
  <p:extLst>
    <p:ext uri="{DCECCB84-F9BA-43D5-87BE-67443E8EF086}">
      <p15:sldGuideLst xmlns:p15="http://schemas.microsoft.com/office/powerpoint/2012/main"/>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Large image + headline 01">
    <p:spTree>
      <p:nvGrpSpPr>
        <p:cNvPr id="1" name=""/>
        <p:cNvGrpSpPr/>
        <p:nvPr/>
      </p:nvGrpSpPr>
      <p:grpSpPr>
        <a:xfrm>
          <a:off x="0" y="0"/>
          <a:ext cx="0" cy="0"/>
          <a:chOff x="0" y="0"/>
          <a:chExt cx="0" cy="0"/>
        </a:xfrm>
      </p:grpSpPr>
      <p:sp>
        <p:nvSpPr>
          <p:cNvPr id="6" name="Foliennummernplatzhalter 5">
            <a:extLst>
              <a:ext uri="{FF2B5EF4-FFF2-40B4-BE49-F238E27FC236}">
                <a16:creationId xmlns:a16="http://schemas.microsoft.com/office/drawing/2014/main" id="{901E388C-6A4B-4AA3-B573-6AE8043CAA97}"/>
              </a:ext>
            </a:extLst>
          </p:cNvPr>
          <p:cNvSpPr>
            <a:spLocks noGrp="1"/>
          </p:cNvSpPr>
          <p:nvPr>
            <p:ph type="sldNum" sz="quarter" idx="11"/>
          </p:nvPr>
        </p:nvSpPr>
        <p:spPr/>
        <p:txBody>
          <a:bodyPr/>
          <a:lstStyle/>
          <a:p>
            <a:fld id="{56C449F3-BD9D-48DC-BFF1-0F66671DA7C6}" type="slidenum">
              <a:rPr lang="en-US" smtClean="0"/>
              <a:pPr/>
              <a:t>‹#›</a:t>
            </a:fld>
            <a:endParaRPr lang="en-US" dirty="0"/>
          </a:p>
        </p:txBody>
      </p:sp>
      <p:sp>
        <p:nvSpPr>
          <p:cNvPr id="8" name="Bildplatzhalter 7">
            <a:extLst>
              <a:ext uri="{FF2B5EF4-FFF2-40B4-BE49-F238E27FC236}">
                <a16:creationId xmlns:a16="http://schemas.microsoft.com/office/drawing/2014/main" id="{9729243C-D78B-4B34-B6EA-A7A7D5BA4415}"/>
              </a:ext>
              <a:ext uri="{C183D7F6-B498-43B3-948B-1728B52AA6E4}">
                <adec:decorative xmlns:adec="http://schemas.microsoft.com/office/drawing/2017/decorative" val="1"/>
              </a:ext>
            </a:extLst>
          </p:cNvPr>
          <p:cNvSpPr>
            <a:spLocks noGrp="1"/>
          </p:cNvSpPr>
          <p:nvPr>
            <p:ph type="pic" sz="quarter" idx="12"/>
          </p:nvPr>
        </p:nvSpPr>
        <p:spPr>
          <a:xfrm>
            <a:off x="0" y="0"/>
            <a:ext cx="7056000" cy="5940000"/>
          </a:xfrm>
          <a:solidFill>
            <a:schemeClr val="tx2">
              <a:lumMod val="90000"/>
            </a:schemeClr>
          </a:solidFill>
        </p:spPr>
        <p:txBody>
          <a:bodyPr/>
          <a:lstStyle/>
          <a:p>
            <a:r>
              <a:rPr lang="en-US"/>
              <a:t>Click icon to add picture</a:t>
            </a:r>
            <a:endParaRPr lang="en-US" dirty="0"/>
          </a:p>
        </p:txBody>
      </p:sp>
      <p:sp>
        <p:nvSpPr>
          <p:cNvPr id="11" name="Textplatzhalter 9">
            <a:extLst>
              <a:ext uri="{FF2B5EF4-FFF2-40B4-BE49-F238E27FC236}">
                <a16:creationId xmlns:a16="http://schemas.microsoft.com/office/drawing/2014/main" id="{D2F612BB-6DB3-48F4-9220-749BDAAD5D05}"/>
              </a:ext>
            </a:extLst>
          </p:cNvPr>
          <p:cNvSpPr>
            <a:spLocks noGrp="1"/>
          </p:cNvSpPr>
          <p:nvPr>
            <p:ph type="body" sz="quarter" idx="13"/>
          </p:nvPr>
        </p:nvSpPr>
        <p:spPr>
          <a:xfrm>
            <a:off x="7632000" y="1808163"/>
            <a:ext cx="4080575" cy="4131838"/>
          </a:xfrm>
        </p:spPr>
        <p:txBody>
          <a:bodyPr/>
          <a:lstStyle>
            <a:lvl1pPr>
              <a:lnSpc>
                <a:spcPts val="3800"/>
              </a:lnSpc>
              <a:spcAft>
                <a:spcPts val="2400"/>
              </a:spcAft>
              <a:defRPr sz="3800" b="0"/>
            </a:lvl1pPr>
            <a:lvl2pPr marL="0" indent="0">
              <a:buNone/>
              <a:defRPr sz="20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Fußzeilenplatzhalter 1">
            <a:extLst>
              <a:ext uri="{FF2B5EF4-FFF2-40B4-BE49-F238E27FC236}">
                <a16:creationId xmlns:a16="http://schemas.microsoft.com/office/drawing/2014/main" id="{0589E36F-7715-457D-8887-3CAB56AFC0AD}"/>
              </a:ext>
            </a:extLst>
          </p:cNvPr>
          <p:cNvSpPr>
            <a:spLocks noGrp="1"/>
          </p:cNvSpPr>
          <p:nvPr>
            <p:ph type="ftr" sz="quarter" idx="14"/>
          </p:nvPr>
        </p:nvSpPr>
        <p:spPr/>
        <p:txBody>
          <a:bodyPr/>
          <a:lstStyle/>
          <a:p>
            <a:endParaRPr lang="en-US" dirty="0"/>
          </a:p>
        </p:txBody>
      </p:sp>
    </p:spTree>
    <p:extLst>
      <p:ext uri="{BB962C8B-B14F-4D97-AF65-F5344CB8AC3E}">
        <p14:creationId xmlns:p14="http://schemas.microsoft.com/office/powerpoint/2010/main" val="2741471007"/>
      </p:ext>
    </p:extLst>
  </p:cSld>
  <p:clrMapOvr>
    <a:masterClrMapping/>
  </p:clrMapOvr>
  <p:extLst>
    <p:ext uri="{DCECCB84-F9BA-43D5-87BE-67443E8EF086}">
      <p15:sldGuideLst xmlns:p15="http://schemas.microsoft.com/office/powerpoint/2012/main">
        <p15:guide id="1" orient="horz" pos="1139">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p:cSld name="Large image + headline 02">
    <p:spTree>
      <p:nvGrpSpPr>
        <p:cNvPr id="1" name=""/>
        <p:cNvGrpSpPr/>
        <p:nvPr/>
      </p:nvGrpSpPr>
      <p:grpSpPr>
        <a:xfrm>
          <a:off x="0" y="0"/>
          <a:ext cx="0" cy="0"/>
          <a:chOff x="0" y="0"/>
          <a:chExt cx="0" cy="0"/>
        </a:xfrm>
      </p:grpSpPr>
      <p:sp>
        <p:nvSpPr>
          <p:cNvPr id="6" name="Foliennummernplatzhalter 5">
            <a:extLst>
              <a:ext uri="{FF2B5EF4-FFF2-40B4-BE49-F238E27FC236}">
                <a16:creationId xmlns:a16="http://schemas.microsoft.com/office/drawing/2014/main" id="{901E388C-6A4B-4AA3-B573-6AE8043CAA97}"/>
              </a:ext>
            </a:extLst>
          </p:cNvPr>
          <p:cNvSpPr>
            <a:spLocks noGrp="1"/>
          </p:cNvSpPr>
          <p:nvPr>
            <p:ph type="sldNum" sz="quarter" idx="11"/>
          </p:nvPr>
        </p:nvSpPr>
        <p:spPr/>
        <p:txBody>
          <a:bodyPr/>
          <a:lstStyle/>
          <a:p>
            <a:fld id="{56C449F3-BD9D-48DC-BFF1-0F66671DA7C6}" type="slidenum">
              <a:rPr lang="en-US" smtClean="0"/>
              <a:pPr/>
              <a:t>‹#›</a:t>
            </a:fld>
            <a:endParaRPr lang="en-US" dirty="0"/>
          </a:p>
        </p:txBody>
      </p:sp>
      <p:sp>
        <p:nvSpPr>
          <p:cNvPr id="8" name="Textplatzhalter 4">
            <a:extLst>
              <a:ext uri="{FF2B5EF4-FFF2-40B4-BE49-F238E27FC236}">
                <a16:creationId xmlns:a16="http://schemas.microsoft.com/office/drawing/2014/main" id="{E0780CC6-0AAA-43D9-B97A-2EF6ED7D8C4B}"/>
              </a:ext>
            </a:extLst>
          </p:cNvPr>
          <p:cNvSpPr>
            <a:spLocks noGrp="1"/>
          </p:cNvSpPr>
          <p:nvPr>
            <p:ph type="body" sz="quarter" idx="12" hasCustomPrompt="1"/>
          </p:nvPr>
        </p:nvSpPr>
        <p:spPr>
          <a:xfrm>
            <a:off x="479425" y="476250"/>
            <a:ext cx="3600450" cy="252000"/>
          </a:xfrm>
        </p:spPr>
        <p:txBody>
          <a:bodyPr/>
          <a:lstStyle>
            <a:lvl1pPr>
              <a:defRPr lang="en-US" sz="1100" b="1" kern="1200" cap="all" spc="63" baseline="0" smtClean="0">
                <a:solidFill>
                  <a:schemeClr val="bg1"/>
                </a:solidFill>
                <a:latin typeface="+mn-lt"/>
                <a:ea typeface="+mn-ea"/>
                <a:cs typeface="+mn-cs"/>
              </a:defRPr>
            </a:lvl1pPr>
          </a:lstStyle>
          <a:p>
            <a:pPr lvl="0"/>
            <a:r>
              <a:rPr lang="en-US"/>
              <a:t>Topline goes here</a:t>
            </a:r>
          </a:p>
        </p:txBody>
      </p:sp>
      <p:sp>
        <p:nvSpPr>
          <p:cNvPr id="7" name="Titel 1">
            <a:extLst>
              <a:ext uri="{FF2B5EF4-FFF2-40B4-BE49-F238E27FC236}">
                <a16:creationId xmlns:a16="http://schemas.microsoft.com/office/drawing/2014/main" id="{A3F8960E-E537-4E49-AC42-4DEBF27F46A6}"/>
              </a:ext>
            </a:extLst>
          </p:cNvPr>
          <p:cNvSpPr>
            <a:spLocks noGrp="1"/>
          </p:cNvSpPr>
          <p:nvPr>
            <p:ph type="title"/>
          </p:nvPr>
        </p:nvSpPr>
        <p:spPr>
          <a:xfrm>
            <a:off x="479424" y="873125"/>
            <a:ext cx="3600451" cy="1439863"/>
          </a:xfrm>
        </p:spPr>
        <p:txBody>
          <a:bodyPr/>
          <a:lstStyle/>
          <a:p>
            <a:r>
              <a:rPr lang="en-US"/>
              <a:t>Click to edit Master title style</a:t>
            </a:r>
            <a:endParaRPr lang="en-US" dirty="0"/>
          </a:p>
        </p:txBody>
      </p:sp>
      <p:sp>
        <p:nvSpPr>
          <p:cNvPr id="5" name="Bildplatzhalter 6">
            <a:extLst>
              <a:ext uri="{FF2B5EF4-FFF2-40B4-BE49-F238E27FC236}">
                <a16:creationId xmlns:a16="http://schemas.microsoft.com/office/drawing/2014/main" id="{56AD9E6D-63E1-41E1-8A4D-9A2F8102A993}"/>
              </a:ext>
              <a:ext uri="{C183D7F6-B498-43B3-948B-1728B52AA6E4}">
                <adec:decorative xmlns:adec="http://schemas.microsoft.com/office/drawing/2017/decorative" val="1"/>
              </a:ext>
            </a:extLst>
          </p:cNvPr>
          <p:cNvSpPr>
            <a:spLocks noGrp="1"/>
          </p:cNvSpPr>
          <p:nvPr>
            <p:ph type="pic" sz="quarter" idx="13"/>
          </p:nvPr>
        </p:nvSpPr>
        <p:spPr>
          <a:xfrm>
            <a:off x="4295775" y="-1"/>
            <a:ext cx="7896225" cy="4968000"/>
          </a:xfrm>
          <a:solidFill>
            <a:schemeClr val="tx2"/>
          </a:solidFill>
        </p:spPr>
        <p:txBody>
          <a:bodyPr/>
          <a:lstStyle/>
          <a:p>
            <a:r>
              <a:rPr lang="en-US"/>
              <a:t>Click icon to add picture</a:t>
            </a:r>
            <a:endParaRPr lang="en-US" dirty="0"/>
          </a:p>
        </p:txBody>
      </p:sp>
      <p:sp>
        <p:nvSpPr>
          <p:cNvPr id="9" name="Textplatzhalter 9">
            <a:extLst>
              <a:ext uri="{FF2B5EF4-FFF2-40B4-BE49-F238E27FC236}">
                <a16:creationId xmlns:a16="http://schemas.microsoft.com/office/drawing/2014/main" id="{73B815B3-09D1-4001-B105-D9E1330B1B62}"/>
              </a:ext>
            </a:extLst>
          </p:cNvPr>
          <p:cNvSpPr>
            <a:spLocks noGrp="1"/>
          </p:cNvSpPr>
          <p:nvPr>
            <p:ph type="body" sz="quarter" idx="14"/>
          </p:nvPr>
        </p:nvSpPr>
        <p:spPr>
          <a:xfrm>
            <a:off x="479426" y="2563200"/>
            <a:ext cx="3600449" cy="2404799"/>
          </a:xfrm>
        </p:spPr>
        <p:txBody>
          <a:bodyPr anchor="b" anchorCtr="0"/>
          <a:lstStyle>
            <a:lvl1pPr>
              <a:defRPr sz="1600" b="1"/>
            </a:lvl1pPr>
            <a:lvl2pPr marL="0" indent="0">
              <a:buNone/>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Bildplatzhalter 9">
            <a:extLst>
              <a:ext uri="{FF2B5EF4-FFF2-40B4-BE49-F238E27FC236}">
                <a16:creationId xmlns:a16="http://schemas.microsoft.com/office/drawing/2014/main" id="{CEB6A8EB-A666-4A27-9824-30E6CEF93D5D}"/>
              </a:ext>
              <a:ext uri="{C183D7F6-B498-43B3-948B-1728B52AA6E4}">
                <adec:decorative xmlns:adec="http://schemas.microsoft.com/office/drawing/2017/decorative" val="1"/>
              </a:ext>
            </a:extLst>
          </p:cNvPr>
          <p:cNvSpPr>
            <a:spLocks noGrp="1"/>
          </p:cNvSpPr>
          <p:nvPr>
            <p:ph type="pic" sz="quarter" idx="17"/>
          </p:nvPr>
        </p:nvSpPr>
        <p:spPr>
          <a:xfrm>
            <a:off x="10692000" y="504000"/>
            <a:ext cx="1018800" cy="252000"/>
          </a:xfrm>
          <a:blipFill>
            <a:blip r:embed="rId2">
              <a:extLst>
                <a:ext uri="{96DAC541-7B7A-43D3-8B79-37D633B846F1}">
                  <asvg:svgBlip xmlns:asvg="http://schemas.microsoft.com/office/drawing/2016/SVG/main" r:embed="rId3"/>
                </a:ext>
              </a:extLst>
            </a:blip>
            <a:stretch>
              <a:fillRect/>
            </a:stretch>
          </a:blipFill>
        </p:spPr>
        <p:txBody>
          <a:bodyPr/>
          <a:lstStyle>
            <a:lvl1pPr>
              <a:defRPr sz="800">
                <a:solidFill>
                  <a:schemeClr val="tx1">
                    <a:alpha val="0"/>
                  </a:schemeClr>
                </a:solidFill>
              </a:defRPr>
            </a:lvl1pPr>
          </a:lstStyle>
          <a:p>
            <a:r>
              <a:rPr lang="en-US"/>
              <a:t>Click icon to add picture</a:t>
            </a:r>
            <a:endParaRPr lang="en-US" dirty="0"/>
          </a:p>
        </p:txBody>
      </p:sp>
      <p:sp>
        <p:nvSpPr>
          <p:cNvPr id="2" name="Fußzeilenplatzhalter 1">
            <a:extLst>
              <a:ext uri="{FF2B5EF4-FFF2-40B4-BE49-F238E27FC236}">
                <a16:creationId xmlns:a16="http://schemas.microsoft.com/office/drawing/2014/main" id="{5D691213-0404-49EC-B501-4C4965B48592}"/>
              </a:ext>
            </a:extLst>
          </p:cNvPr>
          <p:cNvSpPr>
            <a:spLocks noGrp="1"/>
          </p:cNvSpPr>
          <p:nvPr>
            <p:ph type="ftr" sz="quarter" idx="18"/>
          </p:nvPr>
        </p:nvSpPr>
        <p:spPr/>
        <p:txBody>
          <a:bodyPr/>
          <a:lstStyle/>
          <a:p>
            <a:endParaRPr lang="en-US" dirty="0"/>
          </a:p>
        </p:txBody>
      </p:sp>
    </p:spTree>
    <p:extLst>
      <p:ext uri="{BB962C8B-B14F-4D97-AF65-F5344CB8AC3E}">
        <p14:creationId xmlns:p14="http://schemas.microsoft.com/office/powerpoint/2010/main" val="2427210165"/>
      </p:ext>
    </p:extLst>
  </p:cSld>
  <p:clrMapOvr>
    <a:masterClrMapping/>
  </p:clrMapOvr>
  <p:extLst>
    <p:ext uri="{DCECCB84-F9BA-43D5-87BE-67443E8EF086}">
      <p15:sldGuideLst xmlns:p15="http://schemas.microsoft.com/office/powerpoint/2012/main">
        <p15:guide id="1" orient="horz" pos="1139">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Large image + headline 03">
    <p:spTree>
      <p:nvGrpSpPr>
        <p:cNvPr id="1" name=""/>
        <p:cNvGrpSpPr/>
        <p:nvPr/>
      </p:nvGrpSpPr>
      <p:grpSpPr>
        <a:xfrm>
          <a:off x="0" y="0"/>
          <a:ext cx="0" cy="0"/>
          <a:chOff x="0" y="0"/>
          <a:chExt cx="0" cy="0"/>
        </a:xfrm>
      </p:grpSpPr>
      <p:sp>
        <p:nvSpPr>
          <p:cNvPr id="6" name="Foliennummernplatzhalter 5">
            <a:extLst>
              <a:ext uri="{FF2B5EF4-FFF2-40B4-BE49-F238E27FC236}">
                <a16:creationId xmlns:a16="http://schemas.microsoft.com/office/drawing/2014/main" id="{901E388C-6A4B-4AA3-B573-6AE8043CAA97}"/>
              </a:ext>
            </a:extLst>
          </p:cNvPr>
          <p:cNvSpPr>
            <a:spLocks noGrp="1"/>
          </p:cNvSpPr>
          <p:nvPr>
            <p:ph type="sldNum" sz="quarter" idx="11"/>
          </p:nvPr>
        </p:nvSpPr>
        <p:spPr/>
        <p:txBody>
          <a:bodyPr/>
          <a:lstStyle>
            <a:lvl1pPr>
              <a:defRPr>
                <a:solidFill>
                  <a:schemeClr val="tx1"/>
                </a:solidFill>
              </a:defRPr>
            </a:lvl1pPr>
          </a:lstStyle>
          <a:p>
            <a:fld id="{56C449F3-BD9D-48DC-BFF1-0F66671DA7C6}" type="slidenum">
              <a:rPr lang="en-US" smtClean="0"/>
              <a:pPr/>
              <a:t>‹#›</a:t>
            </a:fld>
            <a:endParaRPr lang="en-US" dirty="0"/>
          </a:p>
        </p:txBody>
      </p:sp>
      <p:sp>
        <p:nvSpPr>
          <p:cNvPr id="8" name="Textplatzhalter 4">
            <a:extLst>
              <a:ext uri="{FF2B5EF4-FFF2-40B4-BE49-F238E27FC236}">
                <a16:creationId xmlns:a16="http://schemas.microsoft.com/office/drawing/2014/main" id="{DB4B0E92-1B2C-41F7-B669-32B6FD56635A}"/>
              </a:ext>
            </a:extLst>
          </p:cNvPr>
          <p:cNvSpPr>
            <a:spLocks noGrp="1"/>
          </p:cNvSpPr>
          <p:nvPr>
            <p:ph type="body" sz="quarter" idx="12" hasCustomPrompt="1"/>
          </p:nvPr>
        </p:nvSpPr>
        <p:spPr>
          <a:xfrm>
            <a:off x="479425" y="476250"/>
            <a:ext cx="3600450" cy="252000"/>
          </a:xfrm>
        </p:spPr>
        <p:txBody>
          <a:bodyPr/>
          <a:lstStyle>
            <a:lvl1pPr>
              <a:defRPr lang="en-US" sz="1100" b="1" kern="1200" cap="all" spc="63" baseline="0" smtClean="0">
                <a:solidFill>
                  <a:schemeClr val="bg1"/>
                </a:solidFill>
                <a:latin typeface="+mn-lt"/>
                <a:ea typeface="+mn-ea"/>
                <a:cs typeface="+mn-cs"/>
              </a:defRPr>
            </a:lvl1pPr>
          </a:lstStyle>
          <a:p>
            <a:pPr lvl="0"/>
            <a:r>
              <a:rPr lang="en-US"/>
              <a:t>Topline goes here</a:t>
            </a:r>
          </a:p>
        </p:txBody>
      </p:sp>
      <p:sp>
        <p:nvSpPr>
          <p:cNvPr id="9" name="Textplatzhalter 9">
            <a:extLst>
              <a:ext uri="{FF2B5EF4-FFF2-40B4-BE49-F238E27FC236}">
                <a16:creationId xmlns:a16="http://schemas.microsoft.com/office/drawing/2014/main" id="{73B815B3-09D1-4001-B105-D9E1330B1B62}"/>
              </a:ext>
            </a:extLst>
          </p:cNvPr>
          <p:cNvSpPr>
            <a:spLocks noGrp="1"/>
          </p:cNvSpPr>
          <p:nvPr>
            <p:ph type="body" sz="quarter" idx="14"/>
          </p:nvPr>
        </p:nvSpPr>
        <p:spPr>
          <a:xfrm>
            <a:off x="479426" y="3168000"/>
            <a:ext cx="3600449" cy="2997850"/>
          </a:xfrm>
        </p:spPr>
        <p:txBody>
          <a:bodyPr anchor="t" anchorCtr="0"/>
          <a:lstStyle>
            <a:lvl1pPr>
              <a:defRPr sz="1600" b="1"/>
            </a:lvl1pPr>
            <a:lvl2pPr marL="0" indent="0">
              <a:buNone/>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Bildplatzhalter 6">
            <a:extLst>
              <a:ext uri="{FF2B5EF4-FFF2-40B4-BE49-F238E27FC236}">
                <a16:creationId xmlns:a16="http://schemas.microsoft.com/office/drawing/2014/main" id="{56AD9E6D-63E1-41E1-8A4D-9A2F8102A993}"/>
              </a:ext>
              <a:ext uri="{C183D7F6-B498-43B3-948B-1728B52AA6E4}">
                <adec:decorative xmlns:adec="http://schemas.microsoft.com/office/drawing/2017/decorative" val="1"/>
              </a:ext>
            </a:extLst>
          </p:cNvPr>
          <p:cNvSpPr>
            <a:spLocks noGrp="1"/>
          </p:cNvSpPr>
          <p:nvPr>
            <p:ph type="pic" sz="quarter" idx="13"/>
          </p:nvPr>
        </p:nvSpPr>
        <p:spPr>
          <a:xfrm>
            <a:off x="5988050" y="1008001"/>
            <a:ext cx="6203950" cy="5850000"/>
          </a:xfrm>
          <a:solidFill>
            <a:schemeClr val="tx2"/>
          </a:solidFill>
        </p:spPr>
        <p:txBody>
          <a:bodyPr/>
          <a:lstStyle/>
          <a:p>
            <a:r>
              <a:rPr lang="en-US"/>
              <a:t>Click icon to add picture</a:t>
            </a:r>
            <a:endParaRPr lang="en-US" dirty="0"/>
          </a:p>
        </p:txBody>
      </p:sp>
      <p:sp>
        <p:nvSpPr>
          <p:cNvPr id="7" name="Titel 1">
            <a:extLst>
              <a:ext uri="{FF2B5EF4-FFF2-40B4-BE49-F238E27FC236}">
                <a16:creationId xmlns:a16="http://schemas.microsoft.com/office/drawing/2014/main" id="{A3F8960E-E537-4E49-AC42-4DEBF27F46A6}"/>
              </a:ext>
            </a:extLst>
          </p:cNvPr>
          <p:cNvSpPr>
            <a:spLocks noGrp="1"/>
          </p:cNvSpPr>
          <p:nvPr>
            <p:ph type="title"/>
          </p:nvPr>
        </p:nvSpPr>
        <p:spPr>
          <a:xfrm>
            <a:off x="479424" y="873125"/>
            <a:ext cx="3600451" cy="1439863"/>
          </a:xfrm>
        </p:spPr>
        <p:txBody>
          <a:bodyPr/>
          <a:lstStyle/>
          <a:p>
            <a:r>
              <a:rPr lang="en-US"/>
              <a:t>Click to edit Master title style</a:t>
            </a:r>
            <a:endParaRPr lang="en-US" dirty="0"/>
          </a:p>
        </p:txBody>
      </p:sp>
      <p:sp>
        <p:nvSpPr>
          <p:cNvPr id="2" name="Fußzeilenplatzhalter 1">
            <a:extLst>
              <a:ext uri="{FF2B5EF4-FFF2-40B4-BE49-F238E27FC236}">
                <a16:creationId xmlns:a16="http://schemas.microsoft.com/office/drawing/2014/main" id="{5D691213-0404-49EC-B501-4C4965B48592}"/>
              </a:ext>
            </a:extLst>
          </p:cNvPr>
          <p:cNvSpPr>
            <a:spLocks noGrp="1"/>
          </p:cNvSpPr>
          <p:nvPr>
            <p:ph type="ftr" sz="quarter" idx="18"/>
          </p:nvPr>
        </p:nvSpPr>
        <p:spPr/>
        <p:txBody>
          <a:bodyPr/>
          <a:lstStyle/>
          <a:p>
            <a:endParaRPr lang="en-US" dirty="0"/>
          </a:p>
        </p:txBody>
      </p:sp>
    </p:spTree>
    <p:extLst>
      <p:ext uri="{BB962C8B-B14F-4D97-AF65-F5344CB8AC3E}">
        <p14:creationId xmlns:p14="http://schemas.microsoft.com/office/powerpoint/2010/main" val="816944427"/>
      </p:ext>
    </p:extLst>
  </p:cSld>
  <p:clrMapOvr>
    <a:masterClrMapping/>
  </p:clrMapOvr>
  <p:extLst>
    <p:ext uri="{DCECCB84-F9BA-43D5-87BE-67443E8EF086}">
      <p15:sldGuideLst xmlns:p15="http://schemas.microsoft.com/office/powerpoint/2012/main">
        <p15:guide id="1" orient="horz" pos="1139">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Bold headline + images and text">
    <p:spTree>
      <p:nvGrpSpPr>
        <p:cNvPr id="1" name=""/>
        <p:cNvGrpSpPr/>
        <p:nvPr/>
      </p:nvGrpSpPr>
      <p:grpSpPr>
        <a:xfrm>
          <a:off x="0" y="0"/>
          <a:ext cx="0" cy="0"/>
          <a:chOff x="0" y="0"/>
          <a:chExt cx="0" cy="0"/>
        </a:xfrm>
      </p:grpSpPr>
      <p:sp>
        <p:nvSpPr>
          <p:cNvPr id="6" name="Foliennummernplatzhalter 5">
            <a:extLst>
              <a:ext uri="{FF2B5EF4-FFF2-40B4-BE49-F238E27FC236}">
                <a16:creationId xmlns:a16="http://schemas.microsoft.com/office/drawing/2014/main" id="{901E388C-6A4B-4AA3-B573-6AE8043CAA97}"/>
              </a:ext>
            </a:extLst>
          </p:cNvPr>
          <p:cNvSpPr>
            <a:spLocks noGrp="1"/>
          </p:cNvSpPr>
          <p:nvPr>
            <p:ph type="sldNum" sz="quarter" idx="11"/>
          </p:nvPr>
        </p:nvSpPr>
        <p:spPr/>
        <p:txBody>
          <a:bodyPr/>
          <a:lstStyle>
            <a:lvl1pPr>
              <a:defRPr>
                <a:solidFill>
                  <a:schemeClr val="bg1"/>
                </a:solidFill>
              </a:defRPr>
            </a:lvl1pPr>
          </a:lstStyle>
          <a:p>
            <a:fld id="{56C449F3-BD9D-48DC-BFF1-0F66671DA7C6}" type="slidenum">
              <a:rPr lang="en-US" smtClean="0"/>
              <a:pPr/>
              <a:t>‹#›</a:t>
            </a:fld>
            <a:endParaRPr lang="en-US" dirty="0"/>
          </a:p>
        </p:txBody>
      </p:sp>
      <p:sp>
        <p:nvSpPr>
          <p:cNvPr id="12" name="Textplatzhalter 4">
            <a:extLst>
              <a:ext uri="{FF2B5EF4-FFF2-40B4-BE49-F238E27FC236}">
                <a16:creationId xmlns:a16="http://schemas.microsoft.com/office/drawing/2014/main" id="{89F8AF55-CD46-430D-AC56-3428F98D0CCF}"/>
              </a:ext>
            </a:extLst>
          </p:cNvPr>
          <p:cNvSpPr>
            <a:spLocks noGrp="1"/>
          </p:cNvSpPr>
          <p:nvPr>
            <p:ph type="body" sz="quarter" idx="12" hasCustomPrompt="1"/>
          </p:nvPr>
        </p:nvSpPr>
        <p:spPr>
          <a:xfrm>
            <a:off x="479425" y="476250"/>
            <a:ext cx="5508625" cy="252000"/>
          </a:xfrm>
        </p:spPr>
        <p:txBody>
          <a:bodyPr/>
          <a:lstStyle>
            <a:lvl1pPr>
              <a:defRPr lang="en-US" sz="1100" b="1" kern="1200" cap="all" spc="63" baseline="0" smtClean="0">
                <a:solidFill>
                  <a:schemeClr val="bg1"/>
                </a:solidFill>
                <a:latin typeface="+mn-lt"/>
                <a:ea typeface="+mn-ea"/>
                <a:cs typeface="+mn-cs"/>
              </a:defRPr>
            </a:lvl1pPr>
          </a:lstStyle>
          <a:p>
            <a:pPr lvl="0"/>
            <a:r>
              <a:rPr lang="en-US"/>
              <a:t>Topline goes here</a:t>
            </a:r>
          </a:p>
        </p:txBody>
      </p:sp>
      <p:sp>
        <p:nvSpPr>
          <p:cNvPr id="7" name="Titel 1">
            <a:extLst>
              <a:ext uri="{FF2B5EF4-FFF2-40B4-BE49-F238E27FC236}">
                <a16:creationId xmlns:a16="http://schemas.microsoft.com/office/drawing/2014/main" id="{A3F8960E-E537-4E49-AC42-4DEBF27F46A6}"/>
              </a:ext>
            </a:extLst>
          </p:cNvPr>
          <p:cNvSpPr>
            <a:spLocks noGrp="1"/>
          </p:cNvSpPr>
          <p:nvPr>
            <p:ph type="title"/>
          </p:nvPr>
        </p:nvSpPr>
        <p:spPr>
          <a:xfrm>
            <a:off x="479424" y="873125"/>
            <a:ext cx="5508626" cy="1439863"/>
          </a:xfrm>
        </p:spPr>
        <p:txBody>
          <a:bodyPr/>
          <a:lstStyle>
            <a:lvl1pPr>
              <a:lnSpc>
                <a:spcPts val="8500"/>
              </a:lnSpc>
              <a:defRPr sz="8500"/>
            </a:lvl1pPr>
          </a:lstStyle>
          <a:p>
            <a:r>
              <a:rPr lang="en-US"/>
              <a:t>Click to edit Master title style</a:t>
            </a:r>
            <a:endParaRPr lang="en-US" dirty="0"/>
          </a:p>
        </p:txBody>
      </p:sp>
      <p:sp>
        <p:nvSpPr>
          <p:cNvPr id="9" name="Textplatzhalter 9">
            <a:extLst>
              <a:ext uri="{FF2B5EF4-FFF2-40B4-BE49-F238E27FC236}">
                <a16:creationId xmlns:a16="http://schemas.microsoft.com/office/drawing/2014/main" id="{73B815B3-09D1-4001-B105-D9E1330B1B62}"/>
              </a:ext>
            </a:extLst>
          </p:cNvPr>
          <p:cNvSpPr>
            <a:spLocks noGrp="1"/>
          </p:cNvSpPr>
          <p:nvPr>
            <p:ph type="body" sz="quarter" idx="14"/>
          </p:nvPr>
        </p:nvSpPr>
        <p:spPr>
          <a:xfrm>
            <a:off x="479426" y="4176000"/>
            <a:ext cx="3816349" cy="1989850"/>
          </a:xfrm>
        </p:spPr>
        <p:txBody>
          <a:bodyPr anchor="t" anchorCtr="0"/>
          <a:lstStyle>
            <a:lvl1pPr>
              <a:defRPr sz="1600" b="0"/>
            </a:lvl1pPr>
            <a:lvl2pPr marL="0" indent="0">
              <a:buNone/>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Bildplatzhalter 6">
            <a:extLst>
              <a:ext uri="{FF2B5EF4-FFF2-40B4-BE49-F238E27FC236}">
                <a16:creationId xmlns:a16="http://schemas.microsoft.com/office/drawing/2014/main" id="{56AD9E6D-63E1-41E1-8A4D-9A2F8102A993}"/>
              </a:ext>
              <a:ext uri="{C183D7F6-B498-43B3-948B-1728B52AA6E4}">
                <adec:decorative xmlns:adec="http://schemas.microsoft.com/office/drawing/2017/decorative" val="1"/>
              </a:ext>
            </a:extLst>
          </p:cNvPr>
          <p:cNvSpPr>
            <a:spLocks noGrp="1"/>
          </p:cNvSpPr>
          <p:nvPr>
            <p:ph type="pic" sz="quarter" idx="13"/>
          </p:nvPr>
        </p:nvSpPr>
        <p:spPr>
          <a:xfrm>
            <a:off x="6203952" y="1044000"/>
            <a:ext cx="2088000" cy="2232000"/>
          </a:xfrm>
          <a:solidFill>
            <a:schemeClr val="tx2"/>
          </a:solidFill>
        </p:spPr>
        <p:txBody>
          <a:bodyPr/>
          <a:lstStyle/>
          <a:p>
            <a:r>
              <a:rPr lang="en-US"/>
              <a:t>Click icon to add picture</a:t>
            </a:r>
            <a:endParaRPr lang="en-US" dirty="0"/>
          </a:p>
        </p:txBody>
      </p:sp>
      <p:sp>
        <p:nvSpPr>
          <p:cNvPr id="8" name="Textplatzhalter 9">
            <a:extLst>
              <a:ext uri="{FF2B5EF4-FFF2-40B4-BE49-F238E27FC236}">
                <a16:creationId xmlns:a16="http://schemas.microsoft.com/office/drawing/2014/main" id="{3838915D-D3FB-443D-B066-9871FCA0D90C}"/>
              </a:ext>
            </a:extLst>
          </p:cNvPr>
          <p:cNvSpPr>
            <a:spLocks noGrp="1"/>
          </p:cNvSpPr>
          <p:nvPr>
            <p:ph type="body" sz="quarter" idx="19"/>
          </p:nvPr>
        </p:nvSpPr>
        <p:spPr>
          <a:xfrm>
            <a:off x="8640000" y="1044000"/>
            <a:ext cx="2376000" cy="2232000"/>
          </a:xfrm>
        </p:spPr>
        <p:txBody>
          <a:bodyPr anchor="ctr" anchorCtr="0"/>
          <a:lstStyle>
            <a:lvl1pPr>
              <a:defRPr sz="1600" b="0"/>
            </a:lvl1pPr>
            <a:lvl2pPr marL="0" indent="0">
              <a:buNone/>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Bildplatzhalter 6">
            <a:extLst>
              <a:ext uri="{FF2B5EF4-FFF2-40B4-BE49-F238E27FC236}">
                <a16:creationId xmlns:a16="http://schemas.microsoft.com/office/drawing/2014/main" id="{53DA06E5-3D83-444D-925F-F4A41465D64C}"/>
              </a:ext>
              <a:ext uri="{C183D7F6-B498-43B3-948B-1728B52AA6E4}">
                <adec:decorative xmlns:adec="http://schemas.microsoft.com/office/drawing/2017/decorative" val="1"/>
              </a:ext>
            </a:extLst>
          </p:cNvPr>
          <p:cNvSpPr>
            <a:spLocks noGrp="1"/>
          </p:cNvSpPr>
          <p:nvPr>
            <p:ph type="pic" sz="quarter" idx="20"/>
          </p:nvPr>
        </p:nvSpPr>
        <p:spPr>
          <a:xfrm>
            <a:off x="6203952" y="3582001"/>
            <a:ext cx="2088000" cy="2232000"/>
          </a:xfrm>
          <a:solidFill>
            <a:schemeClr val="tx2"/>
          </a:solidFill>
        </p:spPr>
        <p:txBody>
          <a:bodyPr/>
          <a:lstStyle/>
          <a:p>
            <a:r>
              <a:rPr lang="en-US"/>
              <a:t>Click icon to add picture</a:t>
            </a:r>
            <a:endParaRPr lang="en-US" dirty="0"/>
          </a:p>
        </p:txBody>
      </p:sp>
      <p:sp>
        <p:nvSpPr>
          <p:cNvPr id="11" name="Textplatzhalter 9">
            <a:extLst>
              <a:ext uri="{FF2B5EF4-FFF2-40B4-BE49-F238E27FC236}">
                <a16:creationId xmlns:a16="http://schemas.microsoft.com/office/drawing/2014/main" id="{8A4C057F-21D1-4235-9674-D17DA9EE80C1}"/>
              </a:ext>
            </a:extLst>
          </p:cNvPr>
          <p:cNvSpPr>
            <a:spLocks noGrp="1"/>
          </p:cNvSpPr>
          <p:nvPr>
            <p:ph type="body" sz="quarter" idx="21"/>
          </p:nvPr>
        </p:nvSpPr>
        <p:spPr>
          <a:xfrm>
            <a:off x="8640000" y="3582001"/>
            <a:ext cx="2376000" cy="2232000"/>
          </a:xfrm>
        </p:spPr>
        <p:txBody>
          <a:bodyPr anchor="ctr" anchorCtr="0"/>
          <a:lstStyle>
            <a:lvl1pPr>
              <a:defRPr sz="1600" b="0"/>
            </a:lvl1pPr>
            <a:lvl2pPr marL="0" indent="0">
              <a:buNone/>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Fußzeilenplatzhalter 1">
            <a:extLst>
              <a:ext uri="{FF2B5EF4-FFF2-40B4-BE49-F238E27FC236}">
                <a16:creationId xmlns:a16="http://schemas.microsoft.com/office/drawing/2014/main" id="{5D691213-0404-49EC-B501-4C4965B48592}"/>
              </a:ext>
            </a:extLst>
          </p:cNvPr>
          <p:cNvSpPr>
            <a:spLocks noGrp="1"/>
          </p:cNvSpPr>
          <p:nvPr>
            <p:ph type="ftr" sz="quarter" idx="18"/>
          </p:nvPr>
        </p:nvSpPr>
        <p:spPr/>
        <p:txBody>
          <a:bodyPr/>
          <a:lstStyle/>
          <a:p>
            <a:endParaRPr lang="en-US" dirty="0"/>
          </a:p>
        </p:txBody>
      </p:sp>
    </p:spTree>
    <p:extLst>
      <p:ext uri="{BB962C8B-B14F-4D97-AF65-F5344CB8AC3E}">
        <p14:creationId xmlns:p14="http://schemas.microsoft.com/office/powerpoint/2010/main" val="996370628"/>
      </p:ext>
    </p:extLst>
  </p:cSld>
  <p:clrMapOvr>
    <a:masterClrMapping/>
  </p:clrMapOvr>
  <p:extLst>
    <p:ext uri="{DCECCB84-F9BA-43D5-87BE-67443E8EF086}">
      <p15:sldGuideLst xmlns:p15="http://schemas.microsoft.com/office/powerpoint/2012/main">
        <p15:guide id="1" orient="horz" pos="1139">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Bold headline on blue/white">
    <p:spTree>
      <p:nvGrpSpPr>
        <p:cNvPr id="1" name=""/>
        <p:cNvGrpSpPr/>
        <p:nvPr/>
      </p:nvGrpSpPr>
      <p:grpSpPr>
        <a:xfrm>
          <a:off x="0" y="0"/>
          <a:ext cx="0" cy="0"/>
          <a:chOff x="0" y="0"/>
          <a:chExt cx="0" cy="0"/>
        </a:xfrm>
      </p:grpSpPr>
      <p:sp>
        <p:nvSpPr>
          <p:cNvPr id="8" name="Rechteck 7">
            <a:extLst>
              <a:ext uri="{FF2B5EF4-FFF2-40B4-BE49-F238E27FC236}">
                <a16:creationId xmlns:a16="http://schemas.microsoft.com/office/drawing/2014/main" id="{D85B9BCC-ED7D-4926-91D7-795B583CD299}"/>
              </a:ext>
              <a:ext uri="{C183D7F6-B498-43B3-948B-1728B52AA6E4}">
                <adec:decorative xmlns:adec="http://schemas.microsoft.com/office/drawing/2017/decorative" val="1"/>
              </a:ext>
            </a:extLst>
          </p:cNvPr>
          <p:cNvSpPr/>
          <p:nvPr/>
        </p:nvSpPr>
        <p:spPr>
          <a:xfrm>
            <a:off x="0" y="0"/>
            <a:ext cx="8112125" cy="6858000"/>
          </a:xfrm>
          <a:prstGeom prst="rect">
            <a:avLst/>
          </a:prstGeom>
          <a:solidFill>
            <a:srgbClr val="13A0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Foliennummernplatzhalter 5">
            <a:extLst>
              <a:ext uri="{FF2B5EF4-FFF2-40B4-BE49-F238E27FC236}">
                <a16:creationId xmlns:a16="http://schemas.microsoft.com/office/drawing/2014/main" id="{50E423D4-7901-4F8B-B075-3D0E7C20A648}"/>
              </a:ext>
            </a:extLst>
          </p:cNvPr>
          <p:cNvSpPr>
            <a:spLocks noGrp="1"/>
          </p:cNvSpPr>
          <p:nvPr>
            <p:ph type="sldNum" sz="quarter" idx="11"/>
          </p:nvPr>
        </p:nvSpPr>
        <p:spPr/>
        <p:txBody>
          <a:bodyPr/>
          <a:lstStyle/>
          <a:p>
            <a:fld id="{56C449F3-BD9D-48DC-BFF1-0F66671DA7C6}" type="slidenum">
              <a:rPr lang="en-US" smtClean="0"/>
              <a:pPr/>
              <a:t>‹#›</a:t>
            </a:fld>
            <a:endParaRPr lang="en-US" dirty="0"/>
          </a:p>
        </p:txBody>
      </p:sp>
      <p:sp>
        <p:nvSpPr>
          <p:cNvPr id="9" name="Textplatzhalter 4">
            <a:extLst>
              <a:ext uri="{FF2B5EF4-FFF2-40B4-BE49-F238E27FC236}">
                <a16:creationId xmlns:a16="http://schemas.microsoft.com/office/drawing/2014/main" id="{65CB8C84-525E-4B57-BAF4-5CD06402D3A1}"/>
              </a:ext>
            </a:extLst>
          </p:cNvPr>
          <p:cNvSpPr>
            <a:spLocks noGrp="1"/>
          </p:cNvSpPr>
          <p:nvPr>
            <p:ph type="body" sz="quarter" idx="14" hasCustomPrompt="1"/>
          </p:nvPr>
        </p:nvSpPr>
        <p:spPr>
          <a:xfrm>
            <a:off x="479425" y="476250"/>
            <a:ext cx="5724525" cy="252000"/>
          </a:xfrm>
        </p:spPr>
        <p:txBody>
          <a:bodyPr/>
          <a:lstStyle>
            <a:lvl1pPr>
              <a:defRPr lang="en-US" sz="1100" b="1" kern="1200" cap="all" spc="63" baseline="0" smtClean="0">
                <a:solidFill>
                  <a:schemeClr val="tx1"/>
                </a:solidFill>
                <a:latin typeface="+mn-lt"/>
                <a:ea typeface="+mn-ea"/>
                <a:cs typeface="+mn-cs"/>
              </a:defRPr>
            </a:lvl1pPr>
          </a:lstStyle>
          <a:p>
            <a:pPr lvl="0"/>
            <a:r>
              <a:rPr lang="en-US"/>
              <a:t>Topline goes here</a:t>
            </a:r>
          </a:p>
        </p:txBody>
      </p:sp>
      <p:sp>
        <p:nvSpPr>
          <p:cNvPr id="7" name="Titel 6">
            <a:extLst>
              <a:ext uri="{FF2B5EF4-FFF2-40B4-BE49-F238E27FC236}">
                <a16:creationId xmlns:a16="http://schemas.microsoft.com/office/drawing/2014/main" id="{28E2DDD5-62F8-4BB9-A01C-AC7CC80E2678}"/>
              </a:ext>
            </a:extLst>
          </p:cNvPr>
          <p:cNvSpPr>
            <a:spLocks noGrp="1"/>
          </p:cNvSpPr>
          <p:nvPr>
            <p:ph type="title"/>
          </p:nvPr>
        </p:nvSpPr>
        <p:spPr>
          <a:xfrm>
            <a:off x="479427" y="1808162"/>
            <a:ext cx="5724523" cy="4357687"/>
          </a:xfrm>
        </p:spPr>
        <p:txBody>
          <a:bodyPr/>
          <a:lstStyle>
            <a:lvl1pPr>
              <a:lnSpc>
                <a:spcPts val="8500"/>
              </a:lnSpc>
              <a:defRPr sz="8500">
                <a:solidFill>
                  <a:srgbClr val="122B54"/>
                </a:solidFill>
              </a:defRPr>
            </a:lvl1pPr>
          </a:lstStyle>
          <a:p>
            <a:r>
              <a:rPr lang="en-US"/>
              <a:t>Click to edit Master title style</a:t>
            </a:r>
            <a:endParaRPr lang="en-US" dirty="0"/>
          </a:p>
        </p:txBody>
      </p:sp>
      <p:sp>
        <p:nvSpPr>
          <p:cNvPr id="10" name="Textplatzhalter 9">
            <a:extLst>
              <a:ext uri="{FF2B5EF4-FFF2-40B4-BE49-F238E27FC236}">
                <a16:creationId xmlns:a16="http://schemas.microsoft.com/office/drawing/2014/main" id="{25DCC88A-A947-4C0A-827F-38E624596684}"/>
              </a:ext>
            </a:extLst>
          </p:cNvPr>
          <p:cNvSpPr>
            <a:spLocks noGrp="1"/>
          </p:cNvSpPr>
          <p:nvPr>
            <p:ph type="body" sz="quarter" idx="12"/>
          </p:nvPr>
        </p:nvSpPr>
        <p:spPr>
          <a:xfrm>
            <a:off x="8772525" y="1808163"/>
            <a:ext cx="2940050" cy="4357687"/>
          </a:xfrm>
        </p:spPr>
        <p:txBody>
          <a:bodyPr/>
          <a:lstStyle>
            <a:lvl1pPr>
              <a:defRPr sz="1600" b="1"/>
            </a:lvl1pPr>
            <a:lvl2pPr marL="0" indent="0">
              <a:buNone/>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Fußzeilenplatzhalter 1">
            <a:extLst>
              <a:ext uri="{FF2B5EF4-FFF2-40B4-BE49-F238E27FC236}">
                <a16:creationId xmlns:a16="http://schemas.microsoft.com/office/drawing/2014/main" id="{C600EDD0-042C-48C5-946C-9122C18A1125}"/>
              </a:ext>
            </a:extLst>
          </p:cNvPr>
          <p:cNvSpPr>
            <a:spLocks noGrp="1"/>
          </p:cNvSpPr>
          <p:nvPr>
            <p:ph type="ftr" sz="quarter" idx="13"/>
          </p:nvPr>
        </p:nvSpPr>
        <p:spPr/>
        <p:txBody>
          <a:bodyPr/>
          <a:lstStyle>
            <a:lvl1pPr>
              <a:defRPr>
                <a:solidFill>
                  <a:schemeClr val="tx1"/>
                </a:solidFill>
              </a:defRPr>
            </a:lvl1pPr>
          </a:lstStyle>
          <a:p>
            <a:endParaRPr lang="en-US" dirty="0"/>
          </a:p>
        </p:txBody>
      </p:sp>
    </p:spTree>
    <p:extLst>
      <p:ext uri="{BB962C8B-B14F-4D97-AF65-F5344CB8AC3E}">
        <p14:creationId xmlns:p14="http://schemas.microsoft.com/office/powerpoint/2010/main" val="1088311431"/>
      </p:ext>
    </p:extLst>
  </p:cSld>
  <p:clrMapOvr>
    <a:masterClrMapping/>
  </p:clrMapOvr>
  <p:extLst>
    <p:ext uri="{DCECCB84-F9BA-43D5-87BE-67443E8EF086}">
      <p15:sldGuideLst xmlns:p15="http://schemas.microsoft.com/office/powerpoint/2012/main">
        <p15:guide id="1" orient="horz" pos="1139">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Bold headline on blue/white + image">
    <p:spTree>
      <p:nvGrpSpPr>
        <p:cNvPr id="1" name=""/>
        <p:cNvGrpSpPr/>
        <p:nvPr/>
      </p:nvGrpSpPr>
      <p:grpSpPr>
        <a:xfrm>
          <a:off x="0" y="0"/>
          <a:ext cx="0" cy="0"/>
          <a:chOff x="0" y="0"/>
          <a:chExt cx="0" cy="0"/>
        </a:xfrm>
      </p:grpSpPr>
      <p:sp>
        <p:nvSpPr>
          <p:cNvPr id="8" name="Rechteck 7">
            <a:extLst>
              <a:ext uri="{FF2B5EF4-FFF2-40B4-BE49-F238E27FC236}">
                <a16:creationId xmlns:a16="http://schemas.microsoft.com/office/drawing/2014/main" id="{D85B9BCC-ED7D-4926-91D7-795B583CD299}"/>
              </a:ext>
              <a:ext uri="{C183D7F6-B498-43B3-948B-1728B52AA6E4}">
                <adec:decorative xmlns:adec="http://schemas.microsoft.com/office/drawing/2017/decorative" val="1"/>
              </a:ext>
            </a:extLst>
          </p:cNvPr>
          <p:cNvSpPr/>
          <p:nvPr/>
        </p:nvSpPr>
        <p:spPr>
          <a:xfrm>
            <a:off x="0" y="0"/>
            <a:ext cx="7020000" cy="6858000"/>
          </a:xfrm>
          <a:prstGeom prst="rect">
            <a:avLst/>
          </a:prstGeom>
          <a:solidFill>
            <a:srgbClr val="13A0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Foliennummernplatzhalter 5">
            <a:extLst>
              <a:ext uri="{FF2B5EF4-FFF2-40B4-BE49-F238E27FC236}">
                <a16:creationId xmlns:a16="http://schemas.microsoft.com/office/drawing/2014/main" id="{50E423D4-7901-4F8B-B075-3D0E7C20A648}"/>
              </a:ext>
            </a:extLst>
          </p:cNvPr>
          <p:cNvSpPr>
            <a:spLocks noGrp="1"/>
          </p:cNvSpPr>
          <p:nvPr>
            <p:ph type="sldNum" sz="quarter" idx="11"/>
          </p:nvPr>
        </p:nvSpPr>
        <p:spPr/>
        <p:txBody>
          <a:bodyPr/>
          <a:lstStyle/>
          <a:p>
            <a:fld id="{56C449F3-BD9D-48DC-BFF1-0F66671DA7C6}" type="slidenum">
              <a:rPr lang="en-US" smtClean="0"/>
              <a:pPr/>
              <a:t>‹#›</a:t>
            </a:fld>
            <a:endParaRPr lang="en-US" dirty="0"/>
          </a:p>
        </p:txBody>
      </p:sp>
      <p:sp>
        <p:nvSpPr>
          <p:cNvPr id="9" name="Textplatzhalter 4">
            <a:extLst>
              <a:ext uri="{FF2B5EF4-FFF2-40B4-BE49-F238E27FC236}">
                <a16:creationId xmlns:a16="http://schemas.microsoft.com/office/drawing/2014/main" id="{86895624-7DAF-4916-BF2D-DA99D815DD92}"/>
              </a:ext>
            </a:extLst>
          </p:cNvPr>
          <p:cNvSpPr>
            <a:spLocks noGrp="1"/>
          </p:cNvSpPr>
          <p:nvPr>
            <p:ph type="body" sz="quarter" idx="15" hasCustomPrompt="1"/>
          </p:nvPr>
        </p:nvSpPr>
        <p:spPr>
          <a:xfrm>
            <a:off x="479425" y="476250"/>
            <a:ext cx="5025082" cy="252000"/>
          </a:xfrm>
        </p:spPr>
        <p:txBody>
          <a:bodyPr/>
          <a:lstStyle>
            <a:lvl1pPr>
              <a:defRPr lang="en-US" sz="1100" b="1" kern="1200" cap="all" spc="63" baseline="0" smtClean="0">
                <a:solidFill>
                  <a:schemeClr val="tx1"/>
                </a:solidFill>
                <a:latin typeface="+mn-lt"/>
                <a:ea typeface="+mn-ea"/>
                <a:cs typeface="+mn-cs"/>
              </a:defRPr>
            </a:lvl1pPr>
          </a:lstStyle>
          <a:p>
            <a:pPr lvl="0"/>
            <a:r>
              <a:rPr lang="en-US"/>
              <a:t>Topline goes here</a:t>
            </a:r>
          </a:p>
        </p:txBody>
      </p:sp>
      <p:sp>
        <p:nvSpPr>
          <p:cNvPr id="7" name="Titel 6">
            <a:extLst>
              <a:ext uri="{FF2B5EF4-FFF2-40B4-BE49-F238E27FC236}">
                <a16:creationId xmlns:a16="http://schemas.microsoft.com/office/drawing/2014/main" id="{28E2DDD5-62F8-4BB9-A01C-AC7CC80E2678}"/>
              </a:ext>
            </a:extLst>
          </p:cNvPr>
          <p:cNvSpPr>
            <a:spLocks noGrp="1"/>
          </p:cNvSpPr>
          <p:nvPr>
            <p:ph type="title"/>
          </p:nvPr>
        </p:nvSpPr>
        <p:spPr>
          <a:xfrm>
            <a:off x="479427" y="1808162"/>
            <a:ext cx="5724523" cy="4357687"/>
          </a:xfrm>
        </p:spPr>
        <p:txBody>
          <a:bodyPr/>
          <a:lstStyle>
            <a:lvl1pPr>
              <a:lnSpc>
                <a:spcPts val="8500"/>
              </a:lnSpc>
              <a:defRPr sz="8500">
                <a:solidFill>
                  <a:srgbClr val="122B54"/>
                </a:solidFill>
              </a:defRPr>
            </a:lvl1pPr>
          </a:lstStyle>
          <a:p>
            <a:r>
              <a:rPr lang="en-US"/>
              <a:t>Click to edit Master title style</a:t>
            </a:r>
            <a:endParaRPr lang="en-US" dirty="0"/>
          </a:p>
        </p:txBody>
      </p:sp>
      <p:sp>
        <p:nvSpPr>
          <p:cNvPr id="10" name="Textplatzhalter 9">
            <a:extLst>
              <a:ext uri="{FF2B5EF4-FFF2-40B4-BE49-F238E27FC236}">
                <a16:creationId xmlns:a16="http://schemas.microsoft.com/office/drawing/2014/main" id="{25DCC88A-A947-4C0A-827F-38E624596684}"/>
              </a:ext>
            </a:extLst>
          </p:cNvPr>
          <p:cNvSpPr>
            <a:spLocks noGrp="1"/>
          </p:cNvSpPr>
          <p:nvPr>
            <p:ph type="body" sz="quarter" idx="12"/>
          </p:nvPr>
        </p:nvSpPr>
        <p:spPr>
          <a:xfrm>
            <a:off x="7560000" y="3024000"/>
            <a:ext cx="4152573" cy="3141849"/>
          </a:xfrm>
        </p:spPr>
        <p:txBody>
          <a:bodyPr/>
          <a:lstStyle>
            <a:lvl1pPr>
              <a:defRPr sz="1600" b="1"/>
            </a:lvl1pPr>
            <a:lvl2pPr marL="0" indent="0">
              <a:buNone/>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Bildplatzhalter 2">
            <a:extLst>
              <a:ext uri="{FF2B5EF4-FFF2-40B4-BE49-F238E27FC236}">
                <a16:creationId xmlns:a16="http://schemas.microsoft.com/office/drawing/2014/main" id="{C3A37E33-1BC4-4258-8988-7DB0EC8D5A84}"/>
              </a:ext>
              <a:ext uri="{C183D7F6-B498-43B3-948B-1728B52AA6E4}">
                <adec:decorative xmlns:adec="http://schemas.microsoft.com/office/drawing/2017/decorative" val="1"/>
              </a:ext>
            </a:extLst>
          </p:cNvPr>
          <p:cNvSpPr>
            <a:spLocks noGrp="1"/>
          </p:cNvSpPr>
          <p:nvPr>
            <p:ph type="pic" sz="quarter" idx="13"/>
          </p:nvPr>
        </p:nvSpPr>
        <p:spPr>
          <a:xfrm>
            <a:off x="5700300" y="0"/>
            <a:ext cx="4320000" cy="2340000"/>
          </a:xfrm>
          <a:solidFill>
            <a:schemeClr val="tx2">
              <a:lumMod val="90000"/>
            </a:schemeClr>
          </a:solidFill>
        </p:spPr>
        <p:txBody>
          <a:bodyPr/>
          <a:lstStyle>
            <a:lvl1pPr>
              <a:defRPr>
                <a:solidFill>
                  <a:schemeClr val="tx1"/>
                </a:solidFill>
              </a:defRPr>
            </a:lvl1pPr>
          </a:lstStyle>
          <a:p>
            <a:r>
              <a:rPr lang="en-US"/>
              <a:t>Click icon to add picture</a:t>
            </a:r>
            <a:endParaRPr lang="en-US" dirty="0"/>
          </a:p>
        </p:txBody>
      </p:sp>
      <p:sp>
        <p:nvSpPr>
          <p:cNvPr id="2" name="Fußzeilenplatzhalter 1">
            <a:extLst>
              <a:ext uri="{FF2B5EF4-FFF2-40B4-BE49-F238E27FC236}">
                <a16:creationId xmlns:a16="http://schemas.microsoft.com/office/drawing/2014/main" id="{7C631362-B5E9-4A03-8563-BC489D509F80}"/>
              </a:ext>
            </a:extLst>
          </p:cNvPr>
          <p:cNvSpPr>
            <a:spLocks noGrp="1"/>
          </p:cNvSpPr>
          <p:nvPr>
            <p:ph type="ftr" sz="quarter" idx="14"/>
          </p:nvPr>
        </p:nvSpPr>
        <p:spPr/>
        <p:txBody>
          <a:bodyPr/>
          <a:lstStyle>
            <a:lvl1pPr>
              <a:defRPr>
                <a:solidFill>
                  <a:schemeClr val="tx1"/>
                </a:solidFill>
              </a:defRPr>
            </a:lvl1pPr>
          </a:lstStyle>
          <a:p>
            <a:endParaRPr lang="en-US" dirty="0"/>
          </a:p>
        </p:txBody>
      </p:sp>
    </p:spTree>
    <p:extLst>
      <p:ext uri="{BB962C8B-B14F-4D97-AF65-F5344CB8AC3E}">
        <p14:creationId xmlns:p14="http://schemas.microsoft.com/office/powerpoint/2010/main" val="2095310029"/>
      </p:ext>
    </p:extLst>
  </p:cSld>
  <p:clrMapOvr>
    <a:masterClrMapping/>
  </p:clrMapOvr>
  <p:extLst>
    <p:ext uri="{DCECCB84-F9BA-43D5-87BE-67443E8EF086}">
      <p15:sldGuideLst xmlns:p15="http://schemas.microsoft.com/office/powerpoint/2012/main">
        <p15:guide id="1" orient="horz" pos="1139">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Headline + topline only">
    <p:spTree>
      <p:nvGrpSpPr>
        <p:cNvPr id="1" name=""/>
        <p:cNvGrpSpPr/>
        <p:nvPr/>
      </p:nvGrpSpPr>
      <p:grpSpPr>
        <a:xfrm>
          <a:off x="0" y="0"/>
          <a:ext cx="0" cy="0"/>
          <a:chOff x="0" y="0"/>
          <a:chExt cx="0" cy="0"/>
        </a:xfrm>
      </p:grpSpPr>
      <p:sp>
        <p:nvSpPr>
          <p:cNvPr id="7" name="Foliennummernplatzhalter 6">
            <a:extLst>
              <a:ext uri="{FF2B5EF4-FFF2-40B4-BE49-F238E27FC236}">
                <a16:creationId xmlns:a16="http://schemas.microsoft.com/office/drawing/2014/main" id="{B5F45E11-429A-423F-97E9-1B1309F4DB3A}"/>
              </a:ext>
            </a:extLst>
          </p:cNvPr>
          <p:cNvSpPr>
            <a:spLocks noGrp="1"/>
          </p:cNvSpPr>
          <p:nvPr>
            <p:ph type="sldNum" sz="quarter" idx="11"/>
          </p:nvPr>
        </p:nvSpPr>
        <p:spPr/>
        <p:txBody>
          <a:bodyPr/>
          <a:lstStyle/>
          <a:p>
            <a:fld id="{56C449F3-BD9D-48DC-BFF1-0F66671DA7C6}" type="slidenum">
              <a:rPr lang="en-US" smtClean="0"/>
              <a:pPr/>
              <a:t>‹#›</a:t>
            </a:fld>
            <a:endParaRPr lang="en-US" dirty="0"/>
          </a:p>
        </p:txBody>
      </p:sp>
      <p:sp>
        <p:nvSpPr>
          <p:cNvPr id="5" name="Textplatzhalter 4">
            <a:extLst>
              <a:ext uri="{FF2B5EF4-FFF2-40B4-BE49-F238E27FC236}">
                <a16:creationId xmlns:a16="http://schemas.microsoft.com/office/drawing/2014/main" id="{2CBF6088-36A1-4310-BB51-1649635E7893}"/>
              </a:ext>
            </a:extLst>
          </p:cNvPr>
          <p:cNvSpPr>
            <a:spLocks noGrp="1"/>
          </p:cNvSpPr>
          <p:nvPr>
            <p:ph type="body" sz="quarter" idx="12" hasCustomPrompt="1"/>
          </p:nvPr>
        </p:nvSpPr>
        <p:spPr>
          <a:xfrm>
            <a:off x="479424" y="476250"/>
            <a:ext cx="9324975" cy="252000"/>
          </a:xfrm>
        </p:spPr>
        <p:txBody>
          <a:bodyPr/>
          <a:lstStyle>
            <a:lvl1pPr>
              <a:defRPr lang="en-US" sz="1100" b="1" kern="1200" cap="all" spc="63" baseline="0" smtClean="0">
                <a:solidFill>
                  <a:schemeClr val="bg1"/>
                </a:solidFill>
                <a:latin typeface="+mn-lt"/>
                <a:ea typeface="+mn-ea"/>
                <a:cs typeface="+mn-cs"/>
              </a:defRPr>
            </a:lvl1pPr>
          </a:lstStyle>
          <a:p>
            <a:pPr lvl="0"/>
            <a:r>
              <a:rPr lang="en-US"/>
              <a:t>Topline goes here</a:t>
            </a:r>
          </a:p>
        </p:txBody>
      </p:sp>
      <p:sp>
        <p:nvSpPr>
          <p:cNvPr id="2" name="Titel 1">
            <a:extLst>
              <a:ext uri="{FF2B5EF4-FFF2-40B4-BE49-F238E27FC236}">
                <a16:creationId xmlns:a16="http://schemas.microsoft.com/office/drawing/2014/main" id="{7FE0FA48-9F47-4B37-94C3-D2CE80E96A54}"/>
              </a:ext>
            </a:extLst>
          </p:cNvPr>
          <p:cNvSpPr>
            <a:spLocks noGrp="1"/>
          </p:cNvSpPr>
          <p:nvPr>
            <p:ph type="title"/>
          </p:nvPr>
        </p:nvSpPr>
        <p:spPr/>
        <p:txBody>
          <a:bodyPr/>
          <a:lstStyle/>
          <a:p>
            <a:r>
              <a:rPr lang="en-US"/>
              <a:t>Click to edit Master title style</a:t>
            </a:r>
            <a:endParaRPr lang="en-US" dirty="0"/>
          </a:p>
        </p:txBody>
      </p:sp>
      <p:sp>
        <p:nvSpPr>
          <p:cNvPr id="6" name="Fußzeilenplatzhalter 5">
            <a:extLst>
              <a:ext uri="{FF2B5EF4-FFF2-40B4-BE49-F238E27FC236}">
                <a16:creationId xmlns:a16="http://schemas.microsoft.com/office/drawing/2014/main" id="{B12C489F-F019-4419-9172-668E44FC8C23}"/>
              </a:ext>
            </a:extLst>
          </p:cNvPr>
          <p:cNvSpPr>
            <a:spLocks noGrp="1"/>
          </p:cNvSpPr>
          <p:nvPr>
            <p:ph type="ftr" sz="quarter" idx="10"/>
          </p:nvPr>
        </p:nvSpPr>
        <p:spPr/>
        <p:txBody>
          <a:bodyPr/>
          <a:lstStyle/>
          <a:p>
            <a:endParaRPr lang="en-US" dirty="0"/>
          </a:p>
        </p:txBody>
      </p:sp>
    </p:spTree>
    <p:extLst>
      <p:ext uri="{BB962C8B-B14F-4D97-AF65-F5344CB8AC3E}">
        <p14:creationId xmlns:p14="http://schemas.microsoft.com/office/powerpoint/2010/main" val="314954098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Headline + topline only bold">
    <p:spTree>
      <p:nvGrpSpPr>
        <p:cNvPr id="1" name=""/>
        <p:cNvGrpSpPr/>
        <p:nvPr/>
      </p:nvGrpSpPr>
      <p:grpSpPr>
        <a:xfrm>
          <a:off x="0" y="0"/>
          <a:ext cx="0" cy="0"/>
          <a:chOff x="0" y="0"/>
          <a:chExt cx="0" cy="0"/>
        </a:xfrm>
      </p:grpSpPr>
      <p:sp>
        <p:nvSpPr>
          <p:cNvPr id="7" name="Foliennummernplatzhalter 6">
            <a:extLst>
              <a:ext uri="{FF2B5EF4-FFF2-40B4-BE49-F238E27FC236}">
                <a16:creationId xmlns:a16="http://schemas.microsoft.com/office/drawing/2014/main" id="{B5F45E11-429A-423F-97E9-1B1309F4DB3A}"/>
              </a:ext>
            </a:extLst>
          </p:cNvPr>
          <p:cNvSpPr>
            <a:spLocks noGrp="1"/>
          </p:cNvSpPr>
          <p:nvPr>
            <p:ph type="sldNum" sz="quarter" idx="11"/>
          </p:nvPr>
        </p:nvSpPr>
        <p:spPr/>
        <p:txBody>
          <a:bodyPr/>
          <a:lstStyle/>
          <a:p>
            <a:fld id="{56C449F3-BD9D-48DC-BFF1-0F66671DA7C6}" type="slidenum">
              <a:rPr lang="en-US" smtClean="0"/>
              <a:pPr/>
              <a:t>‹#›</a:t>
            </a:fld>
            <a:endParaRPr lang="en-US" dirty="0"/>
          </a:p>
        </p:txBody>
      </p:sp>
      <p:sp>
        <p:nvSpPr>
          <p:cNvPr id="5" name="Textplatzhalter 4">
            <a:extLst>
              <a:ext uri="{FF2B5EF4-FFF2-40B4-BE49-F238E27FC236}">
                <a16:creationId xmlns:a16="http://schemas.microsoft.com/office/drawing/2014/main" id="{08E58946-949A-488B-8C82-A425EDC09E3F}"/>
              </a:ext>
            </a:extLst>
          </p:cNvPr>
          <p:cNvSpPr>
            <a:spLocks noGrp="1"/>
          </p:cNvSpPr>
          <p:nvPr>
            <p:ph type="body" sz="quarter" idx="12" hasCustomPrompt="1"/>
          </p:nvPr>
        </p:nvSpPr>
        <p:spPr>
          <a:xfrm>
            <a:off x="479424" y="476250"/>
            <a:ext cx="9324975" cy="252000"/>
          </a:xfrm>
        </p:spPr>
        <p:txBody>
          <a:bodyPr/>
          <a:lstStyle>
            <a:lvl1pPr>
              <a:defRPr lang="en-US" sz="1100" b="1" kern="1200" cap="all" spc="63" baseline="0" smtClean="0">
                <a:solidFill>
                  <a:schemeClr val="bg1"/>
                </a:solidFill>
                <a:latin typeface="+mn-lt"/>
                <a:ea typeface="+mn-ea"/>
                <a:cs typeface="+mn-cs"/>
              </a:defRPr>
            </a:lvl1pPr>
          </a:lstStyle>
          <a:p>
            <a:pPr lvl="0"/>
            <a:r>
              <a:rPr lang="en-US"/>
              <a:t>Topline goes here</a:t>
            </a:r>
          </a:p>
        </p:txBody>
      </p:sp>
      <p:sp>
        <p:nvSpPr>
          <p:cNvPr id="2" name="Titel 1">
            <a:extLst>
              <a:ext uri="{FF2B5EF4-FFF2-40B4-BE49-F238E27FC236}">
                <a16:creationId xmlns:a16="http://schemas.microsoft.com/office/drawing/2014/main" id="{7FE0FA48-9F47-4B37-94C3-D2CE80E96A54}"/>
              </a:ext>
            </a:extLst>
          </p:cNvPr>
          <p:cNvSpPr>
            <a:spLocks noGrp="1"/>
          </p:cNvSpPr>
          <p:nvPr>
            <p:ph type="title"/>
          </p:nvPr>
        </p:nvSpPr>
        <p:spPr/>
        <p:txBody>
          <a:bodyPr/>
          <a:lstStyle>
            <a:lvl1pPr>
              <a:lnSpc>
                <a:spcPts val="8500"/>
              </a:lnSpc>
              <a:defRPr sz="8500"/>
            </a:lvl1pPr>
          </a:lstStyle>
          <a:p>
            <a:r>
              <a:rPr lang="en-US"/>
              <a:t>Click to edit Master title style</a:t>
            </a:r>
            <a:endParaRPr lang="en-US" dirty="0"/>
          </a:p>
        </p:txBody>
      </p:sp>
      <p:sp>
        <p:nvSpPr>
          <p:cNvPr id="6" name="Fußzeilenplatzhalter 5">
            <a:extLst>
              <a:ext uri="{FF2B5EF4-FFF2-40B4-BE49-F238E27FC236}">
                <a16:creationId xmlns:a16="http://schemas.microsoft.com/office/drawing/2014/main" id="{B12C489F-F019-4419-9172-668E44FC8C23}"/>
              </a:ext>
            </a:extLst>
          </p:cNvPr>
          <p:cNvSpPr>
            <a:spLocks noGrp="1"/>
          </p:cNvSpPr>
          <p:nvPr>
            <p:ph type="ftr" sz="quarter" idx="10"/>
          </p:nvPr>
        </p:nvSpPr>
        <p:spPr/>
        <p:txBody>
          <a:bodyPr/>
          <a:lstStyle/>
          <a:p>
            <a:endParaRPr lang="en-US" dirty="0"/>
          </a:p>
        </p:txBody>
      </p:sp>
    </p:spTree>
    <p:extLst>
      <p:ext uri="{BB962C8B-B14F-4D97-AF65-F5344CB8AC3E}">
        <p14:creationId xmlns:p14="http://schemas.microsoft.com/office/powerpoint/2010/main" val="286802957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Foliennummernplatzhalter 5">
            <a:extLst>
              <a:ext uri="{FF2B5EF4-FFF2-40B4-BE49-F238E27FC236}">
                <a16:creationId xmlns:a16="http://schemas.microsoft.com/office/drawing/2014/main" id="{9A238627-407D-4004-A6C9-31955AAD8E8C}"/>
              </a:ext>
            </a:extLst>
          </p:cNvPr>
          <p:cNvSpPr>
            <a:spLocks noGrp="1"/>
          </p:cNvSpPr>
          <p:nvPr>
            <p:ph type="sldNum" sz="quarter" idx="11"/>
          </p:nvPr>
        </p:nvSpPr>
        <p:spPr/>
        <p:txBody>
          <a:bodyPr/>
          <a:lstStyle/>
          <a:p>
            <a:fld id="{56C449F3-BD9D-48DC-BFF1-0F66671DA7C6}" type="slidenum">
              <a:rPr lang="en-US" smtClean="0"/>
              <a:pPr/>
              <a:t>‹#›</a:t>
            </a:fld>
            <a:endParaRPr lang="en-US" dirty="0"/>
          </a:p>
        </p:txBody>
      </p:sp>
      <p:sp>
        <p:nvSpPr>
          <p:cNvPr id="5" name="Fußzeilenplatzhalter 4">
            <a:extLst>
              <a:ext uri="{FF2B5EF4-FFF2-40B4-BE49-F238E27FC236}">
                <a16:creationId xmlns:a16="http://schemas.microsoft.com/office/drawing/2014/main" id="{1CCF6E46-F87C-4B64-99C8-86D0AD8F84AE}"/>
              </a:ext>
            </a:extLst>
          </p:cNvPr>
          <p:cNvSpPr>
            <a:spLocks noGrp="1"/>
          </p:cNvSpPr>
          <p:nvPr>
            <p:ph type="ftr" sz="quarter" idx="10"/>
          </p:nvPr>
        </p:nvSpPr>
        <p:spPr/>
        <p:txBody>
          <a:bodyPr/>
          <a:lstStyle/>
          <a:p>
            <a:endParaRPr lang="en-US" dirty="0"/>
          </a:p>
        </p:txBody>
      </p:sp>
    </p:spTree>
    <p:extLst>
      <p:ext uri="{BB962C8B-B14F-4D97-AF65-F5344CB8AC3E}">
        <p14:creationId xmlns:p14="http://schemas.microsoft.com/office/powerpoint/2010/main" val="2640491012"/>
      </p:ext>
    </p:extLst>
  </p:cSld>
  <p:clrMapOvr>
    <a:masterClrMapping/>
  </p:clrMapOvr>
  <p:extLst>
    <p:ext uri="{DCECCB84-F9BA-43D5-87BE-67443E8EF086}">
      <p15:sldGuideLst xmlns:p15="http://schemas.microsoft.com/office/powerpoint/2012/main"/>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pic>
        <p:nvPicPr>
          <p:cNvPr id="7" name="Grafik 6">
            <a:extLst>
              <a:ext uri="{FF2B5EF4-FFF2-40B4-BE49-F238E27FC236}">
                <a16:creationId xmlns:a16="http://schemas.microsoft.com/office/drawing/2014/main" id="{FFB93F98-2502-4A46-903A-C90B11A87BA1}"/>
              </a:ext>
              <a:ext uri="{C183D7F6-B498-43B3-948B-1728B52AA6E4}">
                <adec:decorative xmlns:adec="http://schemas.microsoft.com/office/drawing/2017/decorative" val="1"/>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78800" y="-152396"/>
            <a:ext cx="1104853" cy="937345"/>
          </a:xfrm>
          <a:prstGeom prst="rect">
            <a:avLst/>
          </a:prstGeom>
        </p:spPr>
      </p:pic>
      <p:sp>
        <p:nvSpPr>
          <p:cNvPr id="5" name="Foliennummernplatzhalter 4">
            <a:extLst>
              <a:ext uri="{FF2B5EF4-FFF2-40B4-BE49-F238E27FC236}">
                <a16:creationId xmlns:a16="http://schemas.microsoft.com/office/drawing/2014/main" id="{B8864DFD-E38D-49D7-BB64-174EB574BF44}"/>
              </a:ext>
            </a:extLst>
          </p:cNvPr>
          <p:cNvSpPr>
            <a:spLocks noGrp="1"/>
          </p:cNvSpPr>
          <p:nvPr>
            <p:ph type="sldNum" sz="quarter" idx="17"/>
          </p:nvPr>
        </p:nvSpPr>
        <p:spPr/>
        <p:txBody>
          <a:bodyPr/>
          <a:lstStyle/>
          <a:p>
            <a:fld id="{56C449F3-BD9D-48DC-BFF1-0F66671DA7C6}" type="slidenum">
              <a:rPr lang="en-US" smtClean="0"/>
              <a:pPr/>
              <a:t>‹#›</a:t>
            </a:fld>
            <a:endParaRPr lang="en-US" dirty="0"/>
          </a:p>
        </p:txBody>
      </p:sp>
      <p:sp>
        <p:nvSpPr>
          <p:cNvPr id="3" name="Title 2">
            <a:extLst>
              <a:ext uri="{FF2B5EF4-FFF2-40B4-BE49-F238E27FC236}">
                <a16:creationId xmlns:a16="http://schemas.microsoft.com/office/drawing/2014/main" id="{831789C7-E5A6-4AA7-BF30-57CEC805ADEA}"/>
              </a:ext>
            </a:extLst>
          </p:cNvPr>
          <p:cNvSpPr>
            <a:spLocks noGrp="1"/>
          </p:cNvSpPr>
          <p:nvPr>
            <p:ph type="title"/>
          </p:nvPr>
        </p:nvSpPr>
        <p:spPr>
          <a:xfrm>
            <a:off x="479427" y="1808163"/>
            <a:ext cx="7400615" cy="4357686"/>
          </a:xfrm>
        </p:spPr>
        <p:txBody>
          <a:bodyPr/>
          <a:lstStyle/>
          <a:p>
            <a:r>
              <a:rPr lang="en-US"/>
              <a:t>Click to edit Master title style</a:t>
            </a:r>
          </a:p>
        </p:txBody>
      </p:sp>
      <p:sp>
        <p:nvSpPr>
          <p:cNvPr id="2" name="Fußzeilenplatzhalter 1">
            <a:extLst>
              <a:ext uri="{FF2B5EF4-FFF2-40B4-BE49-F238E27FC236}">
                <a16:creationId xmlns:a16="http://schemas.microsoft.com/office/drawing/2014/main" id="{F20E780E-8236-45DA-A6AF-143D4C7283C7}"/>
              </a:ext>
            </a:extLst>
          </p:cNvPr>
          <p:cNvSpPr>
            <a:spLocks noGrp="1"/>
          </p:cNvSpPr>
          <p:nvPr>
            <p:ph type="ftr" sz="quarter" idx="19"/>
          </p:nvPr>
        </p:nvSpPr>
        <p:spPr/>
        <p:txBody>
          <a:bodyPr/>
          <a:lstStyle/>
          <a:p>
            <a:endParaRPr lang="en-US" dirty="0"/>
          </a:p>
        </p:txBody>
      </p:sp>
    </p:spTree>
    <p:extLst>
      <p:ext uri="{BB962C8B-B14F-4D97-AF65-F5344CB8AC3E}">
        <p14:creationId xmlns:p14="http://schemas.microsoft.com/office/powerpoint/2010/main" val="1499116240"/>
      </p:ext>
    </p:extLst>
  </p:cSld>
  <p:clrMapOvr>
    <a:masterClrMapping/>
  </p:clrMapOvr>
  <p:extLst>
    <p:ext uri="{DCECCB84-F9BA-43D5-87BE-67443E8EF086}">
      <p15:sldGuideLst xmlns:p15="http://schemas.microsoft.com/office/powerpoint/2012/main">
        <p15:guide id="1" orient="horz" pos="1139">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Fullblead image">
    <p:spTree>
      <p:nvGrpSpPr>
        <p:cNvPr id="1" name=""/>
        <p:cNvGrpSpPr/>
        <p:nvPr/>
      </p:nvGrpSpPr>
      <p:grpSpPr>
        <a:xfrm>
          <a:off x="0" y="0"/>
          <a:ext cx="0" cy="0"/>
          <a:chOff x="0" y="0"/>
          <a:chExt cx="0" cy="0"/>
        </a:xfrm>
      </p:grpSpPr>
      <p:sp>
        <p:nvSpPr>
          <p:cNvPr id="7" name="Bildplatzhalter 6">
            <a:extLst>
              <a:ext uri="{FF2B5EF4-FFF2-40B4-BE49-F238E27FC236}">
                <a16:creationId xmlns:a16="http://schemas.microsoft.com/office/drawing/2014/main" id="{543F4184-F695-473F-B37A-0DA4B8E546ED}"/>
              </a:ext>
              <a:ext uri="{C183D7F6-B498-43B3-948B-1728B52AA6E4}">
                <adec:decorative xmlns:adec="http://schemas.microsoft.com/office/drawing/2017/decorative" val="1"/>
              </a:ext>
            </a:extLst>
          </p:cNvPr>
          <p:cNvSpPr>
            <a:spLocks noGrp="1"/>
          </p:cNvSpPr>
          <p:nvPr>
            <p:ph type="pic" sz="quarter" idx="13"/>
          </p:nvPr>
        </p:nvSpPr>
        <p:spPr>
          <a:xfrm>
            <a:off x="0" y="2"/>
            <a:ext cx="12192000" cy="6858000"/>
          </a:xfrm>
          <a:solidFill>
            <a:schemeClr val="tx2">
              <a:lumMod val="90000"/>
            </a:schemeClr>
          </a:solidFill>
        </p:spPr>
        <p:txBody>
          <a:bodyPr/>
          <a:lstStyle>
            <a:lvl1pPr>
              <a:defRPr>
                <a:solidFill>
                  <a:schemeClr val="tx1"/>
                </a:solidFill>
              </a:defRPr>
            </a:lvl1pPr>
          </a:lstStyle>
          <a:p>
            <a:r>
              <a:rPr lang="en-US"/>
              <a:t>Click icon to add picture</a:t>
            </a:r>
            <a:endParaRPr lang="en-US" dirty="0"/>
          </a:p>
        </p:txBody>
      </p:sp>
      <p:sp>
        <p:nvSpPr>
          <p:cNvPr id="6" name="Foliennummernplatzhalter 5">
            <a:extLst>
              <a:ext uri="{FF2B5EF4-FFF2-40B4-BE49-F238E27FC236}">
                <a16:creationId xmlns:a16="http://schemas.microsoft.com/office/drawing/2014/main" id="{B41AAF74-D43E-4774-9DEC-557D0F40A220}"/>
              </a:ext>
            </a:extLst>
          </p:cNvPr>
          <p:cNvSpPr>
            <a:spLocks noGrp="1"/>
          </p:cNvSpPr>
          <p:nvPr>
            <p:ph type="sldNum" sz="quarter" idx="16"/>
          </p:nvPr>
        </p:nvSpPr>
        <p:spPr/>
        <p:txBody>
          <a:bodyPr/>
          <a:lstStyle>
            <a:lvl1pPr>
              <a:defRPr>
                <a:solidFill>
                  <a:schemeClr val="tx1"/>
                </a:solidFill>
              </a:defRPr>
            </a:lvl1pPr>
          </a:lstStyle>
          <a:p>
            <a:fld id="{56C449F3-BD9D-48DC-BFF1-0F66671DA7C6}" type="slidenum">
              <a:rPr lang="en-US" smtClean="0"/>
              <a:pPr/>
              <a:t>‹#›</a:t>
            </a:fld>
            <a:endParaRPr lang="en-US" dirty="0"/>
          </a:p>
        </p:txBody>
      </p:sp>
      <p:sp>
        <p:nvSpPr>
          <p:cNvPr id="10" name="Bildplatzhalter 9">
            <a:extLst>
              <a:ext uri="{FF2B5EF4-FFF2-40B4-BE49-F238E27FC236}">
                <a16:creationId xmlns:a16="http://schemas.microsoft.com/office/drawing/2014/main" id="{7F2B9096-2D8C-433C-8C26-F6A72A4C0219}"/>
              </a:ext>
              <a:ext uri="{C183D7F6-B498-43B3-948B-1728B52AA6E4}">
                <adec:decorative xmlns:adec="http://schemas.microsoft.com/office/drawing/2017/decorative" val="1"/>
              </a:ext>
            </a:extLst>
          </p:cNvPr>
          <p:cNvSpPr>
            <a:spLocks noGrp="1"/>
          </p:cNvSpPr>
          <p:nvPr>
            <p:ph type="pic" sz="quarter" idx="17"/>
          </p:nvPr>
        </p:nvSpPr>
        <p:spPr>
          <a:xfrm>
            <a:off x="10692000" y="504000"/>
            <a:ext cx="1018800" cy="252000"/>
          </a:xfrm>
          <a:blipFill>
            <a:blip r:embed="rId2">
              <a:extLst>
                <a:ext uri="{96DAC541-7B7A-43D3-8B79-37D633B846F1}">
                  <asvg:svgBlip xmlns:asvg="http://schemas.microsoft.com/office/drawing/2016/SVG/main" r:embed="rId3"/>
                </a:ext>
              </a:extLst>
            </a:blip>
            <a:stretch>
              <a:fillRect/>
            </a:stretch>
          </a:blipFill>
        </p:spPr>
        <p:txBody>
          <a:bodyPr/>
          <a:lstStyle>
            <a:lvl1pPr>
              <a:defRPr sz="800">
                <a:solidFill>
                  <a:schemeClr val="tx1">
                    <a:alpha val="0"/>
                  </a:schemeClr>
                </a:solidFill>
              </a:defRPr>
            </a:lvl1pPr>
          </a:lstStyle>
          <a:p>
            <a:r>
              <a:rPr lang="en-US"/>
              <a:t>Click icon to add picture</a:t>
            </a:r>
            <a:endParaRPr lang="en-US" dirty="0"/>
          </a:p>
        </p:txBody>
      </p:sp>
      <p:sp>
        <p:nvSpPr>
          <p:cNvPr id="2" name="Title 1">
            <a:extLst>
              <a:ext uri="{FF2B5EF4-FFF2-40B4-BE49-F238E27FC236}">
                <a16:creationId xmlns:a16="http://schemas.microsoft.com/office/drawing/2014/main" id="{5CAD3F89-8F63-4AD4-9A29-6909CDF4E52D}"/>
              </a:ext>
            </a:extLst>
          </p:cNvPr>
          <p:cNvSpPr>
            <a:spLocks noGrp="1"/>
          </p:cNvSpPr>
          <p:nvPr>
            <p:ph type="title"/>
          </p:nvPr>
        </p:nvSpPr>
        <p:spPr>
          <a:xfrm>
            <a:off x="2879999" y="3031886"/>
            <a:ext cx="5929704" cy="932854"/>
          </a:xfrm>
        </p:spPr>
        <p:txBody>
          <a:bodyPr/>
          <a:lstStyle>
            <a:lvl1pPr defTabSz="720000">
              <a:defRPr lang="en-US" sz="3800" kern="1200" smtClean="0">
                <a:solidFill>
                  <a:schemeClr val="tx1"/>
                </a:solidFill>
                <a:latin typeface="+mj-lt"/>
                <a:ea typeface="+mn-ea"/>
                <a:cs typeface="+mn-cs"/>
              </a:defRPr>
            </a:lvl1pPr>
          </a:lstStyle>
          <a:p>
            <a:r>
              <a:rPr lang="en-US"/>
              <a:t>Click to edit Master title style</a:t>
            </a:r>
          </a:p>
        </p:txBody>
      </p:sp>
    </p:spTree>
    <p:extLst>
      <p:ext uri="{BB962C8B-B14F-4D97-AF65-F5344CB8AC3E}">
        <p14:creationId xmlns:p14="http://schemas.microsoft.com/office/powerpoint/2010/main" val="6950017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Contact">
    <p:spTree>
      <p:nvGrpSpPr>
        <p:cNvPr id="1" name=""/>
        <p:cNvGrpSpPr/>
        <p:nvPr/>
      </p:nvGrpSpPr>
      <p:grpSpPr>
        <a:xfrm>
          <a:off x="0" y="0"/>
          <a:ext cx="0" cy="0"/>
          <a:chOff x="0" y="0"/>
          <a:chExt cx="0" cy="0"/>
        </a:xfrm>
      </p:grpSpPr>
      <p:sp>
        <p:nvSpPr>
          <p:cNvPr id="7" name="Foliennummernplatzhalter 6">
            <a:extLst>
              <a:ext uri="{FF2B5EF4-FFF2-40B4-BE49-F238E27FC236}">
                <a16:creationId xmlns:a16="http://schemas.microsoft.com/office/drawing/2014/main" id="{B5F45E11-429A-423F-97E9-1B1309F4DB3A}"/>
              </a:ext>
            </a:extLst>
          </p:cNvPr>
          <p:cNvSpPr>
            <a:spLocks noGrp="1"/>
          </p:cNvSpPr>
          <p:nvPr>
            <p:ph type="sldNum" sz="quarter" idx="11"/>
          </p:nvPr>
        </p:nvSpPr>
        <p:spPr/>
        <p:txBody>
          <a:bodyPr/>
          <a:lstStyle/>
          <a:p>
            <a:fld id="{56C449F3-BD9D-48DC-BFF1-0F66671DA7C6}" type="slidenum">
              <a:rPr lang="en-US" smtClean="0"/>
              <a:pPr/>
              <a:t>‹#›</a:t>
            </a:fld>
            <a:endParaRPr lang="en-US" dirty="0"/>
          </a:p>
        </p:txBody>
      </p:sp>
      <p:sp>
        <p:nvSpPr>
          <p:cNvPr id="12" name="Textplatzhalter 4">
            <a:extLst>
              <a:ext uri="{FF2B5EF4-FFF2-40B4-BE49-F238E27FC236}">
                <a16:creationId xmlns:a16="http://schemas.microsoft.com/office/drawing/2014/main" id="{97955563-D116-42F8-9493-607FD96D811B}"/>
              </a:ext>
            </a:extLst>
          </p:cNvPr>
          <p:cNvSpPr>
            <a:spLocks noGrp="1"/>
          </p:cNvSpPr>
          <p:nvPr>
            <p:ph type="body" sz="quarter" idx="19" hasCustomPrompt="1"/>
          </p:nvPr>
        </p:nvSpPr>
        <p:spPr>
          <a:xfrm>
            <a:off x="479424" y="476250"/>
            <a:ext cx="9324973" cy="252000"/>
          </a:xfrm>
        </p:spPr>
        <p:txBody>
          <a:bodyPr/>
          <a:lstStyle>
            <a:lvl1pPr>
              <a:defRPr lang="en-US" sz="1100" b="1" kern="1200" cap="all" spc="63" baseline="0" smtClean="0">
                <a:solidFill>
                  <a:schemeClr val="bg1"/>
                </a:solidFill>
                <a:latin typeface="+mn-lt"/>
                <a:ea typeface="+mn-ea"/>
                <a:cs typeface="+mn-cs"/>
              </a:defRPr>
            </a:lvl1pPr>
          </a:lstStyle>
          <a:p>
            <a:pPr lvl="0"/>
            <a:r>
              <a:rPr lang="en-US"/>
              <a:t>Topline goes here</a:t>
            </a:r>
          </a:p>
        </p:txBody>
      </p:sp>
      <p:sp>
        <p:nvSpPr>
          <p:cNvPr id="2" name="Titel 1">
            <a:extLst>
              <a:ext uri="{FF2B5EF4-FFF2-40B4-BE49-F238E27FC236}">
                <a16:creationId xmlns:a16="http://schemas.microsoft.com/office/drawing/2014/main" id="{7FE0FA48-9F47-4B37-94C3-D2CE80E96A54}"/>
              </a:ext>
            </a:extLst>
          </p:cNvPr>
          <p:cNvSpPr>
            <a:spLocks noGrp="1"/>
          </p:cNvSpPr>
          <p:nvPr>
            <p:ph type="title"/>
          </p:nvPr>
        </p:nvSpPr>
        <p:spPr/>
        <p:txBody>
          <a:bodyPr/>
          <a:lstStyle/>
          <a:p>
            <a:r>
              <a:rPr lang="en-US"/>
              <a:t>Click to edit Master title style</a:t>
            </a:r>
            <a:endParaRPr lang="en-US" dirty="0"/>
          </a:p>
        </p:txBody>
      </p:sp>
      <p:sp>
        <p:nvSpPr>
          <p:cNvPr id="4" name="Bildplatzhalter 3">
            <a:extLst>
              <a:ext uri="{FF2B5EF4-FFF2-40B4-BE49-F238E27FC236}">
                <a16:creationId xmlns:a16="http://schemas.microsoft.com/office/drawing/2014/main" id="{91DF75E5-F9FE-4B14-8C90-B1BF90164CF4}"/>
              </a:ext>
            </a:extLst>
          </p:cNvPr>
          <p:cNvSpPr>
            <a:spLocks noGrp="1" noChangeAspect="1"/>
          </p:cNvSpPr>
          <p:nvPr>
            <p:ph type="pic" sz="quarter" idx="12"/>
          </p:nvPr>
        </p:nvSpPr>
        <p:spPr>
          <a:xfrm>
            <a:off x="524691" y="1836000"/>
            <a:ext cx="1872000" cy="1872000"/>
          </a:xfrm>
          <a:prstGeom prst="ellipse">
            <a:avLst/>
          </a:prstGeom>
          <a:solidFill>
            <a:schemeClr val="tx2">
              <a:lumMod val="90000"/>
            </a:schemeClr>
          </a:solidFill>
          <a:ln w="127000">
            <a:solidFill>
              <a:schemeClr val="bg1"/>
            </a:solidFill>
          </a:ln>
        </p:spPr>
        <p:txBody>
          <a:bodyPr/>
          <a:lstStyle/>
          <a:p>
            <a:r>
              <a:rPr lang="en-US"/>
              <a:t>Click icon to add picture</a:t>
            </a:r>
            <a:endParaRPr lang="en-US" dirty="0"/>
          </a:p>
        </p:txBody>
      </p:sp>
      <p:sp>
        <p:nvSpPr>
          <p:cNvPr id="8" name="Textplatzhalter 7">
            <a:extLst>
              <a:ext uri="{FF2B5EF4-FFF2-40B4-BE49-F238E27FC236}">
                <a16:creationId xmlns:a16="http://schemas.microsoft.com/office/drawing/2014/main" id="{80E809D7-298E-4784-9AE3-F5FC40D20485}"/>
              </a:ext>
            </a:extLst>
          </p:cNvPr>
          <p:cNvSpPr>
            <a:spLocks noGrp="1"/>
          </p:cNvSpPr>
          <p:nvPr>
            <p:ph type="body" sz="quarter" idx="13"/>
          </p:nvPr>
        </p:nvSpPr>
        <p:spPr>
          <a:xfrm>
            <a:off x="479427" y="3983525"/>
            <a:ext cx="3600450" cy="2182325"/>
          </a:xfrm>
        </p:spPr>
        <p:txBody>
          <a:bodyPr/>
          <a:lstStyle>
            <a:lvl1pPr>
              <a:spcAft>
                <a:spcPts val="600"/>
              </a:spcAft>
              <a:defRPr sz="1600" b="1"/>
            </a:lvl1pPr>
            <a:lvl2pPr marL="0" indent="0">
              <a:buNone/>
              <a:tabLst>
                <a:tab pos="288000" algn="l"/>
              </a:tabLst>
              <a:defRPr sz="1600"/>
            </a:lvl2pPr>
            <a:lvl3pPr marL="180000" indent="-180000">
              <a:buFontTx/>
              <a:buBlip>
                <a:blip r:embed="rId2"/>
              </a:buBlip>
              <a:defRPr sz="1600"/>
            </a:lvl3pPr>
            <a:lvl4pPr marL="180000" indent="-180000">
              <a:buFontTx/>
              <a:buBlip>
                <a:blip r:embed="rId3"/>
              </a:buBlip>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Bildplatzhalter 3">
            <a:extLst>
              <a:ext uri="{FF2B5EF4-FFF2-40B4-BE49-F238E27FC236}">
                <a16:creationId xmlns:a16="http://schemas.microsoft.com/office/drawing/2014/main" id="{B7EEF68F-5357-4EC1-854D-F85E9950B8DD}"/>
              </a:ext>
            </a:extLst>
          </p:cNvPr>
          <p:cNvSpPr>
            <a:spLocks noGrp="1" noChangeAspect="1"/>
          </p:cNvSpPr>
          <p:nvPr>
            <p:ph type="pic" sz="quarter" idx="14"/>
          </p:nvPr>
        </p:nvSpPr>
        <p:spPr>
          <a:xfrm>
            <a:off x="4341040" y="1836000"/>
            <a:ext cx="1872000" cy="1872000"/>
          </a:xfrm>
          <a:prstGeom prst="ellipse">
            <a:avLst/>
          </a:prstGeom>
          <a:solidFill>
            <a:schemeClr val="tx2">
              <a:lumMod val="90000"/>
            </a:schemeClr>
          </a:solidFill>
          <a:ln w="127000">
            <a:solidFill>
              <a:schemeClr val="bg1"/>
            </a:solidFill>
          </a:ln>
        </p:spPr>
        <p:txBody>
          <a:bodyPr/>
          <a:lstStyle/>
          <a:p>
            <a:r>
              <a:rPr lang="en-US"/>
              <a:t>Click icon to add picture</a:t>
            </a:r>
            <a:endParaRPr lang="en-US" dirty="0"/>
          </a:p>
        </p:txBody>
      </p:sp>
      <p:sp>
        <p:nvSpPr>
          <p:cNvPr id="13" name="Textplatzhalter 7">
            <a:extLst>
              <a:ext uri="{FF2B5EF4-FFF2-40B4-BE49-F238E27FC236}">
                <a16:creationId xmlns:a16="http://schemas.microsoft.com/office/drawing/2014/main" id="{4FD059CA-F54D-436B-83BF-7C80E05A47BC}"/>
              </a:ext>
            </a:extLst>
          </p:cNvPr>
          <p:cNvSpPr>
            <a:spLocks noGrp="1"/>
          </p:cNvSpPr>
          <p:nvPr>
            <p:ph type="body" sz="quarter" idx="17"/>
          </p:nvPr>
        </p:nvSpPr>
        <p:spPr>
          <a:xfrm>
            <a:off x="4295775" y="3983525"/>
            <a:ext cx="3600450" cy="2182325"/>
          </a:xfrm>
        </p:spPr>
        <p:txBody>
          <a:bodyPr/>
          <a:lstStyle>
            <a:lvl1pPr>
              <a:spcAft>
                <a:spcPts val="600"/>
              </a:spcAft>
              <a:defRPr sz="1600" b="1"/>
            </a:lvl1pPr>
            <a:lvl2pPr marL="0" indent="0">
              <a:buNone/>
              <a:tabLst>
                <a:tab pos="288000" algn="l"/>
              </a:tabLst>
              <a:defRPr sz="1600"/>
            </a:lvl2pPr>
            <a:lvl3pPr marL="180000" indent="-180000">
              <a:buFontTx/>
              <a:buBlip>
                <a:blip r:embed="rId2"/>
              </a:buBlip>
              <a:defRPr sz="1600"/>
            </a:lvl3pPr>
            <a:lvl4pPr marL="180000" indent="-180000">
              <a:buFontTx/>
              <a:buBlip>
                <a:blip r:embed="rId3"/>
              </a:buBlip>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Bildplatzhalter 3">
            <a:extLst>
              <a:ext uri="{FF2B5EF4-FFF2-40B4-BE49-F238E27FC236}">
                <a16:creationId xmlns:a16="http://schemas.microsoft.com/office/drawing/2014/main" id="{F40182DB-D138-4445-9088-170FAB7AB943}"/>
              </a:ext>
            </a:extLst>
          </p:cNvPr>
          <p:cNvSpPr>
            <a:spLocks noGrp="1" noChangeAspect="1"/>
          </p:cNvSpPr>
          <p:nvPr>
            <p:ph type="pic" sz="quarter" idx="16"/>
          </p:nvPr>
        </p:nvSpPr>
        <p:spPr>
          <a:xfrm>
            <a:off x="8157390" y="1836000"/>
            <a:ext cx="1872000" cy="1872000"/>
          </a:xfrm>
          <a:prstGeom prst="ellipse">
            <a:avLst/>
          </a:prstGeom>
          <a:solidFill>
            <a:schemeClr val="tx2">
              <a:lumMod val="90000"/>
            </a:schemeClr>
          </a:solidFill>
          <a:ln w="127000">
            <a:solidFill>
              <a:schemeClr val="bg1"/>
            </a:solidFill>
          </a:ln>
        </p:spPr>
        <p:txBody>
          <a:bodyPr/>
          <a:lstStyle/>
          <a:p>
            <a:r>
              <a:rPr lang="en-US"/>
              <a:t>Click icon to add picture</a:t>
            </a:r>
            <a:endParaRPr lang="en-US" dirty="0"/>
          </a:p>
        </p:txBody>
      </p:sp>
      <p:sp>
        <p:nvSpPr>
          <p:cNvPr id="14" name="Textplatzhalter 7">
            <a:extLst>
              <a:ext uri="{FF2B5EF4-FFF2-40B4-BE49-F238E27FC236}">
                <a16:creationId xmlns:a16="http://schemas.microsoft.com/office/drawing/2014/main" id="{3F0C00D3-5C3B-4DEC-B521-74B05D0D8186}"/>
              </a:ext>
            </a:extLst>
          </p:cNvPr>
          <p:cNvSpPr>
            <a:spLocks noGrp="1"/>
          </p:cNvSpPr>
          <p:nvPr>
            <p:ph type="body" sz="quarter" idx="18"/>
          </p:nvPr>
        </p:nvSpPr>
        <p:spPr>
          <a:xfrm>
            <a:off x="8112125" y="3983525"/>
            <a:ext cx="3600450" cy="2182325"/>
          </a:xfrm>
        </p:spPr>
        <p:txBody>
          <a:bodyPr/>
          <a:lstStyle>
            <a:lvl1pPr>
              <a:spcAft>
                <a:spcPts val="600"/>
              </a:spcAft>
              <a:defRPr sz="1600" b="1"/>
            </a:lvl1pPr>
            <a:lvl2pPr marL="0" indent="0">
              <a:buNone/>
              <a:tabLst>
                <a:tab pos="288000" algn="l"/>
              </a:tabLst>
              <a:defRPr sz="1600"/>
            </a:lvl2pPr>
            <a:lvl3pPr marL="180000" indent="-180000">
              <a:buFontTx/>
              <a:buBlip>
                <a:blip r:embed="rId2"/>
              </a:buBlip>
              <a:defRPr sz="1600"/>
            </a:lvl3pPr>
            <a:lvl4pPr marL="180000" indent="-180000">
              <a:buFontTx/>
              <a:buBlip>
                <a:blip r:embed="rId3"/>
              </a:buBlip>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ußzeilenplatzhalter 5">
            <a:extLst>
              <a:ext uri="{FF2B5EF4-FFF2-40B4-BE49-F238E27FC236}">
                <a16:creationId xmlns:a16="http://schemas.microsoft.com/office/drawing/2014/main" id="{B12C489F-F019-4419-9172-668E44FC8C23}"/>
              </a:ext>
            </a:extLst>
          </p:cNvPr>
          <p:cNvSpPr>
            <a:spLocks noGrp="1"/>
          </p:cNvSpPr>
          <p:nvPr>
            <p:ph type="ftr" sz="quarter" idx="10"/>
          </p:nvPr>
        </p:nvSpPr>
        <p:spPr/>
        <p:txBody>
          <a:bodyPr/>
          <a:lstStyle/>
          <a:p>
            <a:endParaRPr lang="en-US" dirty="0"/>
          </a:p>
        </p:txBody>
      </p:sp>
    </p:spTree>
    <p:extLst>
      <p:ext uri="{BB962C8B-B14F-4D97-AF65-F5344CB8AC3E}">
        <p14:creationId xmlns:p14="http://schemas.microsoft.com/office/powerpoint/2010/main" val="2685050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1 Column">
    <p:spTree>
      <p:nvGrpSpPr>
        <p:cNvPr id="1" name=""/>
        <p:cNvGrpSpPr/>
        <p:nvPr/>
      </p:nvGrpSpPr>
      <p:grpSpPr>
        <a:xfrm>
          <a:off x="0" y="0"/>
          <a:ext cx="0" cy="0"/>
          <a:chOff x="0" y="0"/>
          <a:chExt cx="0" cy="0"/>
        </a:xfrm>
      </p:grpSpPr>
      <p:sp>
        <p:nvSpPr>
          <p:cNvPr id="8" name="Foliennummernplatzhalter 7">
            <a:extLst>
              <a:ext uri="{FF2B5EF4-FFF2-40B4-BE49-F238E27FC236}">
                <a16:creationId xmlns:a16="http://schemas.microsoft.com/office/drawing/2014/main" id="{B1B47329-9857-4D53-8AEE-0DA821EB3F10}"/>
              </a:ext>
            </a:extLst>
          </p:cNvPr>
          <p:cNvSpPr>
            <a:spLocks noGrp="1"/>
          </p:cNvSpPr>
          <p:nvPr>
            <p:ph type="sldNum" sz="quarter" idx="11"/>
          </p:nvPr>
        </p:nvSpPr>
        <p:spPr/>
        <p:txBody>
          <a:bodyPr/>
          <a:lstStyle/>
          <a:p>
            <a:fld id="{56C449F3-BD9D-48DC-BFF1-0F66671DA7C6}" type="slidenum">
              <a:rPr lang="en-US" smtClean="0"/>
              <a:pPr/>
              <a:t>‹#›</a:t>
            </a:fld>
            <a:endParaRPr lang="en-US" dirty="0"/>
          </a:p>
        </p:txBody>
      </p:sp>
      <p:sp>
        <p:nvSpPr>
          <p:cNvPr id="6" name="Textplatzhalter 4">
            <a:extLst>
              <a:ext uri="{FF2B5EF4-FFF2-40B4-BE49-F238E27FC236}">
                <a16:creationId xmlns:a16="http://schemas.microsoft.com/office/drawing/2014/main" id="{CBA18CC5-0EE1-4A52-A8DC-E8A87E5CEB62}"/>
              </a:ext>
            </a:extLst>
          </p:cNvPr>
          <p:cNvSpPr>
            <a:spLocks noGrp="1"/>
          </p:cNvSpPr>
          <p:nvPr>
            <p:ph type="body" sz="quarter" idx="12" hasCustomPrompt="1"/>
          </p:nvPr>
        </p:nvSpPr>
        <p:spPr>
          <a:xfrm>
            <a:off x="479425" y="476250"/>
            <a:ext cx="9324974" cy="252000"/>
          </a:xfrm>
        </p:spPr>
        <p:txBody>
          <a:bodyPr/>
          <a:lstStyle>
            <a:lvl1pPr>
              <a:defRPr lang="en-US" sz="1100" b="1" kern="1200" cap="all" spc="63" baseline="0" smtClean="0">
                <a:solidFill>
                  <a:schemeClr val="tx1"/>
                </a:solidFill>
                <a:latin typeface="+mn-lt"/>
                <a:ea typeface="+mn-ea"/>
                <a:cs typeface="+mn-cs"/>
              </a:defRPr>
            </a:lvl1pPr>
          </a:lstStyle>
          <a:p>
            <a:pPr lvl="0"/>
            <a:r>
              <a:rPr lang="en-US"/>
              <a:t>Topline goes here</a:t>
            </a:r>
          </a:p>
        </p:txBody>
      </p:sp>
      <p:sp>
        <p:nvSpPr>
          <p:cNvPr id="9" name="Titel 8">
            <a:extLst>
              <a:ext uri="{FF2B5EF4-FFF2-40B4-BE49-F238E27FC236}">
                <a16:creationId xmlns:a16="http://schemas.microsoft.com/office/drawing/2014/main" id="{82ED1243-6147-42B8-9521-E858A8855D1C}"/>
              </a:ext>
            </a:extLst>
          </p:cNvPr>
          <p:cNvSpPr>
            <a:spLocks noGrp="1"/>
          </p:cNvSpPr>
          <p:nvPr>
            <p:ph type="title"/>
          </p:nvPr>
        </p:nvSpPr>
        <p:spPr/>
        <p:txBody>
          <a:bodyPr/>
          <a:lstStyle/>
          <a:p>
            <a:r>
              <a:rPr lang="en-US"/>
              <a:t>Click to edit Master title style</a:t>
            </a:r>
            <a:endParaRPr lang="en-US" dirty="0"/>
          </a:p>
        </p:txBody>
      </p:sp>
      <p:sp>
        <p:nvSpPr>
          <p:cNvPr id="3" name="Inhaltsplatzhalter 2">
            <a:extLst>
              <a:ext uri="{FF2B5EF4-FFF2-40B4-BE49-F238E27FC236}">
                <a16:creationId xmlns:a16="http://schemas.microsoft.com/office/drawing/2014/main" id="{B44BE1ED-5593-43E7-90D4-F1D53BC3E973}"/>
              </a:ext>
            </a:extLst>
          </p:cNvPr>
          <p:cNvSpPr>
            <a:spLocks noGrp="1"/>
          </p:cNvSpPr>
          <p:nvPr>
            <p:ph idx="1"/>
          </p:nvPr>
        </p:nvSpPr>
        <p:spPr>
          <a:xfrm>
            <a:off x="479425" y="1808163"/>
            <a:ext cx="11233150" cy="435768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32203024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 preserve="1">
  <p:cSld name="1 Column - No topline">
    <p:spTree>
      <p:nvGrpSpPr>
        <p:cNvPr id="1" name=""/>
        <p:cNvGrpSpPr/>
        <p:nvPr/>
      </p:nvGrpSpPr>
      <p:grpSpPr>
        <a:xfrm>
          <a:off x="0" y="0"/>
          <a:ext cx="0" cy="0"/>
          <a:chOff x="0" y="0"/>
          <a:chExt cx="0" cy="0"/>
        </a:xfrm>
      </p:grpSpPr>
      <p:sp>
        <p:nvSpPr>
          <p:cNvPr id="8" name="Foliennummernplatzhalter 7">
            <a:extLst>
              <a:ext uri="{FF2B5EF4-FFF2-40B4-BE49-F238E27FC236}">
                <a16:creationId xmlns:a16="http://schemas.microsoft.com/office/drawing/2014/main" id="{228A5C0F-76A3-4DA0-9F81-A12F1964DA15}"/>
              </a:ext>
            </a:extLst>
          </p:cNvPr>
          <p:cNvSpPr>
            <a:spLocks noGrp="1"/>
          </p:cNvSpPr>
          <p:nvPr>
            <p:ph type="sldNum" sz="quarter" idx="11"/>
          </p:nvPr>
        </p:nvSpPr>
        <p:spPr/>
        <p:txBody>
          <a:bodyPr/>
          <a:lstStyle/>
          <a:p>
            <a:fld id="{56C449F3-BD9D-48DC-BFF1-0F66671DA7C6}" type="slidenum">
              <a:rPr lang="en-US" smtClean="0"/>
              <a:pPr/>
              <a:t>‹#›</a:t>
            </a:fld>
            <a:endParaRPr lang="en-US" dirty="0"/>
          </a:p>
        </p:txBody>
      </p:sp>
      <p:sp>
        <p:nvSpPr>
          <p:cNvPr id="2" name="Titel 1">
            <a:extLst>
              <a:ext uri="{FF2B5EF4-FFF2-40B4-BE49-F238E27FC236}">
                <a16:creationId xmlns:a16="http://schemas.microsoft.com/office/drawing/2014/main" id="{126FDAA8-8B2C-4943-A92E-AA894087B98A}"/>
              </a:ext>
            </a:extLst>
          </p:cNvPr>
          <p:cNvSpPr>
            <a:spLocks noGrp="1"/>
          </p:cNvSpPr>
          <p:nvPr>
            <p:ph type="title"/>
          </p:nvPr>
        </p:nvSpPr>
        <p:spPr>
          <a:xfrm>
            <a:off x="479427" y="489296"/>
            <a:ext cx="9324974" cy="887067"/>
          </a:xfrm>
        </p:spPr>
        <p:txBody>
          <a:bodyPr/>
          <a:lstStyle/>
          <a:p>
            <a:r>
              <a:rPr lang="en-US"/>
              <a:t>Click to edit Master title style</a:t>
            </a:r>
            <a:endParaRPr lang="en-US" dirty="0"/>
          </a:p>
        </p:txBody>
      </p:sp>
      <p:sp>
        <p:nvSpPr>
          <p:cNvPr id="3" name="Inhaltsplatzhalter 2">
            <a:extLst>
              <a:ext uri="{FF2B5EF4-FFF2-40B4-BE49-F238E27FC236}">
                <a16:creationId xmlns:a16="http://schemas.microsoft.com/office/drawing/2014/main" id="{B44BE1ED-5593-43E7-90D4-F1D53BC3E973}"/>
              </a:ext>
            </a:extLst>
          </p:cNvPr>
          <p:cNvSpPr>
            <a:spLocks noGrp="1"/>
          </p:cNvSpPr>
          <p:nvPr>
            <p:ph idx="1"/>
          </p:nvPr>
        </p:nvSpPr>
        <p:spPr>
          <a:xfrm>
            <a:off x="479424" y="1376363"/>
            <a:ext cx="11233151" cy="47894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ußzeilenplatzhalter 3">
            <a:extLst>
              <a:ext uri="{FF2B5EF4-FFF2-40B4-BE49-F238E27FC236}">
                <a16:creationId xmlns:a16="http://schemas.microsoft.com/office/drawing/2014/main" id="{F066B618-3572-4A35-AE43-3071208EAA47}"/>
              </a:ext>
            </a:extLst>
          </p:cNvPr>
          <p:cNvSpPr>
            <a:spLocks noGrp="1"/>
          </p:cNvSpPr>
          <p:nvPr>
            <p:ph type="ftr" sz="quarter" idx="12"/>
          </p:nvPr>
        </p:nvSpPr>
        <p:spPr/>
        <p:txBody>
          <a:bodyPr/>
          <a:lstStyle/>
          <a:p>
            <a:endParaRPr lang="en-US" dirty="0"/>
          </a:p>
        </p:txBody>
      </p:sp>
    </p:spTree>
    <p:extLst>
      <p:ext uri="{BB962C8B-B14F-4D97-AF65-F5344CB8AC3E}">
        <p14:creationId xmlns:p14="http://schemas.microsoft.com/office/powerpoint/2010/main" val="1744446452"/>
      </p:ext>
    </p:extLst>
  </p:cSld>
  <p:clrMapOvr>
    <a:masterClrMapping/>
  </p:clrMapOvr>
  <p:extLst>
    <p:ext uri="{DCECCB84-F9BA-43D5-87BE-67443E8EF086}">
      <p15:sldGuideLst xmlns:p15="http://schemas.microsoft.com/office/powerpoint/2012/main">
        <p15:guide id="1" orient="horz" pos="867">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2 Columns">
    <p:spTree>
      <p:nvGrpSpPr>
        <p:cNvPr id="1" name=""/>
        <p:cNvGrpSpPr/>
        <p:nvPr/>
      </p:nvGrpSpPr>
      <p:grpSpPr>
        <a:xfrm>
          <a:off x="0" y="0"/>
          <a:ext cx="0" cy="0"/>
          <a:chOff x="0" y="0"/>
          <a:chExt cx="0" cy="0"/>
        </a:xfrm>
      </p:grpSpPr>
      <p:sp>
        <p:nvSpPr>
          <p:cNvPr id="6" name="Foliennummernplatzhalter 5">
            <a:extLst>
              <a:ext uri="{FF2B5EF4-FFF2-40B4-BE49-F238E27FC236}">
                <a16:creationId xmlns:a16="http://schemas.microsoft.com/office/drawing/2014/main" id="{F05D0B0C-A748-4D32-9576-AC3B06930A3D}"/>
              </a:ext>
            </a:extLst>
          </p:cNvPr>
          <p:cNvSpPr>
            <a:spLocks noGrp="1"/>
          </p:cNvSpPr>
          <p:nvPr>
            <p:ph type="sldNum" sz="quarter" idx="11"/>
          </p:nvPr>
        </p:nvSpPr>
        <p:spPr/>
        <p:txBody>
          <a:bodyPr/>
          <a:lstStyle/>
          <a:p>
            <a:fld id="{56C449F3-BD9D-48DC-BFF1-0F66671DA7C6}" type="slidenum">
              <a:rPr lang="en-US" smtClean="0"/>
              <a:pPr/>
              <a:t>‹#›</a:t>
            </a:fld>
            <a:endParaRPr lang="en-US" dirty="0"/>
          </a:p>
        </p:txBody>
      </p:sp>
      <p:sp>
        <p:nvSpPr>
          <p:cNvPr id="8" name="Textplatzhalter 4">
            <a:extLst>
              <a:ext uri="{FF2B5EF4-FFF2-40B4-BE49-F238E27FC236}">
                <a16:creationId xmlns:a16="http://schemas.microsoft.com/office/drawing/2014/main" id="{38466069-A1D4-43E3-9D57-F1BB85187B72}"/>
              </a:ext>
            </a:extLst>
          </p:cNvPr>
          <p:cNvSpPr>
            <a:spLocks noGrp="1"/>
          </p:cNvSpPr>
          <p:nvPr>
            <p:ph type="body" sz="quarter" idx="13" hasCustomPrompt="1"/>
          </p:nvPr>
        </p:nvSpPr>
        <p:spPr>
          <a:xfrm>
            <a:off x="479424" y="476250"/>
            <a:ext cx="9324975" cy="252000"/>
          </a:xfrm>
        </p:spPr>
        <p:txBody>
          <a:bodyPr/>
          <a:lstStyle>
            <a:lvl1pPr>
              <a:defRPr lang="en-US" sz="1100" b="1" kern="1200" cap="all" spc="63" baseline="0" smtClean="0">
                <a:solidFill>
                  <a:schemeClr val="tx1"/>
                </a:solidFill>
                <a:latin typeface="+mn-lt"/>
                <a:ea typeface="+mn-ea"/>
                <a:cs typeface="+mn-cs"/>
              </a:defRPr>
            </a:lvl1pPr>
          </a:lstStyle>
          <a:p>
            <a:pPr lvl="0"/>
            <a:r>
              <a:rPr lang="en-US"/>
              <a:t>Topline goes here</a:t>
            </a:r>
          </a:p>
        </p:txBody>
      </p:sp>
      <p:sp>
        <p:nvSpPr>
          <p:cNvPr id="7" name="Titel 6">
            <a:extLst>
              <a:ext uri="{FF2B5EF4-FFF2-40B4-BE49-F238E27FC236}">
                <a16:creationId xmlns:a16="http://schemas.microsoft.com/office/drawing/2014/main" id="{103C9E28-168F-4D13-868D-27257D6C9ADC}"/>
              </a:ext>
            </a:extLst>
          </p:cNvPr>
          <p:cNvSpPr>
            <a:spLocks noGrp="1"/>
          </p:cNvSpPr>
          <p:nvPr>
            <p:ph type="title"/>
          </p:nvPr>
        </p:nvSpPr>
        <p:spPr/>
        <p:txBody>
          <a:bodyPr/>
          <a:lstStyle/>
          <a:p>
            <a:r>
              <a:rPr lang="en-US"/>
              <a:t>Click to edit Master title style</a:t>
            </a:r>
            <a:endParaRPr lang="en-US" dirty="0"/>
          </a:p>
        </p:txBody>
      </p:sp>
      <p:sp>
        <p:nvSpPr>
          <p:cNvPr id="3" name="Inhaltsplatzhalter 2">
            <a:extLst>
              <a:ext uri="{FF2B5EF4-FFF2-40B4-BE49-F238E27FC236}">
                <a16:creationId xmlns:a16="http://schemas.microsoft.com/office/drawing/2014/main" id="{EBEE051C-6EF3-470E-8A6F-3ACCAEC2B8D9}"/>
              </a:ext>
            </a:extLst>
          </p:cNvPr>
          <p:cNvSpPr>
            <a:spLocks noGrp="1"/>
          </p:cNvSpPr>
          <p:nvPr>
            <p:ph sz="half" idx="1"/>
          </p:nvPr>
        </p:nvSpPr>
        <p:spPr>
          <a:xfrm>
            <a:off x="479424" y="1808163"/>
            <a:ext cx="5508626" cy="435768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Inhaltsplatzhalter 3">
            <a:extLst>
              <a:ext uri="{FF2B5EF4-FFF2-40B4-BE49-F238E27FC236}">
                <a16:creationId xmlns:a16="http://schemas.microsoft.com/office/drawing/2014/main" id="{54F1D8F2-5ECC-4655-A1DA-16D1D9E2965D}"/>
              </a:ext>
            </a:extLst>
          </p:cNvPr>
          <p:cNvSpPr>
            <a:spLocks noGrp="1"/>
          </p:cNvSpPr>
          <p:nvPr>
            <p:ph sz="half" idx="2"/>
          </p:nvPr>
        </p:nvSpPr>
        <p:spPr>
          <a:xfrm>
            <a:off x="6203949" y="1808163"/>
            <a:ext cx="5508626" cy="435768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Fußzeilenplatzhalter 1">
            <a:extLst>
              <a:ext uri="{FF2B5EF4-FFF2-40B4-BE49-F238E27FC236}">
                <a16:creationId xmlns:a16="http://schemas.microsoft.com/office/drawing/2014/main" id="{90A950C1-7AA2-4F73-AC21-33D3D0370B47}"/>
              </a:ext>
            </a:extLst>
          </p:cNvPr>
          <p:cNvSpPr>
            <a:spLocks noGrp="1"/>
          </p:cNvSpPr>
          <p:nvPr>
            <p:ph type="ftr" sz="quarter" idx="12"/>
          </p:nvPr>
        </p:nvSpPr>
        <p:spPr/>
        <p:txBody>
          <a:bodyPr/>
          <a:lstStyle/>
          <a:p>
            <a:endParaRPr lang="en-US" dirty="0"/>
          </a:p>
        </p:txBody>
      </p:sp>
    </p:spTree>
    <p:extLst>
      <p:ext uri="{BB962C8B-B14F-4D97-AF65-F5344CB8AC3E}">
        <p14:creationId xmlns:p14="http://schemas.microsoft.com/office/powerpoint/2010/main" val="3966076380"/>
      </p:ext>
    </p:extLst>
  </p:cSld>
  <p:clrMapOvr>
    <a:masterClrMapping/>
  </p:clrMapOvr>
  <p:extLst>
    <p:ext uri="{DCECCB84-F9BA-43D5-87BE-67443E8EF086}">
      <p15:sldGuideLst xmlns:p15="http://schemas.microsoft.com/office/powerpoint/2012/main"/>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3 Columns">
    <p:spTree>
      <p:nvGrpSpPr>
        <p:cNvPr id="1" name=""/>
        <p:cNvGrpSpPr/>
        <p:nvPr/>
      </p:nvGrpSpPr>
      <p:grpSpPr>
        <a:xfrm>
          <a:off x="0" y="0"/>
          <a:ext cx="0" cy="0"/>
          <a:chOff x="0" y="0"/>
          <a:chExt cx="0" cy="0"/>
        </a:xfrm>
      </p:grpSpPr>
      <p:sp>
        <p:nvSpPr>
          <p:cNvPr id="9" name="Foliennummernplatzhalter 8">
            <a:extLst>
              <a:ext uri="{FF2B5EF4-FFF2-40B4-BE49-F238E27FC236}">
                <a16:creationId xmlns:a16="http://schemas.microsoft.com/office/drawing/2014/main" id="{AC96B8A2-A7F5-4CCA-9AAF-45B703C2E4A4}"/>
              </a:ext>
            </a:extLst>
          </p:cNvPr>
          <p:cNvSpPr>
            <a:spLocks noGrp="1"/>
          </p:cNvSpPr>
          <p:nvPr>
            <p:ph type="sldNum" sz="quarter" idx="15"/>
          </p:nvPr>
        </p:nvSpPr>
        <p:spPr/>
        <p:txBody>
          <a:bodyPr/>
          <a:lstStyle/>
          <a:p>
            <a:fld id="{56C449F3-BD9D-48DC-BFF1-0F66671DA7C6}" type="slidenum">
              <a:rPr lang="en-US" smtClean="0"/>
              <a:pPr/>
              <a:t>‹#›</a:t>
            </a:fld>
            <a:endParaRPr lang="en-US" dirty="0"/>
          </a:p>
        </p:txBody>
      </p:sp>
      <p:sp>
        <p:nvSpPr>
          <p:cNvPr id="11" name="Textplatzhalter 4">
            <a:extLst>
              <a:ext uri="{FF2B5EF4-FFF2-40B4-BE49-F238E27FC236}">
                <a16:creationId xmlns:a16="http://schemas.microsoft.com/office/drawing/2014/main" id="{DF867C49-9429-44E7-8D7C-BE8830218871}"/>
              </a:ext>
            </a:extLst>
          </p:cNvPr>
          <p:cNvSpPr>
            <a:spLocks noGrp="1"/>
          </p:cNvSpPr>
          <p:nvPr>
            <p:ph type="body" sz="quarter" idx="12" hasCustomPrompt="1"/>
          </p:nvPr>
        </p:nvSpPr>
        <p:spPr>
          <a:xfrm>
            <a:off x="479425" y="476250"/>
            <a:ext cx="9324974" cy="252000"/>
          </a:xfrm>
        </p:spPr>
        <p:txBody>
          <a:bodyPr/>
          <a:lstStyle>
            <a:lvl1pPr>
              <a:defRPr lang="en-US" sz="1100" b="1" kern="1200" cap="all" spc="63" baseline="0" smtClean="0">
                <a:solidFill>
                  <a:schemeClr val="tx1"/>
                </a:solidFill>
                <a:latin typeface="+mn-lt"/>
                <a:ea typeface="+mn-ea"/>
                <a:cs typeface="+mn-cs"/>
              </a:defRPr>
            </a:lvl1pPr>
          </a:lstStyle>
          <a:p>
            <a:pPr lvl="0"/>
            <a:r>
              <a:rPr lang="en-US"/>
              <a:t>Topline goes here</a:t>
            </a:r>
          </a:p>
        </p:txBody>
      </p:sp>
      <p:sp>
        <p:nvSpPr>
          <p:cNvPr id="10" name="Titel 9">
            <a:extLst>
              <a:ext uri="{FF2B5EF4-FFF2-40B4-BE49-F238E27FC236}">
                <a16:creationId xmlns:a16="http://schemas.microsoft.com/office/drawing/2014/main" id="{C1CFEB79-DAF0-459A-90C1-93E72C7A1A54}"/>
              </a:ext>
            </a:extLst>
          </p:cNvPr>
          <p:cNvSpPr>
            <a:spLocks noGrp="1"/>
          </p:cNvSpPr>
          <p:nvPr>
            <p:ph type="title"/>
          </p:nvPr>
        </p:nvSpPr>
        <p:spPr>
          <a:xfrm>
            <a:off x="479427" y="875309"/>
            <a:ext cx="9324974" cy="932854"/>
          </a:xfrm>
        </p:spPr>
        <p:txBody>
          <a:bodyPr/>
          <a:lstStyle/>
          <a:p>
            <a:r>
              <a:rPr lang="en-US"/>
              <a:t>Click to edit Master title style</a:t>
            </a:r>
            <a:endParaRPr lang="en-US" dirty="0"/>
          </a:p>
        </p:txBody>
      </p:sp>
      <p:sp>
        <p:nvSpPr>
          <p:cNvPr id="12" name="Inhaltsplatzhalter 2">
            <a:extLst>
              <a:ext uri="{FF2B5EF4-FFF2-40B4-BE49-F238E27FC236}">
                <a16:creationId xmlns:a16="http://schemas.microsoft.com/office/drawing/2014/main" id="{95C63E0E-3BF5-4908-9362-9309FED383A9}"/>
              </a:ext>
            </a:extLst>
          </p:cNvPr>
          <p:cNvSpPr>
            <a:spLocks noGrp="1"/>
          </p:cNvSpPr>
          <p:nvPr>
            <p:ph sz="half" idx="1"/>
          </p:nvPr>
        </p:nvSpPr>
        <p:spPr>
          <a:xfrm>
            <a:off x="479424" y="1808163"/>
            <a:ext cx="3600451" cy="4357687"/>
          </a:xfrm>
        </p:spPr>
        <p:txBody>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Inhaltsplatzhalter 3">
            <a:extLst>
              <a:ext uri="{FF2B5EF4-FFF2-40B4-BE49-F238E27FC236}">
                <a16:creationId xmlns:a16="http://schemas.microsoft.com/office/drawing/2014/main" id="{0DFEF79D-1387-4178-94B9-1DC016DC9A2E}"/>
              </a:ext>
            </a:extLst>
          </p:cNvPr>
          <p:cNvSpPr>
            <a:spLocks noGrp="1"/>
          </p:cNvSpPr>
          <p:nvPr>
            <p:ph sz="half" idx="2"/>
          </p:nvPr>
        </p:nvSpPr>
        <p:spPr>
          <a:xfrm>
            <a:off x="4295776" y="1808163"/>
            <a:ext cx="3600449" cy="4357687"/>
          </a:xfrm>
        </p:spPr>
        <p:txBody>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Inhaltsplatzhalter 3">
            <a:extLst>
              <a:ext uri="{FF2B5EF4-FFF2-40B4-BE49-F238E27FC236}">
                <a16:creationId xmlns:a16="http://schemas.microsoft.com/office/drawing/2014/main" id="{D142C95E-C2F8-4F78-A54D-A69241CB1210}"/>
              </a:ext>
            </a:extLst>
          </p:cNvPr>
          <p:cNvSpPr>
            <a:spLocks noGrp="1"/>
          </p:cNvSpPr>
          <p:nvPr>
            <p:ph sz="half" idx="16"/>
          </p:nvPr>
        </p:nvSpPr>
        <p:spPr>
          <a:xfrm>
            <a:off x="8112126" y="1808163"/>
            <a:ext cx="3600449" cy="4357687"/>
          </a:xfrm>
        </p:spPr>
        <p:txBody>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Fußzeilenplatzhalter 1">
            <a:extLst>
              <a:ext uri="{FF2B5EF4-FFF2-40B4-BE49-F238E27FC236}">
                <a16:creationId xmlns:a16="http://schemas.microsoft.com/office/drawing/2014/main" id="{2EAE339A-6B80-4E81-A55D-5C7A743CA5BE}"/>
              </a:ext>
            </a:extLst>
          </p:cNvPr>
          <p:cNvSpPr>
            <a:spLocks noGrp="1"/>
          </p:cNvSpPr>
          <p:nvPr>
            <p:ph type="ftr" sz="quarter" idx="17"/>
          </p:nvPr>
        </p:nvSpPr>
        <p:spPr/>
        <p:txBody>
          <a:bodyPr/>
          <a:lstStyle/>
          <a:p>
            <a:endParaRPr lang="en-US" dirty="0"/>
          </a:p>
        </p:txBody>
      </p:sp>
    </p:spTree>
    <p:extLst>
      <p:ext uri="{BB962C8B-B14F-4D97-AF65-F5344CB8AC3E}">
        <p14:creationId xmlns:p14="http://schemas.microsoft.com/office/powerpoint/2010/main" val="3442911141"/>
      </p:ext>
    </p:extLst>
  </p:cSld>
  <p:clrMapOvr>
    <a:masterClrMapping/>
  </p:clrMapOvr>
  <p:extLst>
    <p:ext uri="{DCECCB84-F9BA-43D5-87BE-67443E8EF086}">
      <p15:sldGuideLst xmlns:p15="http://schemas.microsoft.com/office/powerpoint/2012/main"/>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Large image + headline">
    <p:spTree>
      <p:nvGrpSpPr>
        <p:cNvPr id="1" name=""/>
        <p:cNvGrpSpPr/>
        <p:nvPr/>
      </p:nvGrpSpPr>
      <p:grpSpPr>
        <a:xfrm>
          <a:off x="0" y="0"/>
          <a:ext cx="0" cy="0"/>
          <a:chOff x="0" y="0"/>
          <a:chExt cx="0" cy="0"/>
        </a:xfrm>
      </p:grpSpPr>
      <p:sp>
        <p:nvSpPr>
          <p:cNvPr id="6" name="Foliennummernplatzhalter 5">
            <a:extLst>
              <a:ext uri="{FF2B5EF4-FFF2-40B4-BE49-F238E27FC236}">
                <a16:creationId xmlns:a16="http://schemas.microsoft.com/office/drawing/2014/main" id="{901E388C-6A4B-4AA3-B573-6AE8043CAA97}"/>
              </a:ext>
            </a:extLst>
          </p:cNvPr>
          <p:cNvSpPr>
            <a:spLocks noGrp="1"/>
          </p:cNvSpPr>
          <p:nvPr>
            <p:ph type="sldNum" sz="quarter" idx="11"/>
          </p:nvPr>
        </p:nvSpPr>
        <p:spPr/>
        <p:txBody>
          <a:bodyPr/>
          <a:lstStyle/>
          <a:p>
            <a:fld id="{56C449F3-BD9D-48DC-BFF1-0F66671DA7C6}" type="slidenum">
              <a:rPr lang="en-US" smtClean="0"/>
              <a:pPr/>
              <a:t>‹#›</a:t>
            </a:fld>
            <a:endParaRPr lang="en-US" dirty="0"/>
          </a:p>
        </p:txBody>
      </p:sp>
      <p:sp>
        <p:nvSpPr>
          <p:cNvPr id="8" name="Bildplatzhalter 7">
            <a:extLst>
              <a:ext uri="{FF2B5EF4-FFF2-40B4-BE49-F238E27FC236}">
                <a16:creationId xmlns:a16="http://schemas.microsoft.com/office/drawing/2014/main" id="{9729243C-D78B-4B34-B6EA-A7A7D5BA4415}"/>
              </a:ext>
              <a:ext uri="{C183D7F6-B498-43B3-948B-1728B52AA6E4}">
                <adec:decorative xmlns:adec="http://schemas.microsoft.com/office/drawing/2017/decorative" val="1"/>
              </a:ext>
            </a:extLst>
          </p:cNvPr>
          <p:cNvSpPr>
            <a:spLocks noGrp="1"/>
          </p:cNvSpPr>
          <p:nvPr>
            <p:ph type="pic" sz="quarter" idx="12"/>
          </p:nvPr>
        </p:nvSpPr>
        <p:spPr>
          <a:xfrm>
            <a:off x="0" y="0"/>
            <a:ext cx="7056000" cy="5940000"/>
          </a:xfrm>
          <a:solidFill>
            <a:schemeClr val="tx2">
              <a:lumMod val="90000"/>
            </a:schemeClr>
          </a:solidFill>
        </p:spPr>
        <p:txBody>
          <a:bodyPr/>
          <a:lstStyle/>
          <a:p>
            <a:r>
              <a:rPr lang="en-US"/>
              <a:t>Click icon to add picture</a:t>
            </a:r>
            <a:endParaRPr lang="en-US" dirty="0"/>
          </a:p>
        </p:txBody>
      </p:sp>
      <p:sp>
        <p:nvSpPr>
          <p:cNvPr id="11" name="Textplatzhalter 9">
            <a:extLst>
              <a:ext uri="{FF2B5EF4-FFF2-40B4-BE49-F238E27FC236}">
                <a16:creationId xmlns:a16="http://schemas.microsoft.com/office/drawing/2014/main" id="{D2F612BB-6DB3-48F4-9220-749BDAAD5D05}"/>
              </a:ext>
            </a:extLst>
          </p:cNvPr>
          <p:cNvSpPr>
            <a:spLocks noGrp="1"/>
          </p:cNvSpPr>
          <p:nvPr>
            <p:ph type="body" sz="quarter" idx="13"/>
          </p:nvPr>
        </p:nvSpPr>
        <p:spPr>
          <a:xfrm>
            <a:off x="7632000" y="1808163"/>
            <a:ext cx="4080575" cy="4131838"/>
          </a:xfrm>
        </p:spPr>
        <p:txBody>
          <a:bodyPr/>
          <a:lstStyle>
            <a:lvl1pPr>
              <a:lnSpc>
                <a:spcPts val="3800"/>
              </a:lnSpc>
              <a:spcAft>
                <a:spcPts val="2400"/>
              </a:spcAft>
              <a:defRPr sz="3800" b="0"/>
            </a:lvl1pPr>
            <a:lvl2pPr marL="0" indent="0">
              <a:buNone/>
              <a:defRPr sz="20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Fußzeilenplatzhalter 1">
            <a:extLst>
              <a:ext uri="{FF2B5EF4-FFF2-40B4-BE49-F238E27FC236}">
                <a16:creationId xmlns:a16="http://schemas.microsoft.com/office/drawing/2014/main" id="{79133B21-53A9-4C10-9A93-A4D7F9A0390F}"/>
              </a:ext>
            </a:extLst>
          </p:cNvPr>
          <p:cNvSpPr>
            <a:spLocks noGrp="1"/>
          </p:cNvSpPr>
          <p:nvPr>
            <p:ph type="ftr" sz="quarter" idx="14"/>
          </p:nvPr>
        </p:nvSpPr>
        <p:spPr/>
        <p:txBody>
          <a:bodyPr/>
          <a:lstStyle/>
          <a:p>
            <a:endParaRPr lang="en-US" dirty="0"/>
          </a:p>
        </p:txBody>
      </p:sp>
    </p:spTree>
    <p:extLst>
      <p:ext uri="{BB962C8B-B14F-4D97-AF65-F5344CB8AC3E}">
        <p14:creationId xmlns:p14="http://schemas.microsoft.com/office/powerpoint/2010/main" val="1208817637"/>
      </p:ext>
    </p:extLst>
  </p:cSld>
  <p:clrMapOvr>
    <a:masterClrMapping/>
  </p:clrMapOvr>
  <p:extLst>
    <p:ext uri="{DCECCB84-F9BA-43D5-87BE-67443E8EF086}">
      <p15:sldGuideLst xmlns:p15="http://schemas.microsoft.com/office/powerpoint/2012/main">
        <p15:guide id="1" orient="horz" pos="1139">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Headline + topline only">
    <p:spTree>
      <p:nvGrpSpPr>
        <p:cNvPr id="1" name=""/>
        <p:cNvGrpSpPr/>
        <p:nvPr/>
      </p:nvGrpSpPr>
      <p:grpSpPr>
        <a:xfrm>
          <a:off x="0" y="0"/>
          <a:ext cx="0" cy="0"/>
          <a:chOff x="0" y="0"/>
          <a:chExt cx="0" cy="0"/>
        </a:xfrm>
      </p:grpSpPr>
      <p:sp>
        <p:nvSpPr>
          <p:cNvPr id="8" name="Foliennummernplatzhalter 7">
            <a:extLst>
              <a:ext uri="{FF2B5EF4-FFF2-40B4-BE49-F238E27FC236}">
                <a16:creationId xmlns:a16="http://schemas.microsoft.com/office/drawing/2014/main" id="{85560388-B2D9-46A0-B80F-A4F52B824173}"/>
              </a:ext>
            </a:extLst>
          </p:cNvPr>
          <p:cNvSpPr>
            <a:spLocks noGrp="1"/>
          </p:cNvSpPr>
          <p:nvPr>
            <p:ph type="sldNum" sz="quarter" idx="11"/>
          </p:nvPr>
        </p:nvSpPr>
        <p:spPr/>
        <p:txBody>
          <a:bodyPr/>
          <a:lstStyle/>
          <a:p>
            <a:fld id="{56C449F3-BD9D-48DC-BFF1-0F66671DA7C6}" type="slidenum">
              <a:rPr lang="en-US" smtClean="0"/>
              <a:pPr/>
              <a:t>‹#›</a:t>
            </a:fld>
            <a:endParaRPr lang="en-US" dirty="0"/>
          </a:p>
        </p:txBody>
      </p:sp>
      <p:sp>
        <p:nvSpPr>
          <p:cNvPr id="9" name="Textplatzhalter 4">
            <a:extLst>
              <a:ext uri="{FF2B5EF4-FFF2-40B4-BE49-F238E27FC236}">
                <a16:creationId xmlns:a16="http://schemas.microsoft.com/office/drawing/2014/main" id="{B5A5C9BE-C1FB-44B5-B87B-4817825EC396}"/>
              </a:ext>
            </a:extLst>
          </p:cNvPr>
          <p:cNvSpPr>
            <a:spLocks noGrp="1"/>
          </p:cNvSpPr>
          <p:nvPr>
            <p:ph type="body" sz="quarter" idx="13" hasCustomPrompt="1"/>
          </p:nvPr>
        </p:nvSpPr>
        <p:spPr>
          <a:xfrm>
            <a:off x="479425" y="476250"/>
            <a:ext cx="9324974" cy="252000"/>
          </a:xfrm>
        </p:spPr>
        <p:txBody>
          <a:bodyPr/>
          <a:lstStyle>
            <a:lvl1pPr>
              <a:defRPr lang="en-US" sz="1100" b="1" kern="1200" cap="all" spc="63" baseline="0" smtClean="0">
                <a:solidFill>
                  <a:schemeClr val="tx1"/>
                </a:solidFill>
                <a:latin typeface="+mn-lt"/>
                <a:ea typeface="+mn-ea"/>
                <a:cs typeface="+mn-cs"/>
              </a:defRPr>
            </a:lvl1pPr>
          </a:lstStyle>
          <a:p>
            <a:pPr lvl="0"/>
            <a:r>
              <a:rPr lang="en-US"/>
              <a:t>Topline goes here</a:t>
            </a:r>
          </a:p>
        </p:txBody>
      </p:sp>
      <p:sp>
        <p:nvSpPr>
          <p:cNvPr id="6" name="Titel 5">
            <a:extLst>
              <a:ext uri="{FF2B5EF4-FFF2-40B4-BE49-F238E27FC236}">
                <a16:creationId xmlns:a16="http://schemas.microsoft.com/office/drawing/2014/main" id="{4BDFD4E2-0908-44C9-B61C-E96E93B119CC}"/>
              </a:ext>
            </a:extLst>
          </p:cNvPr>
          <p:cNvSpPr>
            <a:spLocks noGrp="1"/>
          </p:cNvSpPr>
          <p:nvPr>
            <p:ph type="title"/>
          </p:nvPr>
        </p:nvSpPr>
        <p:spPr/>
        <p:txBody>
          <a:bodyPr/>
          <a:lstStyle/>
          <a:p>
            <a:r>
              <a:rPr lang="en-US"/>
              <a:t>Click to edit Master title style</a:t>
            </a:r>
            <a:endParaRPr lang="en-US" dirty="0"/>
          </a:p>
        </p:txBody>
      </p:sp>
      <p:sp>
        <p:nvSpPr>
          <p:cNvPr id="2" name="Fußzeilenplatzhalter 1">
            <a:extLst>
              <a:ext uri="{FF2B5EF4-FFF2-40B4-BE49-F238E27FC236}">
                <a16:creationId xmlns:a16="http://schemas.microsoft.com/office/drawing/2014/main" id="{0DB801B0-E6B4-4F96-8CE5-F9E84D58C40E}"/>
              </a:ext>
            </a:extLst>
          </p:cNvPr>
          <p:cNvSpPr>
            <a:spLocks noGrp="1"/>
          </p:cNvSpPr>
          <p:nvPr>
            <p:ph type="ftr" sz="quarter" idx="12"/>
          </p:nvPr>
        </p:nvSpPr>
        <p:spPr/>
        <p:txBody>
          <a:bodyPr/>
          <a:lstStyle/>
          <a:p>
            <a:endParaRPr lang="en-US" dirty="0"/>
          </a:p>
        </p:txBody>
      </p:sp>
    </p:spTree>
    <p:extLst>
      <p:ext uri="{BB962C8B-B14F-4D97-AF65-F5344CB8AC3E}">
        <p14:creationId xmlns:p14="http://schemas.microsoft.com/office/powerpoint/2010/main" val="1716652800"/>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6" name="Foliennummernplatzhalter 5">
            <a:extLst>
              <a:ext uri="{FF2B5EF4-FFF2-40B4-BE49-F238E27FC236}">
                <a16:creationId xmlns:a16="http://schemas.microsoft.com/office/drawing/2014/main" id="{51ED9665-CC57-45BB-925F-9031ABDF5D7D}"/>
              </a:ext>
            </a:extLst>
          </p:cNvPr>
          <p:cNvSpPr>
            <a:spLocks noGrp="1"/>
          </p:cNvSpPr>
          <p:nvPr>
            <p:ph type="sldNum" sz="quarter" idx="11"/>
          </p:nvPr>
        </p:nvSpPr>
        <p:spPr/>
        <p:txBody>
          <a:bodyPr/>
          <a:lstStyle/>
          <a:p>
            <a:fld id="{56C449F3-BD9D-48DC-BFF1-0F66671DA7C6}" type="slidenum">
              <a:rPr lang="en-US" smtClean="0"/>
              <a:pPr/>
              <a:t>‹#›</a:t>
            </a:fld>
            <a:endParaRPr lang="en-US" dirty="0"/>
          </a:p>
        </p:txBody>
      </p:sp>
      <p:sp>
        <p:nvSpPr>
          <p:cNvPr id="7" name="Textplatzhalter 4">
            <a:extLst>
              <a:ext uri="{FF2B5EF4-FFF2-40B4-BE49-F238E27FC236}">
                <a16:creationId xmlns:a16="http://schemas.microsoft.com/office/drawing/2014/main" id="{C59C485C-B44D-40A1-BE56-1CA8AA189B93}"/>
              </a:ext>
            </a:extLst>
          </p:cNvPr>
          <p:cNvSpPr>
            <a:spLocks noGrp="1"/>
          </p:cNvSpPr>
          <p:nvPr>
            <p:ph type="body" sz="quarter" idx="13" hasCustomPrompt="1"/>
          </p:nvPr>
        </p:nvSpPr>
        <p:spPr>
          <a:xfrm>
            <a:off x="479425" y="476250"/>
            <a:ext cx="9324974" cy="252000"/>
          </a:xfrm>
        </p:spPr>
        <p:txBody>
          <a:bodyPr/>
          <a:lstStyle>
            <a:lvl1pPr>
              <a:defRPr lang="en-US" sz="1100" b="1" kern="1200" cap="all" spc="63" baseline="0" smtClean="0">
                <a:solidFill>
                  <a:schemeClr val="tx1"/>
                </a:solidFill>
                <a:latin typeface="+mn-lt"/>
                <a:ea typeface="+mn-ea"/>
                <a:cs typeface="+mn-cs"/>
              </a:defRPr>
            </a:lvl1pPr>
          </a:lstStyle>
          <a:p>
            <a:pPr lvl="0"/>
            <a:r>
              <a:rPr lang="en-US"/>
              <a:t>Topline goes here</a:t>
            </a:r>
          </a:p>
        </p:txBody>
      </p:sp>
      <p:sp>
        <p:nvSpPr>
          <p:cNvPr id="2" name="Fußzeilenplatzhalter 1">
            <a:extLst>
              <a:ext uri="{FF2B5EF4-FFF2-40B4-BE49-F238E27FC236}">
                <a16:creationId xmlns:a16="http://schemas.microsoft.com/office/drawing/2014/main" id="{7AA99CC9-05C0-45B6-8C99-173138DC6555}"/>
              </a:ext>
            </a:extLst>
          </p:cNvPr>
          <p:cNvSpPr>
            <a:spLocks noGrp="1"/>
          </p:cNvSpPr>
          <p:nvPr>
            <p:ph type="ftr" sz="quarter" idx="12"/>
          </p:nvPr>
        </p:nvSpPr>
        <p:spPr/>
        <p:txBody>
          <a:bodyPr/>
          <a:lstStyle/>
          <a:p>
            <a:endParaRPr lang="en-US" dirty="0"/>
          </a:p>
        </p:txBody>
      </p:sp>
    </p:spTree>
    <p:extLst>
      <p:ext uri="{BB962C8B-B14F-4D97-AF65-F5344CB8AC3E}">
        <p14:creationId xmlns:p14="http://schemas.microsoft.com/office/powerpoint/2010/main" val="1835076744"/>
      </p:ext>
    </p:extLst>
  </p:cSld>
  <p:clrMapOvr>
    <a:masterClrMapping/>
  </p:clrMapOvr>
  <p:extLst>
    <p:ext uri="{DCECCB84-F9BA-43D5-87BE-67443E8EF086}">
      <p15:sldGuideLst xmlns:p15="http://schemas.microsoft.com/office/powerpoint/2012/main"/>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Headline/Content side by side">
    <p:bg>
      <p:bgPr>
        <a:solidFill>
          <a:srgbClr val="122B54"/>
        </a:solidFill>
        <a:effectLst/>
      </p:bgPr>
    </p:bg>
    <p:spTree>
      <p:nvGrpSpPr>
        <p:cNvPr id="1" name=""/>
        <p:cNvGrpSpPr/>
        <p:nvPr/>
      </p:nvGrpSpPr>
      <p:grpSpPr>
        <a:xfrm>
          <a:off x="0" y="0"/>
          <a:ext cx="0" cy="0"/>
          <a:chOff x="0" y="0"/>
          <a:chExt cx="0" cy="0"/>
        </a:xfrm>
      </p:grpSpPr>
      <p:sp>
        <p:nvSpPr>
          <p:cNvPr id="8" name="Foliennummernplatzhalter 7">
            <a:extLst>
              <a:ext uri="{FF2B5EF4-FFF2-40B4-BE49-F238E27FC236}">
                <a16:creationId xmlns:a16="http://schemas.microsoft.com/office/drawing/2014/main" id="{1DA1E9D5-A24F-4523-B6CC-0D44E010C45A}"/>
              </a:ext>
            </a:extLst>
          </p:cNvPr>
          <p:cNvSpPr>
            <a:spLocks noGrp="1"/>
          </p:cNvSpPr>
          <p:nvPr>
            <p:ph type="sldNum" sz="quarter" idx="17"/>
          </p:nvPr>
        </p:nvSpPr>
        <p:spPr/>
        <p:txBody>
          <a:bodyPr/>
          <a:lstStyle/>
          <a:p>
            <a:fld id="{56C449F3-BD9D-48DC-BFF1-0F66671DA7C6}" type="slidenum">
              <a:rPr lang="en-US" smtClean="0"/>
              <a:pPr/>
              <a:t>‹#›</a:t>
            </a:fld>
            <a:endParaRPr lang="en-US" dirty="0"/>
          </a:p>
        </p:txBody>
      </p:sp>
      <p:sp>
        <p:nvSpPr>
          <p:cNvPr id="9" name="Textplatzhalter 4">
            <a:extLst>
              <a:ext uri="{FF2B5EF4-FFF2-40B4-BE49-F238E27FC236}">
                <a16:creationId xmlns:a16="http://schemas.microsoft.com/office/drawing/2014/main" id="{E701F698-4425-4620-94EB-05146EF47E6E}"/>
              </a:ext>
            </a:extLst>
          </p:cNvPr>
          <p:cNvSpPr>
            <a:spLocks noGrp="1"/>
          </p:cNvSpPr>
          <p:nvPr>
            <p:ph type="body" sz="quarter" idx="12" hasCustomPrompt="1"/>
          </p:nvPr>
        </p:nvSpPr>
        <p:spPr>
          <a:xfrm>
            <a:off x="479425" y="476250"/>
            <a:ext cx="3600450" cy="252000"/>
          </a:xfrm>
        </p:spPr>
        <p:txBody>
          <a:bodyPr/>
          <a:lstStyle>
            <a:lvl1pPr>
              <a:defRPr lang="en-US" sz="1100" b="1" kern="1200" cap="all" spc="63" baseline="0" smtClean="0">
                <a:solidFill>
                  <a:schemeClr val="tx1"/>
                </a:solidFill>
                <a:latin typeface="+mn-lt"/>
                <a:ea typeface="+mn-ea"/>
                <a:cs typeface="+mn-cs"/>
              </a:defRPr>
            </a:lvl1pPr>
          </a:lstStyle>
          <a:p>
            <a:pPr lvl="0"/>
            <a:r>
              <a:rPr lang="en-US"/>
              <a:t>Topline goes here</a:t>
            </a:r>
          </a:p>
        </p:txBody>
      </p:sp>
      <p:sp>
        <p:nvSpPr>
          <p:cNvPr id="7" name="Titel 6">
            <a:extLst>
              <a:ext uri="{FF2B5EF4-FFF2-40B4-BE49-F238E27FC236}">
                <a16:creationId xmlns:a16="http://schemas.microsoft.com/office/drawing/2014/main" id="{51BBB61B-6E7A-4BFF-9CB2-ED26389C4FCF}"/>
              </a:ext>
            </a:extLst>
          </p:cNvPr>
          <p:cNvSpPr>
            <a:spLocks noGrp="1"/>
          </p:cNvSpPr>
          <p:nvPr>
            <p:ph type="title"/>
          </p:nvPr>
        </p:nvSpPr>
        <p:spPr>
          <a:xfrm>
            <a:off x="495611" y="1808162"/>
            <a:ext cx="3584264" cy="4357687"/>
          </a:xfrm>
          <a:prstGeom prst="rect">
            <a:avLst/>
          </a:prstGeom>
        </p:spPr>
        <p:txBody>
          <a:bodyPr/>
          <a:lstStyle>
            <a:lvl1pPr>
              <a:defRPr>
                <a:solidFill>
                  <a:schemeClr val="tx1"/>
                </a:solidFill>
              </a:defRPr>
            </a:lvl1pPr>
          </a:lstStyle>
          <a:p>
            <a:r>
              <a:rPr lang="en-US"/>
              <a:t>Click to edit Master title style</a:t>
            </a:r>
            <a:endParaRPr lang="en-US" dirty="0"/>
          </a:p>
        </p:txBody>
      </p:sp>
      <p:sp>
        <p:nvSpPr>
          <p:cNvPr id="3" name="Inhaltsplatzhalter 2">
            <a:extLst>
              <a:ext uri="{FF2B5EF4-FFF2-40B4-BE49-F238E27FC236}">
                <a16:creationId xmlns:a16="http://schemas.microsoft.com/office/drawing/2014/main" id="{5D17BF0A-6C84-41F6-BF3F-CBB13FEE33E8}"/>
              </a:ext>
            </a:extLst>
          </p:cNvPr>
          <p:cNvSpPr>
            <a:spLocks noGrp="1"/>
          </p:cNvSpPr>
          <p:nvPr>
            <p:ph sz="quarter" idx="15"/>
          </p:nvPr>
        </p:nvSpPr>
        <p:spPr>
          <a:xfrm>
            <a:off x="4295775" y="1808162"/>
            <a:ext cx="7416800" cy="4357687"/>
          </a:xfrm>
          <a:prstGeom prst="rect">
            <a:avLst/>
          </a:prstGeom>
        </p:spPr>
        <p:txBody>
          <a:bodyPr/>
          <a:lstStyle>
            <a:lvl1pPr>
              <a:defRPr sz="16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ußzeilenplatzhalter 3">
            <a:extLst>
              <a:ext uri="{FF2B5EF4-FFF2-40B4-BE49-F238E27FC236}">
                <a16:creationId xmlns:a16="http://schemas.microsoft.com/office/drawing/2014/main" id="{21E89875-00B9-49CB-9A52-F4F62C2F70C5}"/>
              </a:ext>
            </a:extLst>
          </p:cNvPr>
          <p:cNvSpPr>
            <a:spLocks noGrp="1"/>
          </p:cNvSpPr>
          <p:nvPr>
            <p:ph type="ftr" sz="quarter" idx="18"/>
          </p:nvPr>
        </p:nvSpPr>
        <p:spPr/>
        <p:txBody>
          <a:bodyPr/>
          <a:lstStyle/>
          <a:p>
            <a:endParaRPr lang="en-US" dirty="0"/>
          </a:p>
        </p:txBody>
      </p:sp>
    </p:spTree>
    <p:extLst>
      <p:ext uri="{BB962C8B-B14F-4D97-AF65-F5344CB8AC3E}">
        <p14:creationId xmlns:p14="http://schemas.microsoft.com/office/powerpoint/2010/main" val="21493214"/>
      </p:ext>
    </p:extLst>
  </p:cSld>
  <p:clrMapOvr>
    <a:masterClrMapping/>
  </p:clrMapOvr>
  <p:extLst>
    <p:ext uri="{DCECCB84-F9BA-43D5-87BE-67443E8EF086}">
      <p15:sldGuideLst xmlns:p15="http://schemas.microsoft.com/office/powerpoint/2012/main">
        <p15:guide id="1" orient="horz" pos="1139">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Quote">
    <p:bg>
      <p:bgPr>
        <a:solidFill>
          <a:srgbClr val="122B54"/>
        </a:solidFill>
        <a:effectLst/>
      </p:bgPr>
    </p:bg>
    <p:spTree>
      <p:nvGrpSpPr>
        <p:cNvPr id="1" name=""/>
        <p:cNvGrpSpPr/>
        <p:nvPr/>
      </p:nvGrpSpPr>
      <p:grpSpPr>
        <a:xfrm>
          <a:off x="0" y="0"/>
          <a:ext cx="0" cy="0"/>
          <a:chOff x="0" y="0"/>
          <a:chExt cx="0" cy="0"/>
        </a:xfrm>
      </p:grpSpPr>
      <p:pic>
        <p:nvPicPr>
          <p:cNvPr id="4" name="Grafik 3">
            <a:extLst>
              <a:ext uri="{FF2B5EF4-FFF2-40B4-BE49-F238E27FC236}">
                <a16:creationId xmlns:a16="http://schemas.microsoft.com/office/drawing/2014/main" id="{37A28BB5-45D7-4A7F-B5F7-BB60CFEF37CC}"/>
              </a:ext>
              <a:ext uri="{C183D7F6-B498-43B3-948B-1728B52AA6E4}">
                <adec:decorative xmlns:adec="http://schemas.microsoft.com/office/drawing/2017/decorative" val="1"/>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78800" y="-152396"/>
            <a:ext cx="1103268" cy="936000"/>
          </a:xfrm>
          <a:prstGeom prst="rect">
            <a:avLst/>
          </a:prstGeom>
        </p:spPr>
      </p:pic>
      <p:sp>
        <p:nvSpPr>
          <p:cNvPr id="7" name="Foliennummernplatzhalter 6">
            <a:extLst>
              <a:ext uri="{FF2B5EF4-FFF2-40B4-BE49-F238E27FC236}">
                <a16:creationId xmlns:a16="http://schemas.microsoft.com/office/drawing/2014/main" id="{73AAFA79-6410-48B1-BD41-CB373E0AA926}"/>
              </a:ext>
            </a:extLst>
          </p:cNvPr>
          <p:cNvSpPr>
            <a:spLocks noGrp="1"/>
          </p:cNvSpPr>
          <p:nvPr>
            <p:ph type="sldNum" sz="quarter" idx="17"/>
          </p:nvPr>
        </p:nvSpPr>
        <p:spPr/>
        <p:txBody>
          <a:bodyPr/>
          <a:lstStyle/>
          <a:p>
            <a:fld id="{56C449F3-BD9D-48DC-BFF1-0F66671DA7C6}" type="slidenum">
              <a:rPr lang="en-US" smtClean="0"/>
              <a:pPr/>
              <a:t>‹#›</a:t>
            </a:fld>
            <a:endParaRPr lang="en-US" dirty="0"/>
          </a:p>
        </p:txBody>
      </p:sp>
      <p:sp>
        <p:nvSpPr>
          <p:cNvPr id="3" name="Title 2">
            <a:extLst>
              <a:ext uri="{FF2B5EF4-FFF2-40B4-BE49-F238E27FC236}">
                <a16:creationId xmlns:a16="http://schemas.microsoft.com/office/drawing/2014/main" id="{6D128BBF-7995-4434-9230-F239AB8A56A8}"/>
              </a:ext>
            </a:extLst>
          </p:cNvPr>
          <p:cNvSpPr>
            <a:spLocks noGrp="1"/>
          </p:cNvSpPr>
          <p:nvPr>
            <p:ph type="title"/>
          </p:nvPr>
        </p:nvSpPr>
        <p:spPr>
          <a:xfrm>
            <a:off x="479427" y="1808162"/>
            <a:ext cx="7416798" cy="4357687"/>
          </a:xfrm>
        </p:spPr>
        <p:txBody>
          <a:bodyPr/>
          <a:lstStyle>
            <a:lvl1pPr>
              <a:spcAft>
                <a:spcPts val="0"/>
              </a:spcAft>
              <a:defRPr/>
            </a:lvl1pPr>
          </a:lstStyle>
          <a:p>
            <a:r>
              <a:rPr lang="en-US"/>
              <a:t>Click to edit Master title style</a:t>
            </a:r>
          </a:p>
        </p:txBody>
      </p:sp>
      <p:sp>
        <p:nvSpPr>
          <p:cNvPr id="2" name="Fußzeilenplatzhalter 1">
            <a:extLst>
              <a:ext uri="{FF2B5EF4-FFF2-40B4-BE49-F238E27FC236}">
                <a16:creationId xmlns:a16="http://schemas.microsoft.com/office/drawing/2014/main" id="{0D1C1F5E-AD8D-491B-B3B3-0EF68361C677}"/>
              </a:ext>
            </a:extLst>
          </p:cNvPr>
          <p:cNvSpPr>
            <a:spLocks noGrp="1"/>
          </p:cNvSpPr>
          <p:nvPr>
            <p:ph type="ftr" sz="quarter" idx="19"/>
          </p:nvPr>
        </p:nvSpPr>
        <p:spPr/>
        <p:txBody>
          <a:bodyPr/>
          <a:lstStyle/>
          <a:p>
            <a:endParaRPr lang="en-US" dirty="0"/>
          </a:p>
        </p:txBody>
      </p:sp>
    </p:spTree>
    <p:extLst>
      <p:ext uri="{BB962C8B-B14F-4D97-AF65-F5344CB8AC3E}">
        <p14:creationId xmlns:p14="http://schemas.microsoft.com/office/powerpoint/2010/main" val="3091848227"/>
      </p:ext>
    </p:extLst>
  </p:cSld>
  <p:clrMapOvr>
    <a:masterClrMapping/>
  </p:clrMapOvr>
  <p:extLst>
    <p:ext uri="{DCECCB84-F9BA-43D5-87BE-67443E8EF086}">
      <p15:sldGuideLst xmlns:p15="http://schemas.microsoft.com/office/powerpoint/2012/main">
        <p15:guide id="1" orient="horz" pos="1139">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1 Column">
    <p:spTree>
      <p:nvGrpSpPr>
        <p:cNvPr id="1" name=""/>
        <p:cNvGrpSpPr/>
        <p:nvPr/>
      </p:nvGrpSpPr>
      <p:grpSpPr>
        <a:xfrm>
          <a:off x="0" y="0"/>
          <a:ext cx="0" cy="0"/>
          <a:chOff x="0" y="0"/>
          <a:chExt cx="0" cy="0"/>
        </a:xfrm>
      </p:grpSpPr>
      <p:sp>
        <p:nvSpPr>
          <p:cNvPr id="11" name="Foliennummernplatzhalter 10">
            <a:extLst>
              <a:ext uri="{FF2B5EF4-FFF2-40B4-BE49-F238E27FC236}">
                <a16:creationId xmlns:a16="http://schemas.microsoft.com/office/drawing/2014/main" id="{284ABCF1-F66C-42C3-892B-72AE24E22DF2}"/>
              </a:ext>
            </a:extLst>
          </p:cNvPr>
          <p:cNvSpPr>
            <a:spLocks noGrp="1"/>
          </p:cNvSpPr>
          <p:nvPr>
            <p:ph type="sldNum" sz="quarter" idx="14"/>
          </p:nvPr>
        </p:nvSpPr>
        <p:spPr/>
        <p:txBody>
          <a:bodyPr/>
          <a:lstStyle/>
          <a:p>
            <a:fld id="{56C449F3-BD9D-48DC-BFF1-0F66671DA7C6}" type="slidenum">
              <a:rPr lang="en-US" smtClean="0"/>
              <a:pPr/>
              <a:t>‹#›</a:t>
            </a:fld>
            <a:endParaRPr lang="en-US" dirty="0"/>
          </a:p>
        </p:txBody>
      </p:sp>
      <p:sp>
        <p:nvSpPr>
          <p:cNvPr id="5" name="Textplatzhalter 4">
            <a:extLst>
              <a:ext uri="{FF2B5EF4-FFF2-40B4-BE49-F238E27FC236}">
                <a16:creationId xmlns:a16="http://schemas.microsoft.com/office/drawing/2014/main" id="{06A92110-7759-4818-B8AB-E43CF4F0B5E2}"/>
              </a:ext>
            </a:extLst>
          </p:cNvPr>
          <p:cNvSpPr>
            <a:spLocks noGrp="1"/>
          </p:cNvSpPr>
          <p:nvPr>
            <p:ph type="body" sz="quarter" idx="12" hasCustomPrompt="1"/>
          </p:nvPr>
        </p:nvSpPr>
        <p:spPr>
          <a:xfrm>
            <a:off x="479424" y="476250"/>
            <a:ext cx="9324973" cy="252000"/>
          </a:xfrm>
        </p:spPr>
        <p:txBody>
          <a:bodyPr/>
          <a:lstStyle>
            <a:lvl1pPr>
              <a:defRPr lang="en-US" sz="1100" b="1" kern="1200" cap="all" spc="63" baseline="0" smtClean="0">
                <a:solidFill>
                  <a:schemeClr val="bg1"/>
                </a:solidFill>
                <a:latin typeface="+mn-lt"/>
                <a:ea typeface="+mn-ea"/>
                <a:cs typeface="+mn-cs"/>
              </a:defRPr>
            </a:lvl1pPr>
          </a:lstStyle>
          <a:p>
            <a:pPr lvl="0"/>
            <a:r>
              <a:rPr lang="en-US"/>
              <a:t>Topline goes here</a:t>
            </a:r>
          </a:p>
        </p:txBody>
      </p:sp>
      <p:sp>
        <p:nvSpPr>
          <p:cNvPr id="2" name="Titel 1">
            <a:extLst>
              <a:ext uri="{FF2B5EF4-FFF2-40B4-BE49-F238E27FC236}">
                <a16:creationId xmlns:a16="http://schemas.microsoft.com/office/drawing/2014/main" id="{126FDAA8-8B2C-4943-A92E-AA894087B98A}"/>
              </a:ext>
            </a:extLst>
          </p:cNvPr>
          <p:cNvSpPr>
            <a:spLocks noGrp="1"/>
          </p:cNvSpPr>
          <p:nvPr>
            <p:ph type="title"/>
          </p:nvPr>
        </p:nvSpPr>
        <p:spPr/>
        <p:txBody>
          <a:bodyPr/>
          <a:lstStyle/>
          <a:p>
            <a:r>
              <a:rPr lang="en-US"/>
              <a:t>Click to edit Master title style</a:t>
            </a:r>
            <a:endParaRPr lang="en-US" dirty="0"/>
          </a:p>
        </p:txBody>
      </p:sp>
      <p:sp>
        <p:nvSpPr>
          <p:cNvPr id="3" name="Inhaltsplatzhalter 2">
            <a:extLst>
              <a:ext uri="{FF2B5EF4-FFF2-40B4-BE49-F238E27FC236}">
                <a16:creationId xmlns:a16="http://schemas.microsoft.com/office/drawing/2014/main" id="{B44BE1ED-5593-43E7-90D4-F1D53BC3E97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Fußzeilenplatzhalter 9">
            <a:extLst>
              <a:ext uri="{FF2B5EF4-FFF2-40B4-BE49-F238E27FC236}">
                <a16:creationId xmlns:a16="http://schemas.microsoft.com/office/drawing/2014/main" id="{AF63EA58-623B-4C98-B0B3-106149A9567E}"/>
              </a:ext>
            </a:extLst>
          </p:cNvPr>
          <p:cNvSpPr>
            <a:spLocks noGrp="1"/>
          </p:cNvSpPr>
          <p:nvPr>
            <p:ph type="ftr" sz="quarter" idx="13"/>
          </p:nvPr>
        </p:nvSpPr>
        <p:spPr/>
        <p:txBody>
          <a:bodyPr/>
          <a:lstStyle/>
          <a:p>
            <a:endParaRPr lang="en-US" dirty="0"/>
          </a:p>
        </p:txBody>
      </p:sp>
    </p:spTree>
    <p:extLst>
      <p:ext uri="{BB962C8B-B14F-4D97-AF65-F5344CB8AC3E}">
        <p14:creationId xmlns:p14="http://schemas.microsoft.com/office/powerpoint/2010/main" val="3242053016"/>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obj" preserve="1">
  <p:cSld name="1 Column - No topline">
    <p:spTree>
      <p:nvGrpSpPr>
        <p:cNvPr id="1" name=""/>
        <p:cNvGrpSpPr/>
        <p:nvPr/>
      </p:nvGrpSpPr>
      <p:grpSpPr>
        <a:xfrm>
          <a:off x="0" y="0"/>
          <a:ext cx="0" cy="0"/>
          <a:chOff x="0" y="0"/>
          <a:chExt cx="0" cy="0"/>
        </a:xfrm>
      </p:grpSpPr>
      <p:sp>
        <p:nvSpPr>
          <p:cNvPr id="8" name="Foliennummernplatzhalter 7">
            <a:extLst>
              <a:ext uri="{FF2B5EF4-FFF2-40B4-BE49-F238E27FC236}">
                <a16:creationId xmlns:a16="http://schemas.microsoft.com/office/drawing/2014/main" id="{228A5C0F-76A3-4DA0-9F81-A12F1964DA15}"/>
              </a:ext>
            </a:extLst>
          </p:cNvPr>
          <p:cNvSpPr>
            <a:spLocks noGrp="1"/>
          </p:cNvSpPr>
          <p:nvPr>
            <p:ph type="sldNum" sz="quarter" idx="11"/>
          </p:nvPr>
        </p:nvSpPr>
        <p:spPr/>
        <p:txBody>
          <a:bodyPr/>
          <a:lstStyle/>
          <a:p>
            <a:fld id="{56C449F3-BD9D-48DC-BFF1-0F66671DA7C6}" type="slidenum">
              <a:rPr lang="en-US" smtClean="0"/>
              <a:pPr/>
              <a:t>‹#›</a:t>
            </a:fld>
            <a:endParaRPr lang="en-US" dirty="0"/>
          </a:p>
        </p:txBody>
      </p:sp>
      <p:sp>
        <p:nvSpPr>
          <p:cNvPr id="2" name="Titel 1">
            <a:extLst>
              <a:ext uri="{FF2B5EF4-FFF2-40B4-BE49-F238E27FC236}">
                <a16:creationId xmlns:a16="http://schemas.microsoft.com/office/drawing/2014/main" id="{126FDAA8-8B2C-4943-A92E-AA894087B98A}"/>
              </a:ext>
            </a:extLst>
          </p:cNvPr>
          <p:cNvSpPr>
            <a:spLocks noGrp="1"/>
          </p:cNvSpPr>
          <p:nvPr>
            <p:ph type="title"/>
          </p:nvPr>
        </p:nvSpPr>
        <p:spPr>
          <a:xfrm>
            <a:off x="479427" y="489296"/>
            <a:ext cx="9324974" cy="887067"/>
          </a:xfrm>
        </p:spPr>
        <p:txBody>
          <a:bodyPr/>
          <a:lstStyle/>
          <a:p>
            <a:r>
              <a:rPr lang="en-US"/>
              <a:t>Click to edit Master title style</a:t>
            </a:r>
            <a:endParaRPr lang="en-US" dirty="0"/>
          </a:p>
        </p:txBody>
      </p:sp>
      <p:sp>
        <p:nvSpPr>
          <p:cNvPr id="3" name="Inhaltsplatzhalter 2">
            <a:extLst>
              <a:ext uri="{FF2B5EF4-FFF2-40B4-BE49-F238E27FC236}">
                <a16:creationId xmlns:a16="http://schemas.microsoft.com/office/drawing/2014/main" id="{B44BE1ED-5593-43E7-90D4-F1D53BC3E973}"/>
              </a:ext>
            </a:extLst>
          </p:cNvPr>
          <p:cNvSpPr>
            <a:spLocks noGrp="1"/>
          </p:cNvSpPr>
          <p:nvPr>
            <p:ph idx="1"/>
          </p:nvPr>
        </p:nvSpPr>
        <p:spPr>
          <a:xfrm>
            <a:off x="479424" y="1376363"/>
            <a:ext cx="11233151" cy="47894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ußzeilenplatzhalter 3">
            <a:extLst>
              <a:ext uri="{FF2B5EF4-FFF2-40B4-BE49-F238E27FC236}">
                <a16:creationId xmlns:a16="http://schemas.microsoft.com/office/drawing/2014/main" id="{B4C13493-086D-4789-9703-1D3FC7137859}"/>
              </a:ext>
            </a:extLst>
          </p:cNvPr>
          <p:cNvSpPr>
            <a:spLocks noGrp="1"/>
          </p:cNvSpPr>
          <p:nvPr>
            <p:ph type="ftr" sz="quarter" idx="12"/>
          </p:nvPr>
        </p:nvSpPr>
        <p:spPr/>
        <p:txBody>
          <a:bodyPr/>
          <a:lstStyle/>
          <a:p>
            <a:endParaRPr lang="en-US" dirty="0"/>
          </a:p>
        </p:txBody>
      </p:sp>
    </p:spTree>
    <p:extLst>
      <p:ext uri="{BB962C8B-B14F-4D97-AF65-F5344CB8AC3E}">
        <p14:creationId xmlns:p14="http://schemas.microsoft.com/office/powerpoint/2010/main" val="3050110390"/>
      </p:ext>
    </p:extLst>
  </p:cSld>
  <p:clrMapOvr>
    <a:masterClrMapping/>
  </p:clrMapOvr>
  <p:extLst>
    <p:ext uri="{DCECCB84-F9BA-43D5-87BE-67443E8EF086}">
      <p15:sldGuideLst xmlns:p15="http://schemas.microsoft.com/office/powerpoint/2012/main">
        <p15:guide id="1" orient="horz" pos="867">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2 Columns">
    <p:spTree>
      <p:nvGrpSpPr>
        <p:cNvPr id="1" name=""/>
        <p:cNvGrpSpPr/>
        <p:nvPr/>
      </p:nvGrpSpPr>
      <p:grpSpPr>
        <a:xfrm>
          <a:off x="0" y="0"/>
          <a:ext cx="0" cy="0"/>
          <a:chOff x="0" y="0"/>
          <a:chExt cx="0" cy="0"/>
        </a:xfrm>
      </p:grpSpPr>
      <p:sp>
        <p:nvSpPr>
          <p:cNvPr id="6" name="Foliennummernplatzhalter 5">
            <a:extLst>
              <a:ext uri="{FF2B5EF4-FFF2-40B4-BE49-F238E27FC236}">
                <a16:creationId xmlns:a16="http://schemas.microsoft.com/office/drawing/2014/main" id="{B49D2575-F934-4AA7-8FDB-F583B1E8E3AA}"/>
              </a:ext>
            </a:extLst>
          </p:cNvPr>
          <p:cNvSpPr>
            <a:spLocks noGrp="1"/>
          </p:cNvSpPr>
          <p:nvPr>
            <p:ph type="sldNum" sz="quarter" idx="11"/>
          </p:nvPr>
        </p:nvSpPr>
        <p:spPr/>
        <p:txBody>
          <a:bodyPr/>
          <a:lstStyle/>
          <a:p>
            <a:fld id="{56C449F3-BD9D-48DC-BFF1-0F66671DA7C6}" type="slidenum">
              <a:rPr lang="en-US" smtClean="0"/>
              <a:pPr/>
              <a:t>‹#›</a:t>
            </a:fld>
            <a:endParaRPr lang="en-US" dirty="0"/>
          </a:p>
        </p:txBody>
      </p:sp>
      <p:sp>
        <p:nvSpPr>
          <p:cNvPr id="7" name="Textplatzhalter 4">
            <a:extLst>
              <a:ext uri="{FF2B5EF4-FFF2-40B4-BE49-F238E27FC236}">
                <a16:creationId xmlns:a16="http://schemas.microsoft.com/office/drawing/2014/main" id="{7A1C0ECB-E7FD-4CFC-BB65-99367A5A0F32}"/>
              </a:ext>
            </a:extLst>
          </p:cNvPr>
          <p:cNvSpPr>
            <a:spLocks noGrp="1"/>
          </p:cNvSpPr>
          <p:nvPr>
            <p:ph type="body" sz="quarter" idx="12" hasCustomPrompt="1"/>
          </p:nvPr>
        </p:nvSpPr>
        <p:spPr>
          <a:xfrm>
            <a:off x="479424" y="476250"/>
            <a:ext cx="9324973" cy="252000"/>
          </a:xfrm>
        </p:spPr>
        <p:txBody>
          <a:bodyPr/>
          <a:lstStyle>
            <a:lvl1pPr>
              <a:defRPr lang="en-US" sz="1100" b="1" kern="1200" cap="all" spc="63" baseline="0" smtClean="0">
                <a:solidFill>
                  <a:schemeClr val="bg1"/>
                </a:solidFill>
                <a:latin typeface="+mn-lt"/>
                <a:ea typeface="+mn-ea"/>
                <a:cs typeface="+mn-cs"/>
              </a:defRPr>
            </a:lvl1pPr>
          </a:lstStyle>
          <a:p>
            <a:pPr lvl="0"/>
            <a:r>
              <a:rPr lang="en-US"/>
              <a:t>Topline goes here</a:t>
            </a:r>
          </a:p>
        </p:txBody>
      </p:sp>
      <p:sp>
        <p:nvSpPr>
          <p:cNvPr id="2" name="Titel 1">
            <a:extLst>
              <a:ext uri="{FF2B5EF4-FFF2-40B4-BE49-F238E27FC236}">
                <a16:creationId xmlns:a16="http://schemas.microsoft.com/office/drawing/2014/main" id="{A96D3917-AE3D-4FCF-A7A1-1898AD29193D}"/>
              </a:ext>
            </a:extLst>
          </p:cNvPr>
          <p:cNvSpPr>
            <a:spLocks noGrp="1"/>
          </p:cNvSpPr>
          <p:nvPr>
            <p:ph type="title"/>
          </p:nvPr>
        </p:nvSpPr>
        <p:spPr/>
        <p:txBody>
          <a:bodyPr/>
          <a:lstStyle/>
          <a:p>
            <a:r>
              <a:rPr lang="en-US"/>
              <a:t>Click to edit Master title style</a:t>
            </a:r>
            <a:endParaRPr lang="en-US" dirty="0"/>
          </a:p>
        </p:txBody>
      </p:sp>
      <p:sp>
        <p:nvSpPr>
          <p:cNvPr id="3" name="Inhaltsplatzhalter 2">
            <a:extLst>
              <a:ext uri="{FF2B5EF4-FFF2-40B4-BE49-F238E27FC236}">
                <a16:creationId xmlns:a16="http://schemas.microsoft.com/office/drawing/2014/main" id="{EBEE051C-6EF3-470E-8A6F-3ACCAEC2B8D9}"/>
              </a:ext>
            </a:extLst>
          </p:cNvPr>
          <p:cNvSpPr>
            <a:spLocks noGrp="1"/>
          </p:cNvSpPr>
          <p:nvPr>
            <p:ph sz="half" idx="1"/>
          </p:nvPr>
        </p:nvSpPr>
        <p:spPr>
          <a:xfrm>
            <a:off x="479424" y="1808163"/>
            <a:ext cx="5508625" cy="4357687"/>
          </a:xfrm>
        </p:spPr>
        <p:txBody>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Inhaltsplatzhalter 3">
            <a:extLst>
              <a:ext uri="{FF2B5EF4-FFF2-40B4-BE49-F238E27FC236}">
                <a16:creationId xmlns:a16="http://schemas.microsoft.com/office/drawing/2014/main" id="{54F1D8F2-5ECC-4655-A1DA-16D1D9E2965D}"/>
              </a:ext>
            </a:extLst>
          </p:cNvPr>
          <p:cNvSpPr>
            <a:spLocks noGrp="1"/>
          </p:cNvSpPr>
          <p:nvPr>
            <p:ph sz="half" idx="2"/>
          </p:nvPr>
        </p:nvSpPr>
        <p:spPr>
          <a:xfrm>
            <a:off x="6203950" y="1808163"/>
            <a:ext cx="5508625" cy="4357687"/>
          </a:xfrm>
        </p:spPr>
        <p:txBody>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ußzeilenplatzhalter 4">
            <a:extLst>
              <a:ext uri="{FF2B5EF4-FFF2-40B4-BE49-F238E27FC236}">
                <a16:creationId xmlns:a16="http://schemas.microsoft.com/office/drawing/2014/main" id="{104BDB62-A86B-4312-84AC-605A043A529A}"/>
              </a:ext>
            </a:extLst>
          </p:cNvPr>
          <p:cNvSpPr>
            <a:spLocks noGrp="1"/>
          </p:cNvSpPr>
          <p:nvPr>
            <p:ph type="ftr" sz="quarter" idx="10"/>
          </p:nvPr>
        </p:nvSpPr>
        <p:spPr/>
        <p:txBody>
          <a:bodyPr/>
          <a:lstStyle/>
          <a:p>
            <a:endParaRPr lang="en-US" dirty="0"/>
          </a:p>
        </p:txBody>
      </p:sp>
    </p:spTree>
    <p:extLst>
      <p:ext uri="{BB962C8B-B14F-4D97-AF65-F5344CB8AC3E}">
        <p14:creationId xmlns:p14="http://schemas.microsoft.com/office/powerpoint/2010/main" val="3256876529"/>
      </p:ext>
    </p:extLst>
  </p:cSld>
  <p:clrMapOvr>
    <a:masterClrMapping/>
  </p:clrMapOvr>
  <p:extLst>
    <p:ext uri="{DCECCB84-F9BA-43D5-87BE-67443E8EF086}">
      <p15:sldGuideLst xmlns:p15="http://schemas.microsoft.com/office/powerpoint/2012/main"/>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3 Columns">
    <p:spTree>
      <p:nvGrpSpPr>
        <p:cNvPr id="1" name=""/>
        <p:cNvGrpSpPr/>
        <p:nvPr/>
      </p:nvGrpSpPr>
      <p:grpSpPr>
        <a:xfrm>
          <a:off x="0" y="0"/>
          <a:ext cx="0" cy="0"/>
          <a:chOff x="0" y="0"/>
          <a:chExt cx="0" cy="0"/>
        </a:xfrm>
      </p:grpSpPr>
      <p:sp>
        <p:nvSpPr>
          <p:cNvPr id="9" name="Foliennummernplatzhalter 8">
            <a:extLst>
              <a:ext uri="{FF2B5EF4-FFF2-40B4-BE49-F238E27FC236}">
                <a16:creationId xmlns:a16="http://schemas.microsoft.com/office/drawing/2014/main" id="{4AE807FE-5BC5-4806-B587-BCDD6C4B1764}"/>
              </a:ext>
            </a:extLst>
          </p:cNvPr>
          <p:cNvSpPr>
            <a:spLocks noGrp="1"/>
          </p:cNvSpPr>
          <p:nvPr>
            <p:ph type="sldNum" sz="quarter" idx="15"/>
          </p:nvPr>
        </p:nvSpPr>
        <p:spPr/>
        <p:txBody>
          <a:bodyPr/>
          <a:lstStyle/>
          <a:p>
            <a:fld id="{56C449F3-BD9D-48DC-BFF1-0F66671DA7C6}" type="slidenum">
              <a:rPr lang="en-US" smtClean="0"/>
              <a:pPr/>
              <a:t>‹#›</a:t>
            </a:fld>
            <a:endParaRPr lang="en-US" dirty="0"/>
          </a:p>
        </p:txBody>
      </p:sp>
      <p:sp>
        <p:nvSpPr>
          <p:cNvPr id="10" name="Textplatzhalter 4">
            <a:extLst>
              <a:ext uri="{FF2B5EF4-FFF2-40B4-BE49-F238E27FC236}">
                <a16:creationId xmlns:a16="http://schemas.microsoft.com/office/drawing/2014/main" id="{8D43DDA6-9E28-4292-8A58-91764D9BF32A}"/>
              </a:ext>
            </a:extLst>
          </p:cNvPr>
          <p:cNvSpPr>
            <a:spLocks noGrp="1"/>
          </p:cNvSpPr>
          <p:nvPr>
            <p:ph type="body" sz="quarter" idx="12" hasCustomPrompt="1"/>
          </p:nvPr>
        </p:nvSpPr>
        <p:spPr>
          <a:xfrm>
            <a:off x="479424" y="476250"/>
            <a:ext cx="9324973" cy="252000"/>
          </a:xfrm>
        </p:spPr>
        <p:txBody>
          <a:bodyPr/>
          <a:lstStyle>
            <a:lvl1pPr>
              <a:defRPr lang="en-US" sz="1100" b="1" kern="1200" cap="all" spc="63" baseline="0" smtClean="0">
                <a:solidFill>
                  <a:schemeClr val="bg1"/>
                </a:solidFill>
                <a:latin typeface="+mn-lt"/>
                <a:ea typeface="+mn-ea"/>
                <a:cs typeface="+mn-cs"/>
              </a:defRPr>
            </a:lvl1pPr>
          </a:lstStyle>
          <a:p>
            <a:pPr lvl="0"/>
            <a:r>
              <a:rPr lang="en-US"/>
              <a:t>Topline goes here</a:t>
            </a:r>
          </a:p>
        </p:txBody>
      </p:sp>
      <p:sp>
        <p:nvSpPr>
          <p:cNvPr id="2" name="Titel 1">
            <a:extLst>
              <a:ext uri="{FF2B5EF4-FFF2-40B4-BE49-F238E27FC236}">
                <a16:creationId xmlns:a16="http://schemas.microsoft.com/office/drawing/2014/main" id="{A96D3917-AE3D-4FCF-A7A1-1898AD29193D}"/>
              </a:ext>
            </a:extLst>
          </p:cNvPr>
          <p:cNvSpPr>
            <a:spLocks noGrp="1"/>
          </p:cNvSpPr>
          <p:nvPr>
            <p:ph type="title"/>
          </p:nvPr>
        </p:nvSpPr>
        <p:spPr>
          <a:xfrm>
            <a:off x="479427" y="875309"/>
            <a:ext cx="9324974" cy="932854"/>
          </a:xfrm>
        </p:spPr>
        <p:txBody>
          <a:bodyPr/>
          <a:lstStyle/>
          <a:p>
            <a:r>
              <a:rPr lang="en-US"/>
              <a:t>Click to edit Master title style</a:t>
            </a:r>
            <a:endParaRPr lang="en-US" dirty="0"/>
          </a:p>
        </p:txBody>
      </p:sp>
      <p:sp>
        <p:nvSpPr>
          <p:cNvPr id="8" name="Fußzeilenplatzhalter 7">
            <a:extLst>
              <a:ext uri="{FF2B5EF4-FFF2-40B4-BE49-F238E27FC236}">
                <a16:creationId xmlns:a16="http://schemas.microsoft.com/office/drawing/2014/main" id="{AF5DC0C1-41FA-4470-BBAC-3017E7C9FBEC}"/>
              </a:ext>
            </a:extLst>
          </p:cNvPr>
          <p:cNvSpPr>
            <a:spLocks noGrp="1"/>
          </p:cNvSpPr>
          <p:nvPr>
            <p:ph type="ftr" sz="quarter" idx="14"/>
          </p:nvPr>
        </p:nvSpPr>
        <p:spPr/>
        <p:txBody>
          <a:bodyPr/>
          <a:lstStyle/>
          <a:p>
            <a:endParaRPr lang="en-US" dirty="0"/>
          </a:p>
        </p:txBody>
      </p:sp>
      <p:sp>
        <p:nvSpPr>
          <p:cNvPr id="12" name="Inhaltsplatzhalter 2">
            <a:extLst>
              <a:ext uri="{FF2B5EF4-FFF2-40B4-BE49-F238E27FC236}">
                <a16:creationId xmlns:a16="http://schemas.microsoft.com/office/drawing/2014/main" id="{89B1D163-4D8D-4A72-A40F-8C4E4706607F}"/>
              </a:ext>
            </a:extLst>
          </p:cNvPr>
          <p:cNvSpPr>
            <a:spLocks noGrp="1"/>
          </p:cNvSpPr>
          <p:nvPr>
            <p:ph sz="half" idx="1"/>
          </p:nvPr>
        </p:nvSpPr>
        <p:spPr>
          <a:xfrm>
            <a:off x="479424" y="1808163"/>
            <a:ext cx="3600451" cy="4357687"/>
          </a:xfrm>
        </p:spPr>
        <p:txBody>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Inhaltsplatzhalter 3">
            <a:extLst>
              <a:ext uri="{FF2B5EF4-FFF2-40B4-BE49-F238E27FC236}">
                <a16:creationId xmlns:a16="http://schemas.microsoft.com/office/drawing/2014/main" id="{DE0FC12B-A1E5-42CC-96D8-0293C92008BC}"/>
              </a:ext>
            </a:extLst>
          </p:cNvPr>
          <p:cNvSpPr>
            <a:spLocks noGrp="1"/>
          </p:cNvSpPr>
          <p:nvPr>
            <p:ph sz="half" idx="2"/>
          </p:nvPr>
        </p:nvSpPr>
        <p:spPr>
          <a:xfrm>
            <a:off x="4295776" y="1808163"/>
            <a:ext cx="3600449" cy="4357687"/>
          </a:xfrm>
        </p:spPr>
        <p:txBody>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Inhaltsplatzhalter 3">
            <a:extLst>
              <a:ext uri="{FF2B5EF4-FFF2-40B4-BE49-F238E27FC236}">
                <a16:creationId xmlns:a16="http://schemas.microsoft.com/office/drawing/2014/main" id="{6A50DEAB-0BFD-4146-B54A-21CD06E1B0F4}"/>
              </a:ext>
            </a:extLst>
          </p:cNvPr>
          <p:cNvSpPr>
            <a:spLocks noGrp="1"/>
          </p:cNvSpPr>
          <p:nvPr>
            <p:ph sz="half" idx="16"/>
          </p:nvPr>
        </p:nvSpPr>
        <p:spPr>
          <a:xfrm>
            <a:off x="8112126" y="1808163"/>
            <a:ext cx="3600449" cy="4357687"/>
          </a:xfrm>
        </p:spPr>
        <p:txBody>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834165061"/>
      </p:ext>
    </p:extLst>
  </p:cSld>
  <p:clrMapOvr>
    <a:masterClrMapping/>
  </p:clrMapOvr>
  <p:extLst>
    <p:ext uri="{DCECCB84-F9BA-43D5-87BE-67443E8EF086}">
      <p15:sldGuideLst xmlns:p15="http://schemas.microsoft.com/office/powerpoint/2012/main">
        <p15:guide id="1" orient="horz" pos="1139">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3 Columns + images">
    <p:spTree>
      <p:nvGrpSpPr>
        <p:cNvPr id="1" name=""/>
        <p:cNvGrpSpPr/>
        <p:nvPr/>
      </p:nvGrpSpPr>
      <p:grpSpPr>
        <a:xfrm>
          <a:off x="0" y="0"/>
          <a:ext cx="0" cy="0"/>
          <a:chOff x="0" y="0"/>
          <a:chExt cx="0" cy="0"/>
        </a:xfrm>
      </p:grpSpPr>
      <p:sp>
        <p:nvSpPr>
          <p:cNvPr id="9" name="Foliennummernplatzhalter 8">
            <a:extLst>
              <a:ext uri="{FF2B5EF4-FFF2-40B4-BE49-F238E27FC236}">
                <a16:creationId xmlns:a16="http://schemas.microsoft.com/office/drawing/2014/main" id="{4AE807FE-5BC5-4806-B587-BCDD6C4B1764}"/>
              </a:ext>
            </a:extLst>
          </p:cNvPr>
          <p:cNvSpPr>
            <a:spLocks noGrp="1"/>
          </p:cNvSpPr>
          <p:nvPr>
            <p:ph type="sldNum" sz="quarter" idx="15"/>
          </p:nvPr>
        </p:nvSpPr>
        <p:spPr/>
        <p:txBody>
          <a:bodyPr/>
          <a:lstStyle/>
          <a:p>
            <a:fld id="{56C449F3-BD9D-48DC-BFF1-0F66671DA7C6}" type="slidenum">
              <a:rPr lang="en-US" smtClean="0"/>
              <a:pPr/>
              <a:t>‹#›</a:t>
            </a:fld>
            <a:endParaRPr lang="en-US" dirty="0"/>
          </a:p>
        </p:txBody>
      </p:sp>
      <p:sp>
        <p:nvSpPr>
          <p:cNvPr id="15" name="Textplatzhalter 4">
            <a:extLst>
              <a:ext uri="{FF2B5EF4-FFF2-40B4-BE49-F238E27FC236}">
                <a16:creationId xmlns:a16="http://schemas.microsoft.com/office/drawing/2014/main" id="{C551487E-C11A-4467-98A1-8C3C5A14A957}"/>
              </a:ext>
            </a:extLst>
          </p:cNvPr>
          <p:cNvSpPr>
            <a:spLocks noGrp="1"/>
          </p:cNvSpPr>
          <p:nvPr>
            <p:ph type="body" sz="quarter" idx="12" hasCustomPrompt="1"/>
          </p:nvPr>
        </p:nvSpPr>
        <p:spPr>
          <a:xfrm>
            <a:off x="479424" y="476250"/>
            <a:ext cx="9324973" cy="252000"/>
          </a:xfrm>
        </p:spPr>
        <p:txBody>
          <a:bodyPr/>
          <a:lstStyle>
            <a:lvl1pPr>
              <a:defRPr lang="en-US" sz="1100" b="1" kern="1200" cap="all" spc="63" baseline="0" smtClean="0">
                <a:solidFill>
                  <a:schemeClr val="bg1"/>
                </a:solidFill>
                <a:latin typeface="+mn-lt"/>
                <a:ea typeface="+mn-ea"/>
                <a:cs typeface="+mn-cs"/>
              </a:defRPr>
            </a:lvl1pPr>
          </a:lstStyle>
          <a:p>
            <a:pPr lvl="0"/>
            <a:r>
              <a:rPr lang="en-US"/>
              <a:t>Topline goes here</a:t>
            </a:r>
          </a:p>
        </p:txBody>
      </p:sp>
      <p:sp>
        <p:nvSpPr>
          <p:cNvPr id="2" name="Titel 1">
            <a:extLst>
              <a:ext uri="{FF2B5EF4-FFF2-40B4-BE49-F238E27FC236}">
                <a16:creationId xmlns:a16="http://schemas.microsoft.com/office/drawing/2014/main" id="{A96D3917-AE3D-4FCF-A7A1-1898AD29193D}"/>
              </a:ext>
            </a:extLst>
          </p:cNvPr>
          <p:cNvSpPr>
            <a:spLocks noGrp="1"/>
          </p:cNvSpPr>
          <p:nvPr>
            <p:ph type="title"/>
          </p:nvPr>
        </p:nvSpPr>
        <p:spPr>
          <a:xfrm>
            <a:off x="479427" y="875309"/>
            <a:ext cx="9324974" cy="932854"/>
          </a:xfrm>
        </p:spPr>
        <p:txBody>
          <a:bodyPr/>
          <a:lstStyle/>
          <a:p>
            <a:r>
              <a:rPr lang="en-US"/>
              <a:t>Click to edit Master title style</a:t>
            </a:r>
            <a:endParaRPr lang="en-US" dirty="0"/>
          </a:p>
        </p:txBody>
      </p:sp>
      <p:sp>
        <p:nvSpPr>
          <p:cNvPr id="4" name="Bildplatzhalter 3">
            <a:extLst>
              <a:ext uri="{FF2B5EF4-FFF2-40B4-BE49-F238E27FC236}">
                <a16:creationId xmlns:a16="http://schemas.microsoft.com/office/drawing/2014/main" id="{7F6E1E7D-62F9-4031-8EDE-4D54A0DCE14F}"/>
              </a:ext>
              <a:ext uri="{C183D7F6-B498-43B3-948B-1728B52AA6E4}">
                <adec:decorative xmlns:adec="http://schemas.microsoft.com/office/drawing/2017/decorative" val="1"/>
              </a:ext>
            </a:extLst>
          </p:cNvPr>
          <p:cNvSpPr>
            <a:spLocks noGrp="1"/>
          </p:cNvSpPr>
          <p:nvPr>
            <p:ph type="pic" sz="quarter" idx="17"/>
          </p:nvPr>
        </p:nvSpPr>
        <p:spPr>
          <a:xfrm>
            <a:off x="479425" y="1808163"/>
            <a:ext cx="3600450" cy="1980000"/>
          </a:xfrm>
          <a:solidFill>
            <a:schemeClr val="tx2">
              <a:lumMod val="90000"/>
            </a:schemeClr>
          </a:solidFill>
        </p:spPr>
        <p:txBody>
          <a:bodyPr/>
          <a:lstStyle/>
          <a:p>
            <a:r>
              <a:rPr lang="en-US"/>
              <a:t>Click icon to add picture</a:t>
            </a:r>
            <a:endParaRPr lang="en-US" dirty="0"/>
          </a:p>
        </p:txBody>
      </p:sp>
      <p:sp>
        <p:nvSpPr>
          <p:cNvPr id="12" name="Inhaltsplatzhalter 2">
            <a:extLst>
              <a:ext uri="{FF2B5EF4-FFF2-40B4-BE49-F238E27FC236}">
                <a16:creationId xmlns:a16="http://schemas.microsoft.com/office/drawing/2014/main" id="{89B1D163-4D8D-4A72-A40F-8C4E4706607F}"/>
              </a:ext>
            </a:extLst>
          </p:cNvPr>
          <p:cNvSpPr>
            <a:spLocks noGrp="1"/>
          </p:cNvSpPr>
          <p:nvPr>
            <p:ph sz="half" idx="1"/>
          </p:nvPr>
        </p:nvSpPr>
        <p:spPr>
          <a:xfrm>
            <a:off x="479424" y="4185851"/>
            <a:ext cx="3600451" cy="1980000"/>
          </a:xfrm>
        </p:spPr>
        <p:txBody>
          <a:bodyPr/>
          <a:lstStyle>
            <a:lvl1pPr>
              <a:defRPr sz="1600" b="1"/>
            </a:lvl1pPr>
            <a:lvl2pPr marL="0" indent="0">
              <a:buNone/>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Bildplatzhalter 3">
            <a:extLst>
              <a:ext uri="{FF2B5EF4-FFF2-40B4-BE49-F238E27FC236}">
                <a16:creationId xmlns:a16="http://schemas.microsoft.com/office/drawing/2014/main" id="{F92E55E2-AF52-4C0E-A959-DF683F5CEFEB}"/>
              </a:ext>
              <a:ext uri="{C183D7F6-B498-43B3-948B-1728B52AA6E4}">
                <adec:decorative xmlns:adec="http://schemas.microsoft.com/office/drawing/2017/decorative" val="1"/>
              </a:ext>
            </a:extLst>
          </p:cNvPr>
          <p:cNvSpPr>
            <a:spLocks noGrp="1"/>
          </p:cNvSpPr>
          <p:nvPr>
            <p:ph type="pic" sz="quarter" idx="18"/>
          </p:nvPr>
        </p:nvSpPr>
        <p:spPr>
          <a:xfrm>
            <a:off x="4295776" y="1808163"/>
            <a:ext cx="3600450" cy="1980000"/>
          </a:xfrm>
          <a:solidFill>
            <a:schemeClr val="tx2">
              <a:lumMod val="90000"/>
            </a:schemeClr>
          </a:solidFill>
        </p:spPr>
        <p:txBody>
          <a:bodyPr/>
          <a:lstStyle/>
          <a:p>
            <a:r>
              <a:rPr lang="en-US"/>
              <a:t>Click icon to add picture</a:t>
            </a:r>
            <a:endParaRPr lang="en-US" dirty="0"/>
          </a:p>
        </p:txBody>
      </p:sp>
      <p:sp>
        <p:nvSpPr>
          <p:cNvPr id="13" name="Inhaltsplatzhalter 3">
            <a:extLst>
              <a:ext uri="{FF2B5EF4-FFF2-40B4-BE49-F238E27FC236}">
                <a16:creationId xmlns:a16="http://schemas.microsoft.com/office/drawing/2014/main" id="{DE0FC12B-A1E5-42CC-96D8-0293C92008BC}"/>
              </a:ext>
            </a:extLst>
          </p:cNvPr>
          <p:cNvSpPr>
            <a:spLocks noGrp="1"/>
          </p:cNvSpPr>
          <p:nvPr>
            <p:ph sz="half" idx="2"/>
          </p:nvPr>
        </p:nvSpPr>
        <p:spPr>
          <a:xfrm>
            <a:off x="4295776" y="4185851"/>
            <a:ext cx="3600449" cy="1980000"/>
          </a:xfrm>
        </p:spPr>
        <p:txBody>
          <a:bodyPr/>
          <a:lstStyle>
            <a:lvl1pPr>
              <a:defRPr sz="1600" b="1"/>
            </a:lvl1pPr>
            <a:lvl2pPr marL="0" indent="0">
              <a:buNone/>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Bildplatzhalter 3">
            <a:extLst>
              <a:ext uri="{FF2B5EF4-FFF2-40B4-BE49-F238E27FC236}">
                <a16:creationId xmlns:a16="http://schemas.microsoft.com/office/drawing/2014/main" id="{34A88299-44D9-4594-9216-B685B545498A}"/>
              </a:ext>
              <a:ext uri="{C183D7F6-B498-43B3-948B-1728B52AA6E4}">
                <adec:decorative xmlns:adec="http://schemas.microsoft.com/office/drawing/2017/decorative" val="1"/>
              </a:ext>
            </a:extLst>
          </p:cNvPr>
          <p:cNvSpPr>
            <a:spLocks noGrp="1"/>
          </p:cNvSpPr>
          <p:nvPr>
            <p:ph type="pic" sz="quarter" idx="19"/>
          </p:nvPr>
        </p:nvSpPr>
        <p:spPr>
          <a:xfrm>
            <a:off x="8112126" y="1808163"/>
            <a:ext cx="3600450" cy="1980000"/>
          </a:xfrm>
          <a:solidFill>
            <a:schemeClr val="tx2">
              <a:lumMod val="90000"/>
            </a:schemeClr>
          </a:solidFill>
        </p:spPr>
        <p:txBody>
          <a:bodyPr/>
          <a:lstStyle/>
          <a:p>
            <a:r>
              <a:rPr lang="en-US"/>
              <a:t>Click icon to add picture</a:t>
            </a:r>
            <a:endParaRPr lang="en-US" dirty="0"/>
          </a:p>
        </p:txBody>
      </p:sp>
      <p:sp>
        <p:nvSpPr>
          <p:cNvPr id="14" name="Inhaltsplatzhalter 3">
            <a:extLst>
              <a:ext uri="{FF2B5EF4-FFF2-40B4-BE49-F238E27FC236}">
                <a16:creationId xmlns:a16="http://schemas.microsoft.com/office/drawing/2014/main" id="{6A50DEAB-0BFD-4146-B54A-21CD06E1B0F4}"/>
              </a:ext>
            </a:extLst>
          </p:cNvPr>
          <p:cNvSpPr>
            <a:spLocks noGrp="1"/>
          </p:cNvSpPr>
          <p:nvPr>
            <p:ph sz="half" idx="16"/>
          </p:nvPr>
        </p:nvSpPr>
        <p:spPr>
          <a:xfrm>
            <a:off x="8112126" y="4185851"/>
            <a:ext cx="3600449" cy="1980000"/>
          </a:xfrm>
        </p:spPr>
        <p:txBody>
          <a:bodyPr/>
          <a:lstStyle>
            <a:lvl1pPr>
              <a:defRPr sz="1600" b="1"/>
            </a:lvl1pPr>
            <a:lvl2pPr marL="0" indent="0">
              <a:buNone/>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ußzeilenplatzhalter 7">
            <a:extLst>
              <a:ext uri="{FF2B5EF4-FFF2-40B4-BE49-F238E27FC236}">
                <a16:creationId xmlns:a16="http://schemas.microsoft.com/office/drawing/2014/main" id="{AF5DC0C1-41FA-4470-BBAC-3017E7C9FBEC}"/>
              </a:ext>
            </a:extLst>
          </p:cNvPr>
          <p:cNvSpPr>
            <a:spLocks noGrp="1"/>
          </p:cNvSpPr>
          <p:nvPr>
            <p:ph type="ftr" sz="quarter" idx="14"/>
          </p:nvPr>
        </p:nvSpPr>
        <p:spPr/>
        <p:txBody>
          <a:bodyPr/>
          <a:lstStyle/>
          <a:p>
            <a:endParaRPr lang="en-US" dirty="0"/>
          </a:p>
        </p:txBody>
      </p:sp>
    </p:spTree>
    <p:extLst>
      <p:ext uri="{BB962C8B-B14F-4D97-AF65-F5344CB8AC3E}">
        <p14:creationId xmlns:p14="http://schemas.microsoft.com/office/powerpoint/2010/main" val="2568663611"/>
      </p:ext>
    </p:extLst>
  </p:cSld>
  <p:clrMapOvr>
    <a:masterClrMapping/>
  </p:clrMapOvr>
  <p:extLst>
    <p:ext uri="{DCECCB84-F9BA-43D5-87BE-67443E8EF086}">
      <p15:sldGuideLst xmlns:p15="http://schemas.microsoft.com/office/powerpoint/2012/main">
        <p15:guide id="1" orient="horz" pos="1139">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Large image + text">
    <p:spTree>
      <p:nvGrpSpPr>
        <p:cNvPr id="1" name=""/>
        <p:cNvGrpSpPr/>
        <p:nvPr/>
      </p:nvGrpSpPr>
      <p:grpSpPr>
        <a:xfrm>
          <a:off x="0" y="0"/>
          <a:ext cx="0" cy="0"/>
          <a:chOff x="0" y="0"/>
          <a:chExt cx="0" cy="0"/>
        </a:xfrm>
      </p:grpSpPr>
      <p:sp>
        <p:nvSpPr>
          <p:cNvPr id="6" name="Foliennummernplatzhalter 5">
            <a:extLst>
              <a:ext uri="{FF2B5EF4-FFF2-40B4-BE49-F238E27FC236}">
                <a16:creationId xmlns:a16="http://schemas.microsoft.com/office/drawing/2014/main" id="{901E388C-6A4B-4AA3-B573-6AE8043CAA97}"/>
              </a:ext>
            </a:extLst>
          </p:cNvPr>
          <p:cNvSpPr>
            <a:spLocks noGrp="1"/>
          </p:cNvSpPr>
          <p:nvPr>
            <p:ph type="sldNum" sz="quarter" idx="11"/>
          </p:nvPr>
        </p:nvSpPr>
        <p:spPr/>
        <p:txBody>
          <a:bodyPr/>
          <a:lstStyle/>
          <a:p>
            <a:fld id="{56C449F3-BD9D-48DC-BFF1-0F66671DA7C6}" type="slidenum">
              <a:rPr lang="en-US" smtClean="0"/>
              <a:pPr/>
              <a:t>‹#›</a:t>
            </a:fld>
            <a:endParaRPr lang="en-US" dirty="0"/>
          </a:p>
        </p:txBody>
      </p:sp>
      <p:sp>
        <p:nvSpPr>
          <p:cNvPr id="8" name="Bildplatzhalter 7">
            <a:extLst>
              <a:ext uri="{FF2B5EF4-FFF2-40B4-BE49-F238E27FC236}">
                <a16:creationId xmlns:a16="http://schemas.microsoft.com/office/drawing/2014/main" id="{9729243C-D78B-4B34-B6EA-A7A7D5BA4415}"/>
              </a:ext>
              <a:ext uri="{C183D7F6-B498-43B3-948B-1728B52AA6E4}">
                <adec:decorative xmlns:adec="http://schemas.microsoft.com/office/drawing/2017/decorative" val="1"/>
              </a:ext>
            </a:extLst>
          </p:cNvPr>
          <p:cNvSpPr>
            <a:spLocks noGrp="1"/>
          </p:cNvSpPr>
          <p:nvPr>
            <p:ph type="pic" sz="quarter" idx="12"/>
          </p:nvPr>
        </p:nvSpPr>
        <p:spPr>
          <a:xfrm>
            <a:off x="0" y="0"/>
            <a:ext cx="8928000" cy="6084000"/>
          </a:xfrm>
          <a:solidFill>
            <a:schemeClr val="tx2">
              <a:lumMod val="90000"/>
            </a:schemeClr>
          </a:solidFill>
        </p:spPr>
        <p:txBody>
          <a:bodyPr/>
          <a:lstStyle/>
          <a:p>
            <a:r>
              <a:rPr lang="en-US"/>
              <a:t>Click icon to add picture</a:t>
            </a:r>
            <a:endParaRPr lang="en-US" dirty="0"/>
          </a:p>
        </p:txBody>
      </p:sp>
      <p:sp>
        <p:nvSpPr>
          <p:cNvPr id="11" name="Textplatzhalter 9">
            <a:extLst>
              <a:ext uri="{FF2B5EF4-FFF2-40B4-BE49-F238E27FC236}">
                <a16:creationId xmlns:a16="http://schemas.microsoft.com/office/drawing/2014/main" id="{D2F612BB-6DB3-48F4-9220-749BDAAD5D05}"/>
              </a:ext>
            </a:extLst>
          </p:cNvPr>
          <p:cNvSpPr>
            <a:spLocks noGrp="1"/>
          </p:cNvSpPr>
          <p:nvPr>
            <p:ph type="body" sz="quarter" idx="13"/>
          </p:nvPr>
        </p:nvSpPr>
        <p:spPr>
          <a:xfrm>
            <a:off x="9252000" y="1332000"/>
            <a:ext cx="2460575" cy="4752000"/>
          </a:xfrm>
        </p:spPr>
        <p:txBody>
          <a:bodyPr/>
          <a:lstStyle>
            <a:lvl1pPr>
              <a:defRPr sz="1600" b="1"/>
            </a:lvl1pPr>
            <a:lvl2pPr marL="0" indent="0">
              <a:buNone/>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Fußzeilenplatzhalter 1">
            <a:extLst>
              <a:ext uri="{FF2B5EF4-FFF2-40B4-BE49-F238E27FC236}">
                <a16:creationId xmlns:a16="http://schemas.microsoft.com/office/drawing/2014/main" id="{E626A08E-050C-4C68-BDE6-F1BB5A27A38B}"/>
              </a:ext>
            </a:extLst>
          </p:cNvPr>
          <p:cNvSpPr>
            <a:spLocks noGrp="1"/>
          </p:cNvSpPr>
          <p:nvPr>
            <p:ph type="ftr" sz="quarter" idx="14"/>
          </p:nvPr>
        </p:nvSpPr>
        <p:spPr/>
        <p:txBody>
          <a:bodyPr/>
          <a:lstStyle/>
          <a:p>
            <a:endParaRPr lang="en-US" dirty="0"/>
          </a:p>
        </p:txBody>
      </p:sp>
    </p:spTree>
    <p:extLst>
      <p:ext uri="{BB962C8B-B14F-4D97-AF65-F5344CB8AC3E}">
        <p14:creationId xmlns:p14="http://schemas.microsoft.com/office/powerpoint/2010/main" val="2111905568"/>
      </p:ext>
    </p:extLst>
  </p:cSld>
  <p:clrMapOvr>
    <a:masterClrMapping/>
  </p:clrMapOvr>
  <p:extLst>
    <p:ext uri="{DCECCB84-F9BA-43D5-87BE-67443E8EF086}">
      <p15:sldGuideLst xmlns:p15="http://schemas.microsoft.com/office/powerpoint/2012/main"/>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Large image + headline 01">
    <p:spTree>
      <p:nvGrpSpPr>
        <p:cNvPr id="1" name=""/>
        <p:cNvGrpSpPr/>
        <p:nvPr/>
      </p:nvGrpSpPr>
      <p:grpSpPr>
        <a:xfrm>
          <a:off x="0" y="0"/>
          <a:ext cx="0" cy="0"/>
          <a:chOff x="0" y="0"/>
          <a:chExt cx="0" cy="0"/>
        </a:xfrm>
      </p:grpSpPr>
      <p:sp>
        <p:nvSpPr>
          <p:cNvPr id="6" name="Foliennummernplatzhalter 5">
            <a:extLst>
              <a:ext uri="{FF2B5EF4-FFF2-40B4-BE49-F238E27FC236}">
                <a16:creationId xmlns:a16="http://schemas.microsoft.com/office/drawing/2014/main" id="{901E388C-6A4B-4AA3-B573-6AE8043CAA97}"/>
              </a:ext>
            </a:extLst>
          </p:cNvPr>
          <p:cNvSpPr>
            <a:spLocks noGrp="1"/>
          </p:cNvSpPr>
          <p:nvPr>
            <p:ph type="sldNum" sz="quarter" idx="11"/>
          </p:nvPr>
        </p:nvSpPr>
        <p:spPr/>
        <p:txBody>
          <a:bodyPr/>
          <a:lstStyle/>
          <a:p>
            <a:fld id="{56C449F3-BD9D-48DC-BFF1-0F66671DA7C6}" type="slidenum">
              <a:rPr lang="en-US" smtClean="0"/>
              <a:pPr/>
              <a:t>‹#›</a:t>
            </a:fld>
            <a:endParaRPr lang="en-US" dirty="0"/>
          </a:p>
        </p:txBody>
      </p:sp>
      <p:sp>
        <p:nvSpPr>
          <p:cNvPr id="8" name="Bildplatzhalter 7">
            <a:extLst>
              <a:ext uri="{FF2B5EF4-FFF2-40B4-BE49-F238E27FC236}">
                <a16:creationId xmlns:a16="http://schemas.microsoft.com/office/drawing/2014/main" id="{9729243C-D78B-4B34-B6EA-A7A7D5BA4415}"/>
              </a:ext>
              <a:ext uri="{C183D7F6-B498-43B3-948B-1728B52AA6E4}">
                <adec:decorative xmlns:adec="http://schemas.microsoft.com/office/drawing/2017/decorative" val="1"/>
              </a:ext>
            </a:extLst>
          </p:cNvPr>
          <p:cNvSpPr>
            <a:spLocks noGrp="1"/>
          </p:cNvSpPr>
          <p:nvPr>
            <p:ph type="pic" sz="quarter" idx="12"/>
          </p:nvPr>
        </p:nvSpPr>
        <p:spPr>
          <a:xfrm>
            <a:off x="0" y="0"/>
            <a:ext cx="7056000" cy="5940000"/>
          </a:xfrm>
          <a:solidFill>
            <a:schemeClr val="tx2">
              <a:lumMod val="90000"/>
            </a:schemeClr>
          </a:solidFill>
        </p:spPr>
        <p:txBody>
          <a:bodyPr/>
          <a:lstStyle/>
          <a:p>
            <a:r>
              <a:rPr lang="en-US"/>
              <a:t>Click icon to add picture</a:t>
            </a:r>
            <a:endParaRPr lang="en-US" dirty="0"/>
          </a:p>
        </p:txBody>
      </p:sp>
      <p:sp>
        <p:nvSpPr>
          <p:cNvPr id="11" name="Textplatzhalter 9">
            <a:extLst>
              <a:ext uri="{FF2B5EF4-FFF2-40B4-BE49-F238E27FC236}">
                <a16:creationId xmlns:a16="http://schemas.microsoft.com/office/drawing/2014/main" id="{D2F612BB-6DB3-48F4-9220-749BDAAD5D05}"/>
              </a:ext>
            </a:extLst>
          </p:cNvPr>
          <p:cNvSpPr>
            <a:spLocks noGrp="1"/>
          </p:cNvSpPr>
          <p:nvPr>
            <p:ph type="body" sz="quarter" idx="13"/>
          </p:nvPr>
        </p:nvSpPr>
        <p:spPr>
          <a:xfrm>
            <a:off x="7632000" y="1808163"/>
            <a:ext cx="4080575" cy="4131838"/>
          </a:xfrm>
        </p:spPr>
        <p:txBody>
          <a:bodyPr/>
          <a:lstStyle>
            <a:lvl1pPr>
              <a:lnSpc>
                <a:spcPts val="3800"/>
              </a:lnSpc>
              <a:spcAft>
                <a:spcPts val="2400"/>
              </a:spcAft>
              <a:defRPr sz="3800" b="0"/>
            </a:lvl1pPr>
            <a:lvl2pPr marL="0" indent="0">
              <a:buNone/>
              <a:defRPr sz="20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Fußzeilenplatzhalter 1">
            <a:extLst>
              <a:ext uri="{FF2B5EF4-FFF2-40B4-BE49-F238E27FC236}">
                <a16:creationId xmlns:a16="http://schemas.microsoft.com/office/drawing/2014/main" id="{0589E36F-7715-457D-8887-3CAB56AFC0AD}"/>
              </a:ext>
            </a:extLst>
          </p:cNvPr>
          <p:cNvSpPr>
            <a:spLocks noGrp="1"/>
          </p:cNvSpPr>
          <p:nvPr>
            <p:ph type="ftr" sz="quarter" idx="14"/>
          </p:nvPr>
        </p:nvSpPr>
        <p:spPr/>
        <p:txBody>
          <a:bodyPr/>
          <a:lstStyle/>
          <a:p>
            <a:endParaRPr lang="en-US" dirty="0"/>
          </a:p>
        </p:txBody>
      </p:sp>
    </p:spTree>
    <p:extLst>
      <p:ext uri="{BB962C8B-B14F-4D97-AF65-F5344CB8AC3E}">
        <p14:creationId xmlns:p14="http://schemas.microsoft.com/office/powerpoint/2010/main" val="2912431085"/>
      </p:ext>
    </p:extLst>
  </p:cSld>
  <p:clrMapOvr>
    <a:masterClrMapping/>
  </p:clrMapOvr>
  <p:extLst>
    <p:ext uri="{DCECCB84-F9BA-43D5-87BE-67443E8EF086}">
      <p15:sldGuideLst xmlns:p15="http://schemas.microsoft.com/office/powerpoint/2012/main">
        <p15:guide id="1" orient="horz" pos="1139">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p:cSld name="Large image + headline 02">
    <p:spTree>
      <p:nvGrpSpPr>
        <p:cNvPr id="1" name=""/>
        <p:cNvGrpSpPr/>
        <p:nvPr/>
      </p:nvGrpSpPr>
      <p:grpSpPr>
        <a:xfrm>
          <a:off x="0" y="0"/>
          <a:ext cx="0" cy="0"/>
          <a:chOff x="0" y="0"/>
          <a:chExt cx="0" cy="0"/>
        </a:xfrm>
      </p:grpSpPr>
      <p:sp>
        <p:nvSpPr>
          <p:cNvPr id="6" name="Foliennummernplatzhalter 5">
            <a:extLst>
              <a:ext uri="{FF2B5EF4-FFF2-40B4-BE49-F238E27FC236}">
                <a16:creationId xmlns:a16="http://schemas.microsoft.com/office/drawing/2014/main" id="{901E388C-6A4B-4AA3-B573-6AE8043CAA97}"/>
              </a:ext>
            </a:extLst>
          </p:cNvPr>
          <p:cNvSpPr>
            <a:spLocks noGrp="1"/>
          </p:cNvSpPr>
          <p:nvPr>
            <p:ph type="sldNum" sz="quarter" idx="11"/>
          </p:nvPr>
        </p:nvSpPr>
        <p:spPr/>
        <p:txBody>
          <a:bodyPr/>
          <a:lstStyle/>
          <a:p>
            <a:fld id="{56C449F3-BD9D-48DC-BFF1-0F66671DA7C6}" type="slidenum">
              <a:rPr lang="en-US" smtClean="0"/>
              <a:pPr/>
              <a:t>‹#›</a:t>
            </a:fld>
            <a:endParaRPr lang="en-US" dirty="0"/>
          </a:p>
        </p:txBody>
      </p:sp>
      <p:sp>
        <p:nvSpPr>
          <p:cNvPr id="8" name="Textplatzhalter 4">
            <a:extLst>
              <a:ext uri="{FF2B5EF4-FFF2-40B4-BE49-F238E27FC236}">
                <a16:creationId xmlns:a16="http://schemas.microsoft.com/office/drawing/2014/main" id="{E0780CC6-0AAA-43D9-B97A-2EF6ED7D8C4B}"/>
              </a:ext>
            </a:extLst>
          </p:cNvPr>
          <p:cNvSpPr>
            <a:spLocks noGrp="1"/>
          </p:cNvSpPr>
          <p:nvPr>
            <p:ph type="body" sz="quarter" idx="12" hasCustomPrompt="1"/>
          </p:nvPr>
        </p:nvSpPr>
        <p:spPr>
          <a:xfrm>
            <a:off x="479425" y="476250"/>
            <a:ext cx="3600450" cy="252000"/>
          </a:xfrm>
        </p:spPr>
        <p:txBody>
          <a:bodyPr/>
          <a:lstStyle>
            <a:lvl1pPr>
              <a:defRPr lang="en-US" sz="1100" b="1" kern="1200" cap="all" spc="63" baseline="0" smtClean="0">
                <a:solidFill>
                  <a:schemeClr val="bg1"/>
                </a:solidFill>
                <a:latin typeface="+mn-lt"/>
                <a:ea typeface="+mn-ea"/>
                <a:cs typeface="+mn-cs"/>
              </a:defRPr>
            </a:lvl1pPr>
          </a:lstStyle>
          <a:p>
            <a:pPr lvl="0"/>
            <a:r>
              <a:rPr lang="en-US"/>
              <a:t>Topline goes here</a:t>
            </a:r>
          </a:p>
        </p:txBody>
      </p:sp>
      <p:sp>
        <p:nvSpPr>
          <p:cNvPr id="7" name="Titel 1">
            <a:extLst>
              <a:ext uri="{FF2B5EF4-FFF2-40B4-BE49-F238E27FC236}">
                <a16:creationId xmlns:a16="http://schemas.microsoft.com/office/drawing/2014/main" id="{A3F8960E-E537-4E49-AC42-4DEBF27F46A6}"/>
              </a:ext>
            </a:extLst>
          </p:cNvPr>
          <p:cNvSpPr>
            <a:spLocks noGrp="1"/>
          </p:cNvSpPr>
          <p:nvPr>
            <p:ph type="title"/>
          </p:nvPr>
        </p:nvSpPr>
        <p:spPr>
          <a:xfrm>
            <a:off x="479424" y="873125"/>
            <a:ext cx="3600451" cy="1439863"/>
          </a:xfrm>
        </p:spPr>
        <p:txBody>
          <a:bodyPr/>
          <a:lstStyle/>
          <a:p>
            <a:r>
              <a:rPr lang="en-US"/>
              <a:t>Click to edit Master title style</a:t>
            </a:r>
            <a:endParaRPr lang="en-US" dirty="0"/>
          </a:p>
        </p:txBody>
      </p:sp>
      <p:sp>
        <p:nvSpPr>
          <p:cNvPr id="5" name="Bildplatzhalter 6">
            <a:extLst>
              <a:ext uri="{FF2B5EF4-FFF2-40B4-BE49-F238E27FC236}">
                <a16:creationId xmlns:a16="http://schemas.microsoft.com/office/drawing/2014/main" id="{56AD9E6D-63E1-41E1-8A4D-9A2F8102A993}"/>
              </a:ext>
              <a:ext uri="{C183D7F6-B498-43B3-948B-1728B52AA6E4}">
                <adec:decorative xmlns:adec="http://schemas.microsoft.com/office/drawing/2017/decorative" val="1"/>
              </a:ext>
            </a:extLst>
          </p:cNvPr>
          <p:cNvSpPr>
            <a:spLocks noGrp="1"/>
          </p:cNvSpPr>
          <p:nvPr>
            <p:ph type="pic" sz="quarter" idx="13"/>
          </p:nvPr>
        </p:nvSpPr>
        <p:spPr>
          <a:xfrm>
            <a:off x="4295775" y="-1"/>
            <a:ext cx="7896225" cy="4968000"/>
          </a:xfrm>
          <a:solidFill>
            <a:schemeClr val="tx2"/>
          </a:solidFill>
        </p:spPr>
        <p:txBody>
          <a:bodyPr/>
          <a:lstStyle/>
          <a:p>
            <a:r>
              <a:rPr lang="en-US"/>
              <a:t>Click icon to add picture</a:t>
            </a:r>
            <a:endParaRPr lang="en-US" dirty="0"/>
          </a:p>
        </p:txBody>
      </p:sp>
      <p:sp>
        <p:nvSpPr>
          <p:cNvPr id="9" name="Textplatzhalter 9">
            <a:extLst>
              <a:ext uri="{FF2B5EF4-FFF2-40B4-BE49-F238E27FC236}">
                <a16:creationId xmlns:a16="http://schemas.microsoft.com/office/drawing/2014/main" id="{73B815B3-09D1-4001-B105-D9E1330B1B62}"/>
              </a:ext>
            </a:extLst>
          </p:cNvPr>
          <p:cNvSpPr>
            <a:spLocks noGrp="1"/>
          </p:cNvSpPr>
          <p:nvPr>
            <p:ph type="body" sz="quarter" idx="14"/>
          </p:nvPr>
        </p:nvSpPr>
        <p:spPr>
          <a:xfrm>
            <a:off x="479426" y="2563200"/>
            <a:ext cx="3600449" cy="2404799"/>
          </a:xfrm>
        </p:spPr>
        <p:txBody>
          <a:bodyPr anchor="b" anchorCtr="0"/>
          <a:lstStyle>
            <a:lvl1pPr>
              <a:defRPr sz="1600" b="1"/>
            </a:lvl1pPr>
            <a:lvl2pPr marL="0" indent="0">
              <a:buNone/>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Bildplatzhalter 9">
            <a:extLst>
              <a:ext uri="{FF2B5EF4-FFF2-40B4-BE49-F238E27FC236}">
                <a16:creationId xmlns:a16="http://schemas.microsoft.com/office/drawing/2014/main" id="{CEB6A8EB-A666-4A27-9824-30E6CEF93D5D}"/>
              </a:ext>
              <a:ext uri="{C183D7F6-B498-43B3-948B-1728B52AA6E4}">
                <adec:decorative xmlns:adec="http://schemas.microsoft.com/office/drawing/2017/decorative" val="1"/>
              </a:ext>
            </a:extLst>
          </p:cNvPr>
          <p:cNvSpPr>
            <a:spLocks noGrp="1"/>
          </p:cNvSpPr>
          <p:nvPr>
            <p:ph type="pic" sz="quarter" idx="17"/>
          </p:nvPr>
        </p:nvSpPr>
        <p:spPr>
          <a:xfrm>
            <a:off x="10692000" y="504000"/>
            <a:ext cx="1018800" cy="252000"/>
          </a:xfrm>
          <a:blipFill>
            <a:blip r:embed="rId2">
              <a:extLst>
                <a:ext uri="{96DAC541-7B7A-43D3-8B79-37D633B846F1}">
                  <asvg:svgBlip xmlns:asvg="http://schemas.microsoft.com/office/drawing/2016/SVG/main" r:embed="rId3"/>
                </a:ext>
              </a:extLst>
            </a:blip>
            <a:stretch>
              <a:fillRect/>
            </a:stretch>
          </a:blipFill>
        </p:spPr>
        <p:txBody>
          <a:bodyPr/>
          <a:lstStyle>
            <a:lvl1pPr>
              <a:defRPr sz="800">
                <a:solidFill>
                  <a:schemeClr val="tx1">
                    <a:alpha val="0"/>
                  </a:schemeClr>
                </a:solidFill>
              </a:defRPr>
            </a:lvl1pPr>
          </a:lstStyle>
          <a:p>
            <a:r>
              <a:rPr lang="en-US"/>
              <a:t>Click icon to add picture</a:t>
            </a:r>
            <a:endParaRPr lang="en-US" dirty="0"/>
          </a:p>
        </p:txBody>
      </p:sp>
      <p:sp>
        <p:nvSpPr>
          <p:cNvPr id="2" name="Fußzeilenplatzhalter 1">
            <a:extLst>
              <a:ext uri="{FF2B5EF4-FFF2-40B4-BE49-F238E27FC236}">
                <a16:creationId xmlns:a16="http://schemas.microsoft.com/office/drawing/2014/main" id="{5D691213-0404-49EC-B501-4C4965B48592}"/>
              </a:ext>
            </a:extLst>
          </p:cNvPr>
          <p:cNvSpPr>
            <a:spLocks noGrp="1"/>
          </p:cNvSpPr>
          <p:nvPr>
            <p:ph type="ftr" sz="quarter" idx="18"/>
          </p:nvPr>
        </p:nvSpPr>
        <p:spPr/>
        <p:txBody>
          <a:bodyPr/>
          <a:lstStyle/>
          <a:p>
            <a:endParaRPr lang="en-US" dirty="0"/>
          </a:p>
        </p:txBody>
      </p:sp>
    </p:spTree>
    <p:extLst>
      <p:ext uri="{BB962C8B-B14F-4D97-AF65-F5344CB8AC3E}">
        <p14:creationId xmlns:p14="http://schemas.microsoft.com/office/powerpoint/2010/main" val="4245029093"/>
      </p:ext>
    </p:extLst>
  </p:cSld>
  <p:clrMapOvr>
    <a:masterClrMapping/>
  </p:clrMapOvr>
  <p:extLst>
    <p:ext uri="{DCECCB84-F9BA-43D5-87BE-67443E8EF086}">
      <p15:sldGuideLst xmlns:p15="http://schemas.microsoft.com/office/powerpoint/2012/main">
        <p15:guide id="1" orient="horz" pos="1139">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Large image + headline 03">
    <p:spTree>
      <p:nvGrpSpPr>
        <p:cNvPr id="1" name=""/>
        <p:cNvGrpSpPr/>
        <p:nvPr/>
      </p:nvGrpSpPr>
      <p:grpSpPr>
        <a:xfrm>
          <a:off x="0" y="0"/>
          <a:ext cx="0" cy="0"/>
          <a:chOff x="0" y="0"/>
          <a:chExt cx="0" cy="0"/>
        </a:xfrm>
      </p:grpSpPr>
      <p:sp>
        <p:nvSpPr>
          <p:cNvPr id="6" name="Foliennummernplatzhalter 5">
            <a:extLst>
              <a:ext uri="{FF2B5EF4-FFF2-40B4-BE49-F238E27FC236}">
                <a16:creationId xmlns:a16="http://schemas.microsoft.com/office/drawing/2014/main" id="{901E388C-6A4B-4AA3-B573-6AE8043CAA97}"/>
              </a:ext>
            </a:extLst>
          </p:cNvPr>
          <p:cNvSpPr>
            <a:spLocks noGrp="1"/>
          </p:cNvSpPr>
          <p:nvPr>
            <p:ph type="sldNum" sz="quarter" idx="11"/>
          </p:nvPr>
        </p:nvSpPr>
        <p:spPr/>
        <p:txBody>
          <a:bodyPr/>
          <a:lstStyle>
            <a:lvl1pPr>
              <a:defRPr>
                <a:solidFill>
                  <a:schemeClr val="tx1"/>
                </a:solidFill>
              </a:defRPr>
            </a:lvl1pPr>
          </a:lstStyle>
          <a:p>
            <a:fld id="{56C449F3-BD9D-48DC-BFF1-0F66671DA7C6}" type="slidenum">
              <a:rPr lang="en-US" smtClean="0"/>
              <a:pPr/>
              <a:t>‹#›</a:t>
            </a:fld>
            <a:endParaRPr lang="en-US" dirty="0"/>
          </a:p>
        </p:txBody>
      </p:sp>
      <p:sp>
        <p:nvSpPr>
          <p:cNvPr id="8" name="Textplatzhalter 4">
            <a:extLst>
              <a:ext uri="{FF2B5EF4-FFF2-40B4-BE49-F238E27FC236}">
                <a16:creationId xmlns:a16="http://schemas.microsoft.com/office/drawing/2014/main" id="{DB4B0E92-1B2C-41F7-B669-32B6FD56635A}"/>
              </a:ext>
            </a:extLst>
          </p:cNvPr>
          <p:cNvSpPr>
            <a:spLocks noGrp="1"/>
          </p:cNvSpPr>
          <p:nvPr>
            <p:ph type="body" sz="quarter" idx="12" hasCustomPrompt="1"/>
          </p:nvPr>
        </p:nvSpPr>
        <p:spPr>
          <a:xfrm>
            <a:off x="479425" y="476250"/>
            <a:ext cx="3600450" cy="252000"/>
          </a:xfrm>
        </p:spPr>
        <p:txBody>
          <a:bodyPr/>
          <a:lstStyle>
            <a:lvl1pPr>
              <a:defRPr lang="en-US" sz="1100" b="1" kern="1200" cap="all" spc="63" baseline="0" smtClean="0">
                <a:solidFill>
                  <a:schemeClr val="bg1"/>
                </a:solidFill>
                <a:latin typeface="+mn-lt"/>
                <a:ea typeface="+mn-ea"/>
                <a:cs typeface="+mn-cs"/>
              </a:defRPr>
            </a:lvl1pPr>
          </a:lstStyle>
          <a:p>
            <a:pPr lvl="0"/>
            <a:r>
              <a:rPr lang="en-US"/>
              <a:t>Topline goes here</a:t>
            </a:r>
          </a:p>
        </p:txBody>
      </p:sp>
      <p:sp>
        <p:nvSpPr>
          <p:cNvPr id="9" name="Textplatzhalter 9">
            <a:extLst>
              <a:ext uri="{FF2B5EF4-FFF2-40B4-BE49-F238E27FC236}">
                <a16:creationId xmlns:a16="http://schemas.microsoft.com/office/drawing/2014/main" id="{73B815B3-09D1-4001-B105-D9E1330B1B62}"/>
              </a:ext>
            </a:extLst>
          </p:cNvPr>
          <p:cNvSpPr>
            <a:spLocks noGrp="1"/>
          </p:cNvSpPr>
          <p:nvPr>
            <p:ph type="body" sz="quarter" idx="14"/>
          </p:nvPr>
        </p:nvSpPr>
        <p:spPr>
          <a:xfrm>
            <a:off x="479426" y="3168000"/>
            <a:ext cx="3600449" cy="2997850"/>
          </a:xfrm>
        </p:spPr>
        <p:txBody>
          <a:bodyPr anchor="t" anchorCtr="0"/>
          <a:lstStyle>
            <a:lvl1pPr>
              <a:defRPr sz="1600" b="1"/>
            </a:lvl1pPr>
            <a:lvl2pPr marL="0" indent="0">
              <a:buNone/>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Bildplatzhalter 6">
            <a:extLst>
              <a:ext uri="{FF2B5EF4-FFF2-40B4-BE49-F238E27FC236}">
                <a16:creationId xmlns:a16="http://schemas.microsoft.com/office/drawing/2014/main" id="{56AD9E6D-63E1-41E1-8A4D-9A2F8102A993}"/>
              </a:ext>
              <a:ext uri="{C183D7F6-B498-43B3-948B-1728B52AA6E4}">
                <adec:decorative xmlns:adec="http://schemas.microsoft.com/office/drawing/2017/decorative" val="1"/>
              </a:ext>
            </a:extLst>
          </p:cNvPr>
          <p:cNvSpPr>
            <a:spLocks noGrp="1"/>
          </p:cNvSpPr>
          <p:nvPr>
            <p:ph type="pic" sz="quarter" idx="13"/>
          </p:nvPr>
        </p:nvSpPr>
        <p:spPr>
          <a:xfrm>
            <a:off x="5988050" y="1008001"/>
            <a:ext cx="6203950" cy="5850000"/>
          </a:xfrm>
          <a:solidFill>
            <a:schemeClr val="tx2"/>
          </a:solidFill>
        </p:spPr>
        <p:txBody>
          <a:bodyPr/>
          <a:lstStyle/>
          <a:p>
            <a:r>
              <a:rPr lang="en-US"/>
              <a:t>Click icon to add picture</a:t>
            </a:r>
            <a:endParaRPr lang="en-US" dirty="0"/>
          </a:p>
        </p:txBody>
      </p:sp>
      <p:sp>
        <p:nvSpPr>
          <p:cNvPr id="7" name="Titel 1">
            <a:extLst>
              <a:ext uri="{FF2B5EF4-FFF2-40B4-BE49-F238E27FC236}">
                <a16:creationId xmlns:a16="http://schemas.microsoft.com/office/drawing/2014/main" id="{A3F8960E-E537-4E49-AC42-4DEBF27F46A6}"/>
              </a:ext>
            </a:extLst>
          </p:cNvPr>
          <p:cNvSpPr>
            <a:spLocks noGrp="1"/>
          </p:cNvSpPr>
          <p:nvPr>
            <p:ph type="title"/>
          </p:nvPr>
        </p:nvSpPr>
        <p:spPr>
          <a:xfrm>
            <a:off x="479424" y="873125"/>
            <a:ext cx="3600451" cy="1439863"/>
          </a:xfrm>
        </p:spPr>
        <p:txBody>
          <a:bodyPr/>
          <a:lstStyle/>
          <a:p>
            <a:r>
              <a:rPr lang="en-US"/>
              <a:t>Click to edit Master title style</a:t>
            </a:r>
            <a:endParaRPr lang="en-US" dirty="0"/>
          </a:p>
        </p:txBody>
      </p:sp>
      <p:sp>
        <p:nvSpPr>
          <p:cNvPr id="2" name="Fußzeilenplatzhalter 1">
            <a:extLst>
              <a:ext uri="{FF2B5EF4-FFF2-40B4-BE49-F238E27FC236}">
                <a16:creationId xmlns:a16="http://schemas.microsoft.com/office/drawing/2014/main" id="{5D691213-0404-49EC-B501-4C4965B48592}"/>
              </a:ext>
            </a:extLst>
          </p:cNvPr>
          <p:cNvSpPr>
            <a:spLocks noGrp="1"/>
          </p:cNvSpPr>
          <p:nvPr>
            <p:ph type="ftr" sz="quarter" idx="18"/>
          </p:nvPr>
        </p:nvSpPr>
        <p:spPr/>
        <p:txBody>
          <a:bodyPr/>
          <a:lstStyle/>
          <a:p>
            <a:endParaRPr lang="en-US" dirty="0"/>
          </a:p>
        </p:txBody>
      </p:sp>
    </p:spTree>
    <p:extLst>
      <p:ext uri="{BB962C8B-B14F-4D97-AF65-F5344CB8AC3E}">
        <p14:creationId xmlns:p14="http://schemas.microsoft.com/office/powerpoint/2010/main" val="1627191532"/>
      </p:ext>
    </p:extLst>
  </p:cSld>
  <p:clrMapOvr>
    <a:masterClrMapping/>
  </p:clrMapOvr>
  <p:extLst>
    <p:ext uri="{DCECCB84-F9BA-43D5-87BE-67443E8EF086}">
      <p15:sldGuideLst xmlns:p15="http://schemas.microsoft.com/office/powerpoint/2012/main">
        <p15:guide id="1" orient="horz" pos="1139">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Bold headline + images and text">
    <p:spTree>
      <p:nvGrpSpPr>
        <p:cNvPr id="1" name=""/>
        <p:cNvGrpSpPr/>
        <p:nvPr/>
      </p:nvGrpSpPr>
      <p:grpSpPr>
        <a:xfrm>
          <a:off x="0" y="0"/>
          <a:ext cx="0" cy="0"/>
          <a:chOff x="0" y="0"/>
          <a:chExt cx="0" cy="0"/>
        </a:xfrm>
      </p:grpSpPr>
      <p:sp>
        <p:nvSpPr>
          <p:cNvPr id="6" name="Foliennummernplatzhalter 5">
            <a:extLst>
              <a:ext uri="{FF2B5EF4-FFF2-40B4-BE49-F238E27FC236}">
                <a16:creationId xmlns:a16="http://schemas.microsoft.com/office/drawing/2014/main" id="{901E388C-6A4B-4AA3-B573-6AE8043CAA97}"/>
              </a:ext>
            </a:extLst>
          </p:cNvPr>
          <p:cNvSpPr>
            <a:spLocks noGrp="1"/>
          </p:cNvSpPr>
          <p:nvPr>
            <p:ph type="sldNum" sz="quarter" idx="11"/>
          </p:nvPr>
        </p:nvSpPr>
        <p:spPr/>
        <p:txBody>
          <a:bodyPr/>
          <a:lstStyle>
            <a:lvl1pPr>
              <a:defRPr>
                <a:solidFill>
                  <a:schemeClr val="bg1"/>
                </a:solidFill>
              </a:defRPr>
            </a:lvl1pPr>
          </a:lstStyle>
          <a:p>
            <a:fld id="{56C449F3-BD9D-48DC-BFF1-0F66671DA7C6}" type="slidenum">
              <a:rPr lang="en-US" smtClean="0"/>
              <a:pPr/>
              <a:t>‹#›</a:t>
            </a:fld>
            <a:endParaRPr lang="en-US" dirty="0"/>
          </a:p>
        </p:txBody>
      </p:sp>
      <p:sp>
        <p:nvSpPr>
          <p:cNvPr id="12" name="Textplatzhalter 4">
            <a:extLst>
              <a:ext uri="{FF2B5EF4-FFF2-40B4-BE49-F238E27FC236}">
                <a16:creationId xmlns:a16="http://schemas.microsoft.com/office/drawing/2014/main" id="{89F8AF55-CD46-430D-AC56-3428F98D0CCF}"/>
              </a:ext>
            </a:extLst>
          </p:cNvPr>
          <p:cNvSpPr>
            <a:spLocks noGrp="1"/>
          </p:cNvSpPr>
          <p:nvPr>
            <p:ph type="body" sz="quarter" idx="12" hasCustomPrompt="1"/>
          </p:nvPr>
        </p:nvSpPr>
        <p:spPr>
          <a:xfrm>
            <a:off x="479425" y="476250"/>
            <a:ext cx="5508625" cy="252000"/>
          </a:xfrm>
        </p:spPr>
        <p:txBody>
          <a:bodyPr/>
          <a:lstStyle>
            <a:lvl1pPr>
              <a:defRPr lang="en-US" sz="1100" b="1" kern="1200" cap="all" spc="63" baseline="0" smtClean="0">
                <a:solidFill>
                  <a:schemeClr val="bg1"/>
                </a:solidFill>
                <a:latin typeface="+mn-lt"/>
                <a:ea typeface="+mn-ea"/>
                <a:cs typeface="+mn-cs"/>
              </a:defRPr>
            </a:lvl1pPr>
          </a:lstStyle>
          <a:p>
            <a:pPr lvl="0"/>
            <a:r>
              <a:rPr lang="en-US"/>
              <a:t>Topline goes here</a:t>
            </a:r>
          </a:p>
        </p:txBody>
      </p:sp>
      <p:sp>
        <p:nvSpPr>
          <p:cNvPr id="7" name="Titel 1">
            <a:extLst>
              <a:ext uri="{FF2B5EF4-FFF2-40B4-BE49-F238E27FC236}">
                <a16:creationId xmlns:a16="http://schemas.microsoft.com/office/drawing/2014/main" id="{A3F8960E-E537-4E49-AC42-4DEBF27F46A6}"/>
              </a:ext>
            </a:extLst>
          </p:cNvPr>
          <p:cNvSpPr>
            <a:spLocks noGrp="1"/>
          </p:cNvSpPr>
          <p:nvPr>
            <p:ph type="title"/>
          </p:nvPr>
        </p:nvSpPr>
        <p:spPr>
          <a:xfrm>
            <a:off x="479424" y="873125"/>
            <a:ext cx="5508626" cy="1439863"/>
          </a:xfrm>
        </p:spPr>
        <p:txBody>
          <a:bodyPr/>
          <a:lstStyle>
            <a:lvl1pPr>
              <a:lnSpc>
                <a:spcPts val="8500"/>
              </a:lnSpc>
              <a:defRPr sz="8500"/>
            </a:lvl1pPr>
          </a:lstStyle>
          <a:p>
            <a:r>
              <a:rPr lang="en-US"/>
              <a:t>Click to edit Master title style</a:t>
            </a:r>
            <a:endParaRPr lang="en-US" dirty="0"/>
          </a:p>
        </p:txBody>
      </p:sp>
      <p:sp>
        <p:nvSpPr>
          <p:cNvPr id="9" name="Textplatzhalter 9">
            <a:extLst>
              <a:ext uri="{FF2B5EF4-FFF2-40B4-BE49-F238E27FC236}">
                <a16:creationId xmlns:a16="http://schemas.microsoft.com/office/drawing/2014/main" id="{73B815B3-09D1-4001-B105-D9E1330B1B62}"/>
              </a:ext>
            </a:extLst>
          </p:cNvPr>
          <p:cNvSpPr>
            <a:spLocks noGrp="1"/>
          </p:cNvSpPr>
          <p:nvPr>
            <p:ph type="body" sz="quarter" idx="14"/>
          </p:nvPr>
        </p:nvSpPr>
        <p:spPr>
          <a:xfrm>
            <a:off x="479426" y="4176000"/>
            <a:ext cx="3816349" cy="1989850"/>
          </a:xfrm>
        </p:spPr>
        <p:txBody>
          <a:bodyPr anchor="t" anchorCtr="0"/>
          <a:lstStyle>
            <a:lvl1pPr>
              <a:defRPr sz="1600" b="0"/>
            </a:lvl1pPr>
            <a:lvl2pPr marL="0" indent="0">
              <a:buNone/>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Bildplatzhalter 6">
            <a:extLst>
              <a:ext uri="{FF2B5EF4-FFF2-40B4-BE49-F238E27FC236}">
                <a16:creationId xmlns:a16="http://schemas.microsoft.com/office/drawing/2014/main" id="{56AD9E6D-63E1-41E1-8A4D-9A2F8102A993}"/>
              </a:ext>
              <a:ext uri="{C183D7F6-B498-43B3-948B-1728B52AA6E4}">
                <adec:decorative xmlns:adec="http://schemas.microsoft.com/office/drawing/2017/decorative" val="1"/>
              </a:ext>
            </a:extLst>
          </p:cNvPr>
          <p:cNvSpPr>
            <a:spLocks noGrp="1"/>
          </p:cNvSpPr>
          <p:nvPr>
            <p:ph type="pic" sz="quarter" idx="13"/>
          </p:nvPr>
        </p:nvSpPr>
        <p:spPr>
          <a:xfrm>
            <a:off x="6203952" y="1044000"/>
            <a:ext cx="2088000" cy="2232000"/>
          </a:xfrm>
          <a:solidFill>
            <a:schemeClr val="tx2"/>
          </a:solidFill>
        </p:spPr>
        <p:txBody>
          <a:bodyPr/>
          <a:lstStyle/>
          <a:p>
            <a:r>
              <a:rPr lang="en-US"/>
              <a:t>Click icon to add picture</a:t>
            </a:r>
            <a:endParaRPr lang="en-US" dirty="0"/>
          </a:p>
        </p:txBody>
      </p:sp>
      <p:sp>
        <p:nvSpPr>
          <p:cNvPr id="8" name="Textplatzhalter 9">
            <a:extLst>
              <a:ext uri="{FF2B5EF4-FFF2-40B4-BE49-F238E27FC236}">
                <a16:creationId xmlns:a16="http://schemas.microsoft.com/office/drawing/2014/main" id="{3838915D-D3FB-443D-B066-9871FCA0D90C}"/>
              </a:ext>
            </a:extLst>
          </p:cNvPr>
          <p:cNvSpPr>
            <a:spLocks noGrp="1"/>
          </p:cNvSpPr>
          <p:nvPr>
            <p:ph type="body" sz="quarter" idx="19"/>
          </p:nvPr>
        </p:nvSpPr>
        <p:spPr>
          <a:xfrm>
            <a:off x="8640000" y="1044000"/>
            <a:ext cx="2376000" cy="2232000"/>
          </a:xfrm>
        </p:spPr>
        <p:txBody>
          <a:bodyPr anchor="ctr" anchorCtr="0"/>
          <a:lstStyle>
            <a:lvl1pPr>
              <a:defRPr sz="1600" b="0"/>
            </a:lvl1pPr>
            <a:lvl2pPr marL="0" indent="0">
              <a:buNone/>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Bildplatzhalter 6">
            <a:extLst>
              <a:ext uri="{FF2B5EF4-FFF2-40B4-BE49-F238E27FC236}">
                <a16:creationId xmlns:a16="http://schemas.microsoft.com/office/drawing/2014/main" id="{53DA06E5-3D83-444D-925F-F4A41465D64C}"/>
              </a:ext>
              <a:ext uri="{C183D7F6-B498-43B3-948B-1728B52AA6E4}">
                <adec:decorative xmlns:adec="http://schemas.microsoft.com/office/drawing/2017/decorative" val="1"/>
              </a:ext>
            </a:extLst>
          </p:cNvPr>
          <p:cNvSpPr>
            <a:spLocks noGrp="1"/>
          </p:cNvSpPr>
          <p:nvPr>
            <p:ph type="pic" sz="quarter" idx="20"/>
          </p:nvPr>
        </p:nvSpPr>
        <p:spPr>
          <a:xfrm>
            <a:off x="6203952" y="3582001"/>
            <a:ext cx="2088000" cy="2232000"/>
          </a:xfrm>
          <a:solidFill>
            <a:schemeClr val="tx2"/>
          </a:solidFill>
        </p:spPr>
        <p:txBody>
          <a:bodyPr/>
          <a:lstStyle/>
          <a:p>
            <a:r>
              <a:rPr lang="en-US"/>
              <a:t>Click icon to add picture</a:t>
            </a:r>
            <a:endParaRPr lang="en-US" dirty="0"/>
          </a:p>
        </p:txBody>
      </p:sp>
      <p:sp>
        <p:nvSpPr>
          <p:cNvPr id="11" name="Textplatzhalter 9">
            <a:extLst>
              <a:ext uri="{FF2B5EF4-FFF2-40B4-BE49-F238E27FC236}">
                <a16:creationId xmlns:a16="http://schemas.microsoft.com/office/drawing/2014/main" id="{8A4C057F-21D1-4235-9674-D17DA9EE80C1}"/>
              </a:ext>
            </a:extLst>
          </p:cNvPr>
          <p:cNvSpPr>
            <a:spLocks noGrp="1"/>
          </p:cNvSpPr>
          <p:nvPr>
            <p:ph type="body" sz="quarter" idx="21"/>
          </p:nvPr>
        </p:nvSpPr>
        <p:spPr>
          <a:xfrm>
            <a:off x="8640000" y="3582001"/>
            <a:ext cx="2376000" cy="2232000"/>
          </a:xfrm>
        </p:spPr>
        <p:txBody>
          <a:bodyPr anchor="ctr" anchorCtr="0"/>
          <a:lstStyle>
            <a:lvl1pPr>
              <a:defRPr sz="1600" b="0"/>
            </a:lvl1pPr>
            <a:lvl2pPr marL="0" indent="0">
              <a:buNone/>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Fußzeilenplatzhalter 1">
            <a:extLst>
              <a:ext uri="{FF2B5EF4-FFF2-40B4-BE49-F238E27FC236}">
                <a16:creationId xmlns:a16="http://schemas.microsoft.com/office/drawing/2014/main" id="{5D691213-0404-49EC-B501-4C4965B48592}"/>
              </a:ext>
            </a:extLst>
          </p:cNvPr>
          <p:cNvSpPr>
            <a:spLocks noGrp="1"/>
          </p:cNvSpPr>
          <p:nvPr>
            <p:ph type="ftr" sz="quarter" idx="18"/>
          </p:nvPr>
        </p:nvSpPr>
        <p:spPr/>
        <p:txBody>
          <a:bodyPr/>
          <a:lstStyle/>
          <a:p>
            <a:endParaRPr lang="en-US" dirty="0"/>
          </a:p>
        </p:txBody>
      </p:sp>
    </p:spTree>
    <p:extLst>
      <p:ext uri="{BB962C8B-B14F-4D97-AF65-F5344CB8AC3E}">
        <p14:creationId xmlns:p14="http://schemas.microsoft.com/office/powerpoint/2010/main" val="3407252783"/>
      </p:ext>
    </p:extLst>
  </p:cSld>
  <p:clrMapOvr>
    <a:masterClrMapping/>
  </p:clrMapOvr>
  <p:extLst>
    <p:ext uri="{DCECCB84-F9BA-43D5-87BE-67443E8EF086}">
      <p15:sldGuideLst xmlns:p15="http://schemas.microsoft.com/office/powerpoint/2012/main">
        <p15:guide id="1" orient="horz" pos="1139">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Bold headline on blue/white">
    <p:spTree>
      <p:nvGrpSpPr>
        <p:cNvPr id="1" name=""/>
        <p:cNvGrpSpPr/>
        <p:nvPr/>
      </p:nvGrpSpPr>
      <p:grpSpPr>
        <a:xfrm>
          <a:off x="0" y="0"/>
          <a:ext cx="0" cy="0"/>
          <a:chOff x="0" y="0"/>
          <a:chExt cx="0" cy="0"/>
        </a:xfrm>
      </p:grpSpPr>
      <p:sp>
        <p:nvSpPr>
          <p:cNvPr id="8" name="Rechteck 7">
            <a:extLst>
              <a:ext uri="{FF2B5EF4-FFF2-40B4-BE49-F238E27FC236}">
                <a16:creationId xmlns:a16="http://schemas.microsoft.com/office/drawing/2014/main" id="{D85B9BCC-ED7D-4926-91D7-795B583CD299}"/>
              </a:ext>
              <a:ext uri="{C183D7F6-B498-43B3-948B-1728B52AA6E4}">
                <adec:decorative xmlns:adec="http://schemas.microsoft.com/office/drawing/2017/decorative" val="1"/>
              </a:ext>
            </a:extLst>
          </p:cNvPr>
          <p:cNvSpPr/>
          <p:nvPr/>
        </p:nvSpPr>
        <p:spPr>
          <a:xfrm>
            <a:off x="0" y="0"/>
            <a:ext cx="8112125" cy="6858000"/>
          </a:xfrm>
          <a:prstGeom prst="rect">
            <a:avLst/>
          </a:prstGeom>
          <a:solidFill>
            <a:srgbClr val="13A0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Foliennummernplatzhalter 5">
            <a:extLst>
              <a:ext uri="{FF2B5EF4-FFF2-40B4-BE49-F238E27FC236}">
                <a16:creationId xmlns:a16="http://schemas.microsoft.com/office/drawing/2014/main" id="{50E423D4-7901-4F8B-B075-3D0E7C20A648}"/>
              </a:ext>
            </a:extLst>
          </p:cNvPr>
          <p:cNvSpPr>
            <a:spLocks noGrp="1"/>
          </p:cNvSpPr>
          <p:nvPr>
            <p:ph type="sldNum" sz="quarter" idx="11"/>
          </p:nvPr>
        </p:nvSpPr>
        <p:spPr/>
        <p:txBody>
          <a:bodyPr/>
          <a:lstStyle/>
          <a:p>
            <a:fld id="{56C449F3-BD9D-48DC-BFF1-0F66671DA7C6}" type="slidenum">
              <a:rPr lang="en-US" smtClean="0"/>
              <a:pPr/>
              <a:t>‹#›</a:t>
            </a:fld>
            <a:endParaRPr lang="en-US" dirty="0"/>
          </a:p>
        </p:txBody>
      </p:sp>
      <p:sp>
        <p:nvSpPr>
          <p:cNvPr id="9" name="Textplatzhalter 4">
            <a:extLst>
              <a:ext uri="{FF2B5EF4-FFF2-40B4-BE49-F238E27FC236}">
                <a16:creationId xmlns:a16="http://schemas.microsoft.com/office/drawing/2014/main" id="{65CB8C84-525E-4B57-BAF4-5CD06402D3A1}"/>
              </a:ext>
            </a:extLst>
          </p:cNvPr>
          <p:cNvSpPr>
            <a:spLocks noGrp="1"/>
          </p:cNvSpPr>
          <p:nvPr>
            <p:ph type="body" sz="quarter" idx="14" hasCustomPrompt="1"/>
          </p:nvPr>
        </p:nvSpPr>
        <p:spPr>
          <a:xfrm>
            <a:off x="479425" y="476250"/>
            <a:ext cx="5724525" cy="252000"/>
          </a:xfrm>
        </p:spPr>
        <p:txBody>
          <a:bodyPr/>
          <a:lstStyle>
            <a:lvl1pPr>
              <a:defRPr lang="en-US" sz="1100" b="1" kern="1200" cap="all" spc="63" baseline="0" smtClean="0">
                <a:solidFill>
                  <a:schemeClr val="tx1"/>
                </a:solidFill>
                <a:latin typeface="+mn-lt"/>
                <a:ea typeface="+mn-ea"/>
                <a:cs typeface="+mn-cs"/>
              </a:defRPr>
            </a:lvl1pPr>
          </a:lstStyle>
          <a:p>
            <a:pPr lvl="0"/>
            <a:r>
              <a:rPr lang="en-US"/>
              <a:t>Topline goes here</a:t>
            </a:r>
          </a:p>
        </p:txBody>
      </p:sp>
      <p:sp>
        <p:nvSpPr>
          <p:cNvPr id="7" name="Titel 6">
            <a:extLst>
              <a:ext uri="{FF2B5EF4-FFF2-40B4-BE49-F238E27FC236}">
                <a16:creationId xmlns:a16="http://schemas.microsoft.com/office/drawing/2014/main" id="{28E2DDD5-62F8-4BB9-A01C-AC7CC80E2678}"/>
              </a:ext>
            </a:extLst>
          </p:cNvPr>
          <p:cNvSpPr>
            <a:spLocks noGrp="1"/>
          </p:cNvSpPr>
          <p:nvPr>
            <p:ph type="title"/>
          </p:nvPr>
        </p:nvSpPr>
        <p:spPr>
          <a:xfrm>
            <a:off x="479427" y="1808162"/>
            <a:ext cx="5724523" cy="4357687"/>
          </a:xfrm>
        </p:spPr>
        <p:txBody>
          <a:bodyPr/>
          <a:lstStyle>
            <a:lvl1pPr>
              <a:lnSpc>
                <a:spcPts val="8500"/>
              </a:lnSpc>
              <a:defRPr sz="8500">
                <a:solidFill>
                  <a:srgbClr val="122B54"/>
                </a:solidFill>
              </a:defRPr>
            </a:lvl1pPr>
          </a:lstStyle>
          <a:p>
            <a:r>
              <a:rPr lang="en-US"/>
              <a:t>Click to edit Master title style</a:t>
            </a:r>
            <a:endParaRPr lang="en-US" dirty="0"/>
          </a:p>
        </p:txBody>
      </p:sp>
      <p:sp>
        <p:nvSpPr>
          <p:cNvPr id="10" name="Textplatzhalter 9">
            <a:extLst>
              <a:ext uri="{FF2B5EF4-FFF2-40B4-BE49-F238E27FC236}">
                <a16:creationId xmlns:a16="http://schemas.microsoft.com/office/drawing/2014/main" id="{25DCC88A-A947-4C0A-827F-38E624596684}"/>
              </a:ext>
            </a:extLst>
          </p:cNvPr>
          <p:cNvSpPr>
            <a:spLocks noGrp="1"/>
          </p:cNvSpPr>
          <p:nvPr>
            <p:ph type="body" sz="quarter" idx="12"/>
          </p:nvPr>
        </p:nvSpPr>
        <p:spPr>
          <a:xfrm>
            <a:off x="8772525" y="1808163"/>
            <a:ext cx="2940050" cy="4357687"/>
          </a:xfrm>
        </p:spPr>
        <p:txBody>
          <a:bodyPr/>
          <a:lstStyle>
            <a:lvl1pPr>
              <a:defRPr sz="1600" b="1"/>
            </a:lvl1pPr>
            <a:lvl2pPr marL="0" indent="0">
              <a:buNone/>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Fußzeilenplatzhalter 1">
            <a:extLst>
              <a:ext uri="{FF2B5EF4-FFF2-40B4-BE49-F238E27FC236}">
                <a16:creationId xmlns:a16="http://schemas.microsoft.com/office/drawing/2014/main" id="{C600EDD0-042C-48C5-946C-9122C18A1125}"/>
              </a:ext>
            </a:extLst>
          </p:cNvPr>
          <p:cNvSpPr>
            <a:spLocks noGrp="1"/>
          </p:cNvSpPr>
          <p:nvPr>
            <p:ph type="ftr" sz="quarter" idx="13"/>
          </p:nvPr>
        </p:nvSpPr>
        <p:spPr/>
        <p:txBody>
          <a:bodyPr/>
          <a:lstStyle>
            <a:lvl1pPr>
              <a:defRPr>
                <a:solidFill>
                  <a:schemeClr val="tx1"/>
                </a:solidFill>
              </a:defRPr>
            </a:lvl1pPr>
          </a:lstStyle>
          <a:p>
            <a:endParaRPr lang="en-US" dirty="0"/>
          </a:p>
        </p:txBody>
      </p:sp>
      <p:sp>
        <p:nvSpPr>
          <p:cNvPr id="3" name="Rechteck 7">
            <a:extLst>
              <a:ext uri="{FF2B5EF4-FFF2-40B4-BE49-F238E27FC236}">
                <a16:creationId xmlns:a16="http://schemas.microsoft.com/office/drawing/2014/main" id="{DAF039C8-B63C-C41C-DBE5-44D9AFF8BEAF}"/>
              </a:ext>
              <a:ext uri="{C183D7F6-B498-43B3-948B-1728B52AA6E4}">
                <adec:decorative xmlns:adec="http://schemas.microsoft.com/office/drawing/2017/decorative" val="1"/>
              </a:ext>
            </a:extLst>
          </p:cNvPr>
          <p:cNvSpPr/>
          <p:nvPr/>
        </p:nvSpPr>
        <p:spPr>
          <a:xfrm>
            <a:off x="0" y="0"/>
            <a:ext cx="8112125" cy="6858000"/>
          </a:xfrm>
          <a:prstGeom prst="rect">
            <a:avLst/>
          </a:prstGeom>
          <a:solidFill>
            <a:srgbClr val="13A0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377879284"/>
      </p:ext>
    </p:extLst>
  </p:cSld>
  <p:clrMapOvr>
    <a:masterClrMapping/>
  </p:clrMapOvr>
  <p:extLst>
    <p:ext uri="{DCECCB84-F9BA-43D5-87BE-67443E8EF086}">
      <p15:sldGuideLst xmlns:p15="http://schemas.microsoft.com/office/powerpoint/2012/main">
        <p15:guide id="1" orient="horz" pos="1139">
          <p15:clr>
            <a:srgbClr val="FBAE4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Bold headline on blue/white + image">
    <p:spTree>
      <p:nvGrpSpPr>
        <p:cNvPr id="1" name=""/>
        <p:cNvGrpSpPr/>
        <p:nvPr/>
      </p:nvGrpSpPr>
      <p:grpSpPr>
        <a:xfrm>
          <a:off x="0" y="0"/>
          <a:ext cx="0" cy="0"/>
          <a:chOff x="0" y="0"/>
          <a:chExt cx="0" cy="0"/>
        </a:xfrm>
      </p:grpSpPr>
      <p:sp>
        <p:nvSpPr>
          <p:cNvPr id="8" name="Rechteck 7">
            <a:extLst>
              <a:ext uri="{FF2B5EF4-FFF2-40B4-BE49-F238E27FC236}">
                <a16:creationId xmlns:a16="http://schemas.microsoft.com/office/drawing/2014/main" id="{D85B9BCC-ED7D-4926-91D7-795B583CD299}"/>
              </a:ext>
              <a:ext uri="{C183D7F6-B498-43B3-948B-1728B52AA6E4}">
                <adec:decorative xmlns:adec="http://schemas.microsoft.com/office/drawing/2017/decorative" val="1"/>
              </a:ext>
            </a:extLst>
          </p:cNvPr>
          <p:cNvSpPr/>
          <p:nvPr/>
        </p:nvSpPr>
        <p:spPr>
          <a:xfrm>
            <a:off x="0" y="0"/>
            <a:ext cx="7020000" cy="6858000"/>
          </a:xfrm>
          <a:prstGeom prst="rect">
            <a:avLst/>
          </a:prstGeom>
          <a:solidFill>
            <a:srgbClr val="13A0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Foliennummernplatzhalter 5">
            <a:extLst>
              <a:ext uri="{FF2B5EF4-FFF2-40B4-BE49-F238E27FC236}">
                <a16:creationId xmlns:a16="http://schemas.microsoft.com/office/drawing/2014/main" id="{50E423D4-7901-4F8B-B075-3D0E7C20A648}"/>
              </a:ext>
            </a:extLst>
          </p:cNvPr>
          <p:cNvSpPr>
            <a:spLocks noGrp="1"/>
          </p:cNvSpPr>
          <p:nvPr>
            <p:ph type="sldNum" sz="quarter" idx="11"/>
          </p:nvPr>
        </p:nvSpPr>
        <p:spPr/>
        <p:txBody>
          <a:bodyPr/>
          <a:lstStyle/>
          <a:p>
            <a:fld id="{56C449F3-BD9D-48DC-BFF1-0F66671DA7C6}" type="slidenum">
              <a:rPr lang="en-US" smtClean="0"/>
              <a:pPr/>
              <a:t>‹#›</a:t>
            </a:fld>
            <a:endParaRPr lang="en-US" dirty="0"/>
          </a:p>
        </p:txBody>
      </p:sp>
      <p:sp>
        <p:nvSpPr>
          <p:cNvPr id="9" name="Textplatzhalter 4">
            <a:extLst>
              <a:ext uri="{FF2B5EF4-FFF2-40B4-BE49-F238E27FC236}">
                <a16:creationId xmlns:a16="http://schemas.microsoft.com/office/drawing/2014/main" id="{86895624-7DAF-4916-BF2D-DA99D815DD92}"/>
              </a:ext>
            </a:extLst>
          </p:cNvPr>
          <p:cNvSpPr>
            <a:spLocks noGrp="1"/>
          </p:cNvSpPr>
          <p:nvPr>
            <p:ph type="body" sz="quarter" idx="15" hasCustomPrompt="1"/>
          </p:nvPr>
        </p:nvSpPr>
        <p:spPr>
          <a:xfrm>
            <a:off x="479425" y="476250"/>
            <a:ext cx="5025082" cy="252000"/>
          </a:xfrm>
        </p:spPr>
        <p:txBody>
          <a:bodyPr/>
          <a:lstStyle>
            <a:lvl1pPr>
              <a:defRPr lang="en-US" sz="1100" b="1" kern="1200" cap="all" spc="63" baseline="0" smtClean="0">
                <a:solidFill>
                  <a:schemeClr val="tx1"/>
                </a:solidFill>
                <a:latin typeface="+mn-lt"/>
                <a:ea typeface="+mn-ea"/>
                <a:cs typeface="+mn-cs"/>
              </a:defRPr>
            </a:lvl1pPr>
          </a:lstStyle>
          <a:p>
            <a:pPr lvl="0"/>
            <a:r>
              <a:rPr lang="en-US"/>
              <a:t>Topline goes here</a:t>
            </a:r>
          </a:p>
        </p:txBody>
      </p:sp>
      <p:sp>
        <p:nvSpPr>
          <p:cNvPr id="7" name="Titel 6">
            <a:extLst>
              <a:ext uri="{FF2B5EF4-FFF2-40B4-BE49-F238E27FC236}">
                <a16:creationId xmlns:a16="http://schemas.microsoft.com/office/drawing/2014/main" id="{28E2DDD5-62F8-4BB9-A01C-AC7CC80E2678}"/>
              </a:ext>
            </a:extLst>
          </p:cNvPr>
          <p:cNvSpPr>
            <a:spLocks noGrp="1"/>
          </p:cNvSpPr>
          <p:nvPr>
            <p:ph type="title"/>
          </p:nvPr>
        </p:nvSpPr>
        <p:spPr>
          <a:xfrm>
            <a:off x="479427" y="1808162"/>
            <a:ext cx="5724523" cy="4357687"/>
          </a:xfrm>
        </p:spPr>
        <p:txBody>
          <a:bodyPr/>
          <a:lstStyle>
            <a:lvl1pPr>
              <a:lnSpc>
                <a:spcPts val="8500"/>
              </a:lnSpc>
              <a:defRPr sz="8500">
                <a:solidFill>
                  <a:srgbClr val="122B54"/>
                </a:solidFill>
              </a:defRPr>
            </a:lvl1pPr>
          </a:lstStyle>
          <a:p>
            <a:r>
              <a:rPr lang="en-US"/>
              <a:t>Click to edit Master title style</a:t>
            </a:r>
            <a:endParaRPr lang="en-US" dirty="0"/>
          </a:p>
        </p:txBody>
      </p:sp>
      <p:sp>
        <p:nvSpPr>
          <p:cNvPr id="10" name="Textplatzhalter 9">
            <a:extLst>
              <a:ext uri="{FF2B5EF4-FFF2-40B4-BE49-F238E27FC236}">
                <a16:creationId xmlns:a16="http://schemas.microsoft.com/office/drawing/2014/main" id="{25DCC88A-A947-4C0A-827F-38E624596684}"/>
              </a:ext>
            </a:extLst>
          </p:cNvPr>
          <p:cNvSpPr>
            <a:spLocks noGrp="1"/>
          </p:cNvSpPr>
          <p:nvPr>
            <p:ph type="body" sz="quarter" idx="12"/>
          </p:nvPr>
        </p:nvSpPr>
        <p:spPr>
          <a:xfrm>
            <a:off x="7560000" y="3024000"/>
            <a:ext cx="4152573" cy="3141849"/>
          </a:xfrm>
        </p:spPr>
        <p:txBody>
          <a:bodyPr/>
          <a:lstStyle>
            <a:lvl1pPr>
              <a:defRPr sz="1600" b="1"/>
            </a:lvl1pPr>
            <a:lvl2pPr marL="0" indent="0">
              <a:buNone/>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Bildplatzhalter 2">
            <a:extLst>
              <a:ext uri="{FF2B5EF4-FFF2-40B4-BE49-F238E27FC236}">
                <a16:creationId xmlns:a16="http://schemas.microsoft.com/office/drawing/2014/main" id="{C3A37E33-1BC4-4258-8988-7DB0EC8D5A84}"/>
              </a:ext>
              <a:ext uri="{C183D7F6-B498-43B3-948B-1728B52AA6E4}">
                <adec:decorative xmlns:adec="http://schemas.microsoft.com/office/drawing/2017/decorative" val="1"/>
              </a:ext>
            </a:extLst>
          </p:cNvPr>
          <p:cNvSpPr>
            <a:spLocks noGrp="1"/>
          </p:cNvSpPr>
          <p:nvPr>
            <p:ph type="pic" sz="quarter" idx="13"/>
          </p:nvPr>
        </p:nvSpPr>
        <p:spPr>
          <a:xfrm>
            <a:off x="5700300" y="0"/>
            <a:ext cx="4320000" cy="2340000"/>
          </a:xfrm>
          <a:solidFill>
            <a:schemeClr val="tx2">
              <a:lumMod val="90000"/>
            </a:schemeClr>
          </a:solidFill>
        </p:spPr>
        <p:txBody>
          <a:bodyPr/>
          <a:lstStyle>
            <a:lvl1pPr>
              <a:defRPr>
                <a:solidFill>
                  <a:schemeClr val="tx1"/>
                </a:solidFill>
              </a:defRPr>
            </a:lvl1pPr>
          </a:lstStyle>
          <a:p>
            <a:r>
              <a:rPr lang="en-US"/>
              <a:t>Click icon to add picture</a:t>
            </a:r>
            <a:endParaRPr lang="en-US" dirty="0"/>
          </a:p>
        </p:txBody>
      </p:sp>
      <p:sp>
        <p:nvSpPr>
          <p:cNvPr id="2" name="Fußzeilenplatzhalter 1">
            <a:extLst>
              <a:ext uri="{FF2B5EF4-FFF2-40B4-BE49-F238E27FC236}">
                <a16:creationId xmlns:a16="http://schemas.microsoft.com/office/drawing/2014/main" id="{7C631362-B5E9-4A03-8563-BC489D509F80}"/>
              </a:ext>
            </a:extLst>
          </p:cNvPr>
          <p:cNvSpPr>
            <a:spLocks noGrp="1"/>
          </p:cNvSpPr>
          <p:nvPr>
            <p:ph type="ftr" sz="quarter" idx="14"/>
          </p:nvPr>
        </p:nvSpPr>
        <p:spPr/>
        <p:txBody>
          <a:bodyPr/>
          <a:lstStyle>
            <a:lvl1pPr>
              <a:defRPr>
                <a:solidFill>
                  <a:schemeClr val="tx1"/>
                </a:solidFill>
              </a:defRPr>
            </a:lvl1pPr>
          </a:lstStyle>
          <a:p>
            <a:endParaRPr lang="en-US" dirty="0"/>
          </a:p>
        </p:txBody>
      </p:sp>
      <p:sp>
        <p:nvSpPr>
          <p:cNvPr id="4" name="Rechteck 7">
            <a:extLst>
              <a:ext uri="{FF2B5EF4-FFF2-40B4-BE49-F238E27FC236}">
                <a16:creationId xmlns:a16="http://schemas.microsoft.com/office/drawing/2014/main" id="{5E7C2984-F0F6-205F-1F59-87E55C73157E}"/>
              </a:ext>
              <a:ext uri="{C183D7F6-B498-43B3-948B-1728B52AA6E4}">
                <adec:decorative xmlns:adec="http://schemas.microsoft.com/office/drawing/2017/decorative" val="1"/>
              </a:ext>
            </a:extLst>
          </p:cNvPr>
          <p:cNvSpPr/>
          <p:nvPr/>
        </p:nvSpPr>
        <p:spPr>
          <a:xfrm>
            <a:off x="0" y="0"/>
            <a:ext cx="7020000" cy="6858000"/>
          </a:xfrm>
          <a:prstGeom prst="rect">
            <a:avLst/>
          </a:prstGeom>
          <a:solidFill>
            <a:srgbClr val="13A0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213206973"/>
      </p:ext>
    </p:extLst>
  </p:cSld>
  <p:clrMapOvr>
    <a:masterClrMapping/>
  </p:clrMapOvr>
  <p:extLst>
    <p:ext uri="{DCECCB84-F9BA-43D5-87BE-67443E8EF086}">
      <p15:sldGuideLst xmlns:p15="http://schemas.microsoft.com/office/powerpoint/2012/main">
        <p15:guide id="1" orient="horz" pos="1139">
          <p15:clr>
            <a:srgbClr val="FBAE4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Headline + topline only">
    <p:spTree>
      <p:nvGrpSpPr>
        <p:cNvPr id="1" name=""/>
        <p:cNvGrpSpPr/>
        <p:nvPr/>
      </p:nvGrpSpPr>
      <p:grpSpPr>
        <a:xfrm>
          <a:off x="0" y="0"/>
          <a:ext cx="0" cy="0"/>
          <a:chOff x="0" y="0"/>
          <a:chExt cx="0" cy="0"/>
        </a:xfrm>
      </p:grpSpPr>
      <p:sp>
        <p:nvSpPr>
          <p:cNvPr id="7" name="Foliennummernplatzhalter 6">
            <a:extLst>
              <a:ext uri="{FF2B5EF4-FFF2-40B4-BE49-F238E27FC236}">
                <a16:creationId xmlns:a16="http://schemas.microsoft.com/office/drawing/2014/main" id="{B5F45E11-429A-423F-97E9-1B1309F4DB3A}"/>
              </a:ext>
            </a:extLst>
          </p:cNvPr>
          <p:cNvSpPr>
            <a:spLocks noGrp="1"/>
          </p:cNvSpPr>
          <p:nvPr>
            <p:ph type="sldNum" sz="quarter" idx="11"/>
          </p:nvPr>
        </p:nvSpPr>
        <p:spPr/>
        <p:txBody>
          <a:bodyPr/>
          <a:lstStyle/>
          <a:p>
            <a:fld id="{56C449F3-BD9D-48DC-BFF1-0F66671DA7C6}" type="slidenum">
              <a:rPr lang="en-US" smtClean="0"/>
              <a:pPr/>
              <a:t>‹#›</a:t>
            </a:fld>
            <a:endParaRPr lang="en-US" dirty="0"/>
          </a:p>
        </p:txBody>
      </p:sp>
      <p:sp>
        <p:nvSpPr>
          <p:cNvPr id="5" name="Textplatzhalter 4">
            <a:extLst>
              <a:ext uri="{FF2B5EF4-FFF2-40B4-BE49-F238E27FC236}">
                <a16:creationId xmlns:a16="http://schemas.microsoft.com/office/drawing/2014/main" id="{2CBF6088-36A1-4310-BB51-1649635E7893}"/>
              </a:ext>
            </a:extLst>
          </p:cNvPr>
          <p:cNvSpPr>
            <a:spLocks noGrp="1"/>
          </p:cNvSpPr>
          <p:nvPr>
            <p:ph type="body" sz="quarter" idx="12" hasCustomPrompt="1"/>
          </p:nvPr>
        </p:nvSpPr>
        <p:spPr>
          <a:xfrm>
            <a:off x="479424" y="476250"/>
            <a:ext cx="9324975" cy="252000"/>
          </a:xfrm>
        </p:spPr>
        <p:txBody>
          <a:bodyPr/>
          <a:lstStyle>
            <a:lvl1pPr>
              <a:defRPr lang="en-US" sz="1100" b="1" kern="1200" cap="all" spc="63" baseline="0" smtClean="0">
                <a:solidFill>
                  <a:schemeClr val="bg1"/>
                </a:solidFill>
                <a:latin typeface="+mn-lt"/>
                <a:ea typeface="+mn-ea"/>
                <a:cs typeface="+mn-cs"/>
              </a:defRPr>
            </a:lvl1pPr>
          </a:lstStyle>
          <a:p>
            <a:pPr lvl="0"/>
            <a:r>
              <a:rPr lang="en-US"/>
              <a:t>Topline goes here</a:t>
            </a:r>
          </a:p>
        </p:txBody>
      </p:sp>
      <p:sp>
        <p:nvSpPr>
          <p:cNvPr id="2" name="Titel 1">
            <a:extLst>
              <a:ext uri="{FF2B5EF4-FFF2-40B4-BE49-F238E27FC236}">
                <a16:creationId xmlns:a16="http://schemas.microsoft.com/office/drawing/2014/main" id="{7FE0FA48-9F47-4B37-94C3-D2CE80E96A54}"/>
              </a:ext>
            </a:extLst>
          </p:cNvPr>
          <p:cNvSpPr>
            <a:spLocks noGrp="1"/>
          </p:cNvSpPr>
          <p:nvPr>
            <p:ph type="title"/>
          </p:nvPr>
        </p:nvSpPr>
        <p:spPr/>
        <p:txBody>
          <a:bodyPr/>
          <a:lstStyle/>
          <a:p>
            <a:r>
              <a:rPr lang="en-US"/>
              <a:t>Click to edit Master title style</a:t>
            </a:r>
            <a:endParaRPr lang="en-US" dirty="0"/>
          </a:p>
        </p:txBody>
      </p:sp>
      <p:sp>
        <p:nvSpPr>
          <p:cNvPr id="6" name="Fußzeilenplatzhalter 5">
            <a:extLst>
              <a:ext uri="{FF2B5EF4-FFF2-40B4-BE49-F238E27FC236}">
                <a16:creationId xmlns:a16="http://schemas.microsoft.com/office/drawing/2014/main" id="{B12C489F-F019-4419-9172-668E44FC8C23}"/>
              </a:ext>
            </a:extLst>
          </p:cNvPr>
          <p:cNvSpPr>
            <a:spLocks noGrp="1"/>
          </p:cNvSpPr>
          <p:nvPr>
            <p:ph type="ftr" sz="quarter" idx="10"/>
          </p:nvPr>
        </p:nvSpPr>
        <p:spPr/>
        <p:txBody>
          <a:bodyPr/>
          <a:lstStyle/>
          <a:p>
            <a:endParaRPr lang="en-US" dirty="0"/>
          </a:p>
        </p:txBody>
      </p:sp>
    </p:spTree>
    <p:extLst>
      <p:ext uri="{BB962C8B-B14F-4D97-AF65-F5344CB8AC3E}">
        <p14:creationId xmlns:p14="http://schemas.microsoft.com/office/powerpoint/2010/main" val="779398844"/>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Headline + topline only bold">
    <p:spTree>
      <p:nvGrpSpPr>
        <p:cNvPr id="1" name=""/>
        <p:cNvGrpSpPr/>
        <p:nvPr/>
      </p:nvGrpSpPr>
      <p:grpSpPr>
        <a:xfrm>
          <a:off x="0" y="0"/>
          <a:ext cx="0" cy="0"/>
          <a:chOff x="0" y="0"/>
          <a:chExt cx="0" cy="0"/>
        </a:xfrm>
      </p:grpSpPr>
      <p:sp>
        <p:nvSpPr>
          <p:cNvPr id="7" name="Foliennummernplatzhalter 6">
            <a:extLst>
              <a:ext uri="{FF2B5EF4-FFF2-40B4-BE49-F238E27FC236}">
                <a16:creationId xmlns:a16="http://schemas.microsoft.com/office/drawing/2014/main" id="{B5F45E11-429A-423F-97E9-1B1309F4DB3A}"/>
              </a:ext>
            </a:extLst>
          </p:cNvPr>
          <p:cNvSpPr>
            <a:spLocks noGrp="1"/>
          </p:cNvSpPr>
          <p:nvPr>
            <p:ph type="sldNum" sz="quarter" idx="11"/>
          </p:nvPr>
        </p:nvSpPr>
        <p:spPr/>
        <p:txBody>
          <a:bodyPr/>
          <a:lstStyle/>
          <a:p>
            <a:fld id="{56C449F3-BD9D-48DC-BFF1-0F66671DA7C6}" type="slidenum">
              <a:rPr lang="en-US" smtClean="0"/>
              <a:pPr/>
              <a:t>‹#›</a:t>
            </a:fld>
            <a:endParaRPr lang="en-US" dirty="0"/>
          </a:p>
        </p:txBody>
      </p:sp>
      <p:sp>
        <p:nvSpPr>
          <p:cNvPr id="5" name="Textplatzhalter 4">
            <a:extLst>
              <a:ext uri="{FF2B5EF4-FFF2-40B4-BE49-F238E27FC236}">
                <a16:creationId xmlns:a16="http://schemas.microsoft.com/office/drawing/2014/main" id="{08E58946-949A-488B-8C82-A425EDC09E3F}"/>
              </a:ext>
            </a:extLst>
          </p:cNvPr>
          <p:cNvSpPr>
            <a:spLocks noGrp="1"/>
          </p:cNvSpPr>
          <p:nvPr>
            <p:ph type="body" sz="quarter" idx="12" hasCustomPrompt="1"/>
          </p:nvPr>
        </p:nvSpPr>
        <p:spPr>
          <a:xfrm>
            <a:off x="479424" y="476250"/>
            <a:ext cx="9324975" cy="252000"/>
          </a:xfrm>
        </p:spPr>
        <p:txBody>
          <a:bodyPr/>
          <a:lstStyle>
            <a:lvl1pPr>
              <a:defRPr lang="en-US" sz="1100" b="1" kern="1200" cap="all" spc="63" baseline="0" smtClean="0">
                <a:solidFill>
                  <a:schemeClr val="bg1"/>
                </a:solidFill>
                <a:latin typeface="+mn-lt"/>
                <a:ea typeface="+mn-ea"/>
                <a:cs typeface="+mn-cs"/>
              </a:defRPr>
            </a:lvl1pPr>
          </a:lstStyle>
          <a:p>
            <a:pPr lvl="0"/>
            <a:r>
              <a:rPr lang="en-US"/>
              <a:t>Topline goes here</a:t>
            </a:r>
          </a:p>
        </p:txBody>
      </p:sp>
      <p:sp>
        <p:nvSpPr>
          <p:cNvPr id="2" name="Titel 1">
            <a:extLst>
              <a:ext uri="{FF2B5EF4-FFF2-40B4-BE49-F238E27FC236}">
                <a16:creationId xmlns:a16="http://schemas.microsoft.com/office/drawing/2014/main" id="{7FE0FA48-9F47-4B37-94C3-D2CE80E96A54}"/>
              </a:ext>
            </a:extLst>
          </p:cNvPr>
          <p:cNvSpPr>
            <a:spLocks noGrp="1"/>
          </p:cNvSpPr>
          <p:nvPr>
            <p:ph type="title"/>
          </p:nvPr>
        </p:nvSpPr>
        <p:spPr/>
        <p:txBody>
          <a:bodyPr/>
          <a:lstStyle>
            <a:lvl1pPr>
              <a:lnSpc>
                <a:spcPts val="8500"/>
              </a:lnSpc>
              <a:defRPr sz="8500"/>
            </a:lvl1pPr>
          </a:lstStyle>
          <a:p>
            <a:r>
              <a:rPr lang="en-US"/>
              <a:t>Click to edit Master title style</a:t>
            </a:r>
            <a:endParaRPr lang="en-US" dirty="0"/>
          </a:p>
        </p:txBody>
      </p:sp>
      <p:sp>
        <p:nvSpPr>
          <p:cNvPr id="6" name="Fußzeilenplatzhalter 5">
            <a:extLst>
              <a:ext uri="{FF2B5EF4-FFF2-40B4-BE49-F238E27FC236}">
                <a16:creationId xmlns:a16="http://schemas.microsoft.com/office/drawing/2014/main" id="{B12C489F-F019-4419-9172-668E44FC8C23}"/>
              </a:ext>
            </a:extLst>
          </p:cNvPr>
          <p:cNvSpPr>
            <a:spLocks noGrp="1"/>
          </p:cNvSpPr>
          <p:nvPr>
            <p:ph type="ftr" sz="quarter" idx="10"/>
          </p:nvPr>
        </p:nvSpPr>
        <p:spPr/>
        <p:txBody>
          <a:bodyPr/>
          <a:lstStyle/>
          <a:p>
            <a:endParaRPr lang="en-US" dirty="0"/>
          </a:p>
        </p:txBody>
      </p:sp>
    </p:spTree>
    <p:extLst>
      <p:ext uri="{BB962C8B-B14F-4D97-AF65-F5344CB8AC3E}">
        <p14:creationId xmlns:p14="http://schemas.microsoft.com/office/powerpoint/2010/main" val="3635780652"/>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Foliennummernplatzhalter 5">
            <a:extLst>
              <a:ext uri="{FF2B5EF4-FFF2-40B4-BE49-F238E27FC236}">
                <a16:creationId xmlns:a16="http://schemas.microsoft.com/office/drawing/2014/main" id="{9A238627-407D-4004-A6C9-31955AAD8E8C}"/>
              </a:ext>
            </a:extLst>
          </p:cNvPr>
          <p:cNvSpPr>
            <a:spLocks noGrp="1"/>
          </p:cNvSpPr>
          <p:nvPr>
            <p:ph type="sldNum" sz="quarter" idx="11"/>
          </p:nvPr>
        </p:nvSpPr>
        <p:spPr/>
        <p:txBody>
          <a:bodyPr/>
          <a:lstStyle/>
          <a:p>
            <a:fld id="{56C449F3-BD9D-48DC-BFF1-0F66671DA7C6}" type="slidenum">
              <a:rPr lang="en-US" smtClean="0"/>
              <a:pPr/>
              <a:t>‹#›</a:t>
            </a:fld>
            <a:endParaRPr lang="en-US" dirty="0"/>
          </a:p>
        </p:txBody>
      </p:sp>
      <p:sp>
        <p:nvSpPr>
          <p:cNvPr id="5" name="Fußzeilenplatzhalter 4">
            <a:extLst>
              <a:ext uri="{FF2B5EF4-FFF2-40B4-BE49-F238E27FC236}">
                <a16:creationId xmlns:a16="http://schemas.microsoft.com/office/drawing/2014/main" id="{1CCF6E46-F87C-4B64-99C8-86D0AD8F84AE}"/>
              </a:ext>
            </a:extLst>
          </p:cNvPr>
          <p:cNvSpPr>
            <a:spLocks noGrp="1"/>
          </p:cNvSpPr>
          <p:nvPr>
            <p:ph type="ftr" sz="quarter" idx="10"/>
          </p:nvPr>
        </p:nvSpPr>
        <p:spPr/>
        <p:txBody>
          <a:bodyPr/>
          <a:lstStyle/>
          <a:p>
            <a:endParaRPr lang="en-US" dirty="0"/>
          </a:p>
        </p:txBody>
      </p:sp>
    </p:spTree>
    <p:extLst>
      <p:ext uri="{BB962C8B-B14F-4D97-AF65-F5344CB8AC3E}">
        <p14:creationId xmlns:p14="http://schemas.microsoft.com/office/powerpoint/2010/main" val="1191091683"/>
      </p:ext>
    </p:extLst>
  </p:cSld>
  <p:clrMapOvr>
    <a:masterClrMapping/>
  </p:clrMapOvr>
  <p:extLst>
    <p:ext uri="{DCECCB84-F9BA-43D5-87BE-67443E8EF086}">
      <p15:sldGuideLst xmlns:p15="http://schemas.microsoft.com/office/powerpoint/2012/main"/>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pic>
        <p:nvPicPr>
          <p:cNvPr id="7" name="Grafik 6">
            <a:extLst>
              <a:ext uri="{FF2B5EF4-FFF2-40B4-BE49-F238E27FC236}">
                <a16:creationId xmlns:a16="http://schemas.microsoft.com/office/drawing/2014/main" id="{FFB93F98-2502-4A46-903A-C90B11A87BA1}"/>
              </a:ext>
              <a:ext uri="{C183D7F6-B498-43B3-948B-1728B52AA6E4}">
                <adec:decorative xmlns:adec="http://schemas.microsoft.com/office/drawing/2017/decorative" val="1"/>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78800" y="-152396"/>
            <a:ext cx="1104853" cy="937345"/>
          </a:xfrm>
          <a:prstGeom prst="rect">
            <a:avLst/>
          </a:prstGeom>
        </p:spPr>
      </p:pic>
      <p:sp>
        <p:nvSpPr>
          <p:cNvPr id="5" name="Foliennummernplatzhalter 4">
            <a:extLst>
              <a:ext uri="{FF2B5EF4-FFF2-40B4-BE49-F238E27FC236}">
                <a16:creationId xmlns:a16="http://schemas.microsoft.com/office/drawing/2014/main" id="{B8864DFD-E38D-49D7-BB64-174EB574BF44}"/>
              </a:ext>
            </a:extLst>
          </p:cNvPr>
          <p:cNvSpPr>
            <a:spLocks noGrp="1"/>
          </p:cNvSpPr>
          <p:nvPr>
            <p:ph type="sldNum" sz="quarter" idx="17"/>
          </p:nvPr>
        </p:nvSpPr>
        <p:spPr/>
        <p:txBody>
          <a:bodyPr/>
          <a:lstStyle/>
          <a:p>
            <a:fld id="{56C449F3-BD9D-48DC-BFF1-0F66671DA7C6}" type="slidenum">
              <a:rPr lang="en-US" smtClean="0"/>
              <a:pPr/>
              <a:t>‹#›</a:t>
            </a:fld>
            <a:endParaRPr lang="en-US" dirty="0"/>
          </a:p>
        </p:txBody>
      </p:sp>
      <p:sp>
        <p:nvSpPr>
          <p:cNvPr id="3" name="Title 2">
            <a:extLst>
              <a:ext uri="{FF2B5EF4-FFF2-40B4-BE49-F238E27FC236}">
                <a16:creationId xmlns:a16="http://schemas.microsoft.com/office/drawing/2014/main" id="{831789C7-E5A6-4AA7-BF30-57CEC805ADEA}"/>
              </a:ext>
            </a:extLst>
          </p:cNvPr>
          <p:cNvSpPr>
            <a:spLocks noGrp="1"/>
          </p:cNvSpPr>
          <p:nvPr>
            <p:ph type="title"/>
          </p:nvPr>
        </p:nvSpPr>
        <p:spPr>
          <a:xfrm>
            <a:off x="479427" y="1808163"/>
            <a:ext cx="7400615" cy="4357686"/>
          </a:xfrm>
        </p:spPr>
        <p:txBody>
          <a:bodyPr/>
          <a:lstStyle/>
          <a:p>
            <a:r>
              <a:rPr lang="en-US"/>
              <a:t>Click to edit Master title style</a:t>
            </a:r>
          </a:p>
        </p:txBody>
      </p:sp>
      <p:sp>
        <p:nvSpPr>
          <p:cNvPr id="2" name="Fußzeilenplatzhalter 1">
            <a:extLst>
              <a:ext uri="{FF2B5EF4-FFF2-40B4-BE49-F238E27FC236}">
                <a16:creationId xmlns:a16="http://schemas.microsoft.com/office/drawing/2014/main" id="{F20E780E-8236-45DA-A6AF-143D4C7283C7}"/>
              </a:ext>
            </a:extLst>
          </p:cNvPr>
          <p:cNvSpPr>
            <a:spLocks noGrp="1"/>
          </p:cNvSpPr>
          <p:nvPr>
            <p:ph type="ftr" sz="quarter" idx="19"/>
          </p:nvPr>
        </p:nvSpPr>
        <p:spPr/>
        <p:txBody>
          <a:bodyPr/>
          <a:lstStyle/>
          <a:p>
            <a:endParaRPr lang="en-US" dirty="0"/>
          </a:p>
        </p:txBody>
      </p:sp>
      <p:pic>
        <p:nvPicPr>
          <p:cNvPr id="4" name="Grafik 6">
            <a:extLst>
              <a:ext uri="{FF2B5EF4-FFF2-40B4-BE49-F238E27FC236}">
                <a16:creationId xmlns:a16="http://schemas.microsoft.com/office/drawing/2014/main" id="{E8D47F64-328F-0F65-0DF5-9795CF0A352A}"/>
              </a:ext>
              <a:ext uri="{C183D7F6-B498-43B3-948B-1728B52AA6E4}">
                <adec:decorative xmlns:adec="http://schemas.microsoft.com/office/drawing/2017/decorative" val="1"/>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78800" y="-152396"/>
            <a:ext cx="1104853" cy="937345"/>
          </a:xfrm>
          <a:prstGeom prst="rect">
            <a:avLst/>
          </a:prstGeom>
        </p:spPr>
      </p:pic>
    </p:spTree>
    <p:extLst>
      <p:ext uri="{BB962C8B-B14F-4D97-AF65-F5344CB8AC3E}">
        <p14:creationId xmlns:p14="http://schemas.microsoft.com/office/powerpoint/2010/main" val="680887351"/>
      </p:ext>
    </p:extLst>
  </p:cSld>
  <p:clrMapOvr>
    <a:masterClrMapping/>
  </p:clrMapOvr>
  <p:extLst>
    <p:ext uri="{DCECCB84-F9BA-43D5-87BE-67443E8EF086}">
      <p15:sldGuideLst xmlns:p15="http://schemas.microsoft.com/office/powerpoint/2012/main">
        <p15:guide id="1" orient="horz" pos="1139">
          <p15:clr>
            <a:srgbClr val="FBAE4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Fullblead image">
    <p:spTree>
      <p:nvGrpSpPr>
        <p:cNvPr id="1" name=""/>
        <p:cNvGrpSpPr/>
        <p:nvPr/>
      </p:nvGrpSpPr>
      <p:grpSpPr>
        <a:xfrm>
          <a:off x="0" y="0"/>
          <a:ext cx="0" cy="0"/>
          <a:chOff x="0" y="0"/>
          <a:chExt cx="0" cy="0"/>
        </a:xfrm>
      </p:grpSpPr>
      <p:sp>
        <p:nvSpPr>
          <p:cNvPr id="7" name="Bildplatzhalter 6">
            <a:extLst>
              <a:ext uri="{FF2B5EF4-FFF2-40B4-BE49-F238E27FC236}">
                <a16:creationId xmlns:a16="http://schemas.microsoft.com/office/drawing/2014/main" id="{543F4184-F695-473F-B37A-0DA4B8E546ED}"/>
              </a:ext>
              <a:ext uri="{C183D7F6-B498-43B3-948B-1728B52AA6E4}">
                <adec:decorative xmlns:adec="http://schemas.microsoft.com/office/drawing/2017/decorative" val="1"/>
              </a:ext>
            </a:extLst>
          </p:cNvPr>
          <p:cNvSpPr>
            <a:spLocks noGrp="1"/>
          </p:cNvSpPr>
          <p:nvPr>
            <p:ph type="pic" sz="quarter" idx="13"/>
          </p:nvPr>
        </p:nvSpPr>
        <p:spPr>
          <a:xfrm>
            <a:off x="0" y="2"/>
            <a:ext cx="12192000" cy="6858000"/>
          </a:xfrm>
          <a:solidFill>
            <a:schemeClr val="tx2">
              <a:lumMod val="90000"/>
            </a:schemeClr>
          </a:solidFill>
        </p:spPr>
        <p:txBody>
          <a:bodyPr/>
          <a:lstStyle>
            <a:lvl1pPr>
              <a:defRPr>
                <a:solidFill>
                  <a:schemeClr val="tx1"/>
                </a:solidFill>
              </a:defRPr>
            </a:lvl1pPr>
          </a:lstStyle>
          <a:p>
            <a:r>
              <a:rPr lang="en-US"/>
              <a:t>Click icon to add picture</a:t>
            </a:r>
            <a:endParaRPr lang="en-US" dirty="0"/>
          </a:p>
        </p:txBody>
      </p:sp>
      <p:sp>
        <p:nvSpPr>
          <p:cNvPr id="6" name="Foliennummernplatzhalter 5">
            <a:extLst>
              <a:ext uri="{FF2B5EF4-FFF2-40B4-BE49-F238E27FC236}">
                <a16:creationId xmlns:a16="http://schemas.microsoft.com/office/drawing/2014/main" id="{B41AAF74-D43E-4774-9DEC-557D0F40A220}"/>
              </a:ext>
            </a:extLst>
          </p:cNvPr>
          <p:cNvSpPr>
            <a:spLocks noGrp="1"/>
          </p:cNvSpPr>
          <p:nvPr>
            <p:ph type="sldNum" sz="quarter" idx="16"/>
          </p:nvPr>
        </p:nvSpPr>
        <p:spPr/>
        <p:txBody>
          <a:bodyPr/>
          <a:lstStyle>
            <a:lvl1pPr>
              <a:defRPr>
                <a:solidFill>
                  <a:schemeClr val="tx1"/>
                </a:solidFill>
              </a:defRPr>
            </a:lvl1pPr>
          </a:lstStyle>
          <a:p>
            <a:fld id="{56C449F3-BD9D-48DC-BFF1-0F66671DA7C6}" type="slidenum">
              <a:rPr lang="en-US" smtClean="0"/>
              <a:pPr/>
              <a:t>‹#›</a:t>
            </a:fld>
            <a:endParaRPr lang="en-US" dirty="0"/>
          </a:p>
        </p:txBody>
      </p:sp>
      <p:sp>
        <p:nvSpPr>
          <p:cNvPr id="10" name="Bildplatzhalter 9">
            <a:extLst>
              <a:ext uri="{FF2B5EF4-FFF2-40B4-BE49-F238E27FC236}">
                <a16:creationId xmlns:a16="http://schemas.microsoft.com/office/drawing/2014/main" id="{7F2B9096-2D8C-433C-8C26-F6A72A4C0219}"/>
              </a:ext>
              <a:ext uri="{C183D7F6-B498-43B3-948B-1728B52AA6E4}">
                <adec:decorative xmlns:adec="http://schemas.microsoft.com/office/drawing/2017/decorative" val="1"/>
              </a:ext>
            </a:extLst>
          </p:cNvPr>
          <p:cNvSpPr>
            <a:spLocks noGrp="1"/>
          </p:cNvSpPr>
          <p:nvPr>
            <p:ph type="pic" sz="quarter" idx="17"/>
          </p:nvPr>
        </p:nvSpPr>
        <p:spPr>
          <a:xfrm>
            <a:off x="10692000" y="504000"/>
            <a:ext cx="1018800" cy="252000"/>
          </a:xfrm>
          <a:blipFill>
            <a:blip r:embed="rId2">
              <a:extLst>
                <a:ext uri="{96DAC541-7B7A-43D3-8B79-37D633B846F1}">
                  <asvg:svgBlip xmlns:asvg="http://schemas.microsoft.com/office/drawing/2016/SVG/main" r:embed="rId3"/>
                </a:ext>
              </a:extLst>
            </a:blip>
            <a:stretch>
              <a:fillRect/>
            </a:stretch>
          </a:blipFill>
        </p:spPr>
        <p:txBody>
          <a:bodyPr/>
          <a:lstStyle>
            <a:lvl1pPr>
              <a:defRPr sz="800">
                <a:solidFill>
                  <a:schemeClr val="tx1">
                    <a:alpha val="0"/>
                  </a:schemeClr>
                </a:solidFill>
              </a:defRPr>
            </a:lvl1pPr>
          </a:lstStyle>
          <a:p>
            <a:r>
              <a:rPr lang="en-US"/>
              <a:t>Click icon to add picture</a:t>
            </a:r>
            <a:endParaRPr lang="en-US" dirty="0"/>
          </a:p>
        </p:txBody>
      </p:sp>
      <p:sp>
        <p:nvSpPr>
          <p:cNvPr id="2" name="Title 1">
            <a:extLst>
              <a:ext uri="{FF2B5EF4-FFF2-40B4-BE49-F238E27FC236}">
                <a16:creationId xmlns:a16="http://schemas.microsoft.com/office/drawing/2014/main" id="{5CAD3F89-8F63-4AD4-9A29-6909CDF4E52D}"/>
              </a:ext>
            </a:extLst>
          </p:cNvPr>
          <p:cNvSpPr>
            <a:spLocks noGrp="1"/>
          </p:cNvSpPr>
          <p:nvPr>
            <p:ph type="title"/>
          </p:nvPr>
        </p:nvSpPr>
        <p:spPr>
          <a:xfrm>
            <a:off x="2879999" y="3031886"/>
            <a:ext cx="5929704" cy="932854"/>
          </a:xfrm>
        </p:spPr>
        <p:txBody>
          <a:bodyPr/>
          <a:lstStyle>
            <a:lvl1pPr defTabSz="720000">
              <a:defRPr lang="en-US" sz="3800" kern="1200" smtClean="0">
                <a:solidFill>
                  <a:schemeClr val="tx1"/>
                </a:solidFill>
                <a:latin typeface="+mj-lt"/>
                <a:ea typeface="+mn-ea"/>
                <a:cs typeface="+mn-cs"/>
              </a:defRPr>
            </a:lvl1pPr>
          </a:lstStyle>
          <a:p>
            <a:r>
              <a:rPr lang="en-US"/>
              <a:t>Click to edit Master title style</a:t>
            </a:r>
          </a:p>
        </p:txBody>
      </p:sp>
    </p:spTree>
    <p:extLst>
      <p:ext uri="{BB962C8B-B14F-4D97-AF65-F5344CB8AC3E}">
        <p14:creationId xmlns:p14="http://schemas.microsoft.com/office/powerpoint/2010/main" val="231754066"/>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Contact">
    <p:spTree>
      <p:nvGrpSpPr>
        <p:cNvPr id="1" name=""/>
        <p:cNvGrpSpPr/>
        <p:nvPr/>
      </p:nvGrpSpPr>
      <p:grpSpPr>
        <a:xfrm>
          <a:off x="0" y="0"/>
          <a:ext cx="0" cy="0"/>
          <a:chOff x="0" y="0"/>
          <a:chExt cx="0" cy="0"/>
        </a:xfrm>
      </p:grpSpPr>
      <p:sp>
        <p:nvSpPr>
          <p:cNvPr id="7" name="Foliennummernplatzhalter 6">
            <a:extLst>
              <a:ext uri="{FF2B5EF4-FFF2-40B4-BE49-F238E27FC236}">
                <a16:creationId xmlns:a16="http://schemas.microsoft.com/office/drawing/2014/main" id="{B5F45E11-429A-423F-97E9-1B1309F4DB3A}"/>
              </a:ext>
            </a:extLst>
          </p:cNvPr>
          <p:cNvSpPr>
            <a:spLocks noGrp="1"/>
          </p:cNvSpPr>
          <p:nvPr>
            <p:ph type="sldNum" sz="quarter" idx="11"/>
          </p:nvPr>
        </p:nvSpPr>
        <p:spPr/>
        <p:txBody>
          <a:bodyPr/>
          <a:lstStyle/>
          <a:p>
            <a:fld id="{56C449F3-BD9D-48DC-BFF1-0F66671DA7C6}" type="slidenum">
              <a:rPr lang="en-US" smtClean="0"/>
              <a:pPr/>
              <a:t>‹#›</a:t>
            </a:fld>
            <a:endParaRPr lang="en-US" dirty="0"/>
          </a:p>
        </p:txBody>
      </p:sp>
      <p:sp>
        <p:nvSpPr>
          <p:cNvPr id="12" name="Textplatzhalter 4">
            <a:extLst>
              <a:ext uri="{FF2B5EF4-FFF2-40B4-BE49-F238E27FC236}">
                <a16:creationId xmlns:a16="http://schemas.microsoft.com/office/drawing/2014/main" id="{97955563-D116-42F8-9493-607FD96D811B}"/>
              </a:ext>
            </a:extLst>
          </p:cNvPr>
          <p:cNvSpPr>
            <a:spLocks noGrp="1"/>
          </p:cNvSpPr>
          <p:nvPr>
            <p:ph type="body" sz="quarter" idx="19" hasCustomPrompt="1"/>
          </p:nvPr>
        </p:nvSpPr>
        <p:spPr>
          <a:xfrm>
            <a:off x="479424" y="476250"/>
            <a:ext cx="9324973" cy="252000"/>
          </a:xfrm>
        </p:spPr>
        <p:txBody>
          <a:bodyPr/>
          <a:lstStyle>
            <a:lvl1pPr>
              <a:defRPr lang="en-US" sz="1100" b="1" kern="1200" cap="all" spc="63" baseline="0" smtClean="0">
                <a:solidFill>
                  <a:schemeClr val="bg1"/>
                </a:solidFill>
                <a:latin typeface="+mn-lt"/>
                <a:ea typeface="+mn-ea"/>
                <a:cs typeface="+mn-cs"/>
              </a:defRPr>
            </a:lvl1pPr>
          </a:lstStyle>
          <a:p>
            <a:pPr lvl="0"/>
            <a:r>
              <a:rPr lang="en-US"/>
              <a:t>Topline goes here</a:t>
            </a:r>
          </a:p>
        </p:txBody>
      </p:sp>
      <p:sp>
        <p:nvSpPr>
          <p:cNvPr id="2" name="Titel 1">
            <a:extLst>
              <a:ext uri="{FF2B5EF4-FFF2-40B4-BE49-F238E27FC236}">
                <a16:creationId xmlns:a16="http://schemas.microsoft.com/office/drawing/2014/main" id="{7FE0FA48-9F47-4B37-94C3-D2CE80E96A54}"/>
              </a:ext>
            </a:extLst>
          </p:cNvPr>
          <p:cNvSpPr>
            <a:spLocks noGrp="1"/>
          </p:cNvSpPr>
          <p:nvPr>
            <p:ph type="title"/>
          </p:nvPr>
        </p:nvSpPr>
        <p:spPr/>
        <p:txBody>
          <a:bodyPr/>
          <a:lstStyle/>
          <a:p>
            <a:r>
              <a:rPr lang="en-US"/>
              <a:t>Click to edit Master title style</a:t>
            </a:r>
            <a:endParaRPr lang="en-US" dirty="0"/>
          </a:p>
        </p:txBody>
      </p:sp>
      <p:sp>
        <p:nvSpPr>
          <p:cNvPr id="4" name="Bildplatzhalter 3">
            <a:extLst>
              <a:ext uri="{FF2B5EF4-FFF2-40B4-BE49-F238E27FC236}">
                <a16:creationId xmlns:a16="http://schemas.microsoft.com/office/drawing/2014/main" id="{91DF75E5-F9FE-4B14-8C90-B1BF90164CF4}"/>
              </a:ext>
            </a:extLst>
          </p:cNvPr>
          <p:cNvSpPr>
            <a:spLocks noGrp="1" noChangeAspect="1"/>
          </p:cNvSpPr>
          <p:nvPr>
            <p:ph type="pic" sz="quarter" idx="12"/>
          </p:nvPr>
        </p:nvSpPr>
        <p:spPr>
          <a:xfrm>
            <a:off x="524691" y="1836000"/>
            <a:ext cx="1872000" cy="1872000"/>
          </a:xfrm>
          <a:prstGeom prst="ellipse">
            <a:avLst/>
          </a:prstGeom>
          <a:solidFill>
            <a:schemeClr val="tx2">
              <a:lumMod val="90000"/>
            </a:schemeClr>
          </a:solidFill>
          <a:ln w="127000">
            <a:solidFill>
              <a:schemeClr val="bg1"/>
            </a:solidFill>
          </a:ln>
        </p:spPr>
        <p:txBody>
          <a:bodyPr/>
          <a:lstStyle/>
          <a:p>
            <a:r>
              <a:rPr lang="en-US"/>
              <a:t>Click icon to add picture</a:t>
            </a:r>
            <a:endParaRPr lang="en-US" dirty="0"/>
          </a:p>
        </p:txBody>
      </p:sp>
      <p:sp>
        <p:nvSpPr>
          <p:cNvPr id="8" name="Textplatzhalter 7">
            <a:extLst>
              <a:ext uri="{FF2B5EF4-FFF2-40B4-BE49-F238E27FC236}">
                <a16:creationId xmlns:a16="http://schemas.microsoft.com/office/drawing/2014/main" id="{80E809D7-298E-4784-9AE3-F5FC40D20485}"/>
              </a:ext>
            </a:extLst>
          </p:cNvPr>
          <p:cNvSpPr>
            <a:spLocks noGrp="1"/>
          </p:cNvSpPr>
          <p:nvPr>
            <p:ph type="body" sz="quarter" idx="13"/>
          </p:nvPr>
        </p:nvSpPr>
        <p:spPr>
          <a:xfrm>
            <a:off x="479427" y="3983525"/>
            <a:ext cx="3600450" cy="2182325"/>
          </a:xfrm>
        </p:spPr>
        <p:txBody>
          <a:bodyPr/>
          <a:lstStyle>
            <a:lvl1pPr>
              <a:spcAft>
                <a:spcPts val="600"/>
              </a:spcAft>
              <a:defRPr sz="1600" b="1"/>
            </a:lvl1pPr>
            <a:lvl2pPr marL="0" indent="0">
              <a:buNone/>
              <a:tabLst>
                <a:tab pos="288000" algn="l"/>
              </a:tabLst>
              <a:defRPr sz="1600"/>
            </a:lvl2pPr>
            <a:lvl3pPr marL="180000" indent="-180000">
              <a:buFontTx/>
              <a:buBlip>
                <a:blip r:embed="rId2"/>
              </a:buBlip>
              <a:defRPr sz="1600"/>
            </a:lvl3pPr>
            <a:lvl4pPr marL="180000" indent="-180000">
              <a:buFontTx/>
              <a:buBlip>
                <a:blip r:embed="rId3"/>
              </a:buBlip>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Bildplatzhalter 3">
            <a:extLst>
              <a:ext uri="{FF2B5EF4-FFF2-40B4-BE49-F238E27FC236}">
                <a16:creationId xmlns:a16="http://schemas.microsoft.com/office/drawing/2014/main" id="{B7EEF68F-5357-4EC1-854D-F85E9950B8DD}"/>
              </a:ext>
            </a:extLst>
          </p:cNvPr>
          <p:cNvSpPr>
            <a:spLocks noGrp="1" noChangeAspect="1"/>
          </p:cNvSpPr>
          <p:nvPr>
            <p:ph type="pic" sz="quarter" idx="14"/>
          </p:nvPr>
        </p:nvSpPr>
        <p:spPr>
          <a:xfrm>
            <a:off x="4341040" y="1836000"/>
            <a:ext cx="1872000" cy="1872000"/>
          </a:xfrm>
          <a:prstGeom prst="ellipse">
            <a:avLst/>
          </a:prstGeom>
          <a:solidFill>
            <a:schemeClr val="tx2">
              <a:lumMod val="90000"/>
            </a:schemeClr>
          </a:solidFill>
          <a:ln w="127000">
            <a:solidFill>
              <a:schemeClr val="bg1"/>
            </a:solidFill>
          </a:ln>
        </p:spPr>
        <p:txBody>
          <a:bodyPr/>
          <a:lstStyle/>
          <a:p>
            <a:r>
              <a:rPr lang="en-US"/>
              <a:t>Click icon to add picture</a:t>
            </a:r>
            <a:endParaRPr lang="en-US" dirty="0"/>
          </a:p>
        </p:txBody>
      </p:sp>
      <p:sp>
        <p:nvSpPr>
          <p:cNvPr id="13" name="Textplatzhalter 7">
            <a:extLst>
              <a:ext uri="{FF2B5EF4-FFF2-40B4-BE49-F238E27FC236}">
                <a16:creationId xmlns:a16="http://schemas.microsoft.com/office/drawing/2014/main" id="{4FD059CA-F54D-436B-83BF-7C80E05A47BC}"/>
              </a:ext>
            </a:extLst>
          </p:cNvPr>
          <p:cNvSpPr>
            <a:spLocks noGrp="1"/>
          </p:cNvSpPr>
          <p:nvPr>
            <p:ph type="body" sz="quarter" idx="17"/>
          </p:nvPr>
        </p:nvSpPr>
        <p:spPr>
          <a:xfrm>
            <a:off x="4295775" y="3983525"/>
            <a:ext cx="3600450" cy="2182325"/>
          </a:xfrm>
        </p:spPr>
        <p:txBody>
          <a:bodyPr/>
          <a:lstStyle>
            <a:lvl1pPr>
              <a:spcAft>
                <a:spcPts val="600"/>
              </a:spcAft>
              <a:defRPr sz="1600" b="1"/>
            </a:lvl1pPr>
            <a:lvl2pPr marL="0" indent="0">
              <a:buNone/>
              <a:tabLst>
                <a:tab pos="288000" algn="l"/>
              </a:tabLst>
              <a:defRPr sz="1600"/>
            </a:lvl2pPr>
            <a:lvl3pPr marL="180000" indent="-180000">
              <a:buFontTx/>
              <a:buBlip>
                <a:blip r:embed="rId2"/>
              </a:buBlip>
              <a:defRPr sz="1600"/>
            </a:lvl3pPr>
            <a:lvl4pPr marL="180000" indent="-180000">
              <a:buFontTx/>
              <a:buBlip>
                <a:blip r:embed="rId3"/>
              </a:buBlip>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Bildplatzhalter 3">
            <a:extLst>
              <a:ext uri="{FF2B5EF4-FFF2-40B4-BE49-F238E27FC236}">
                <a16:creationId xmlns:a16="http://schemas.microsoft.com/office/drawing/2014/main" id="{F40182DB-D138-4445-9088-170FAB7AB943}"/>
              </a:ext>
            </a:extLst>
          </p:cNvPr>
          <p:cNvSpPr>
            <a:spLocks noGrp="1" noChangeAspect="1"/>
          </p:cNvSpPr>
          <p:nvPr>
            <p:ph type="pic" sz="quarter" idx="16"/>
          </p:nvPr>
        </p:nvSpPr>
        <p:spPr>
          <a:xfrm>
            <a:off x="8157390" y="1836000"/>
            <a:ext cx="1872000" cy="1872000"/>
          </a:xfrm>
          <a:prstGeom prst="ellipse">
            <a:avLst/>
          </a:prstGeom>
          <a:solidFill>
            <a:schemeClr val="tx2">
              <a:lumMod val="90000"/>
            </a:schemeClr>
          </a:solidFill>
          <a:ln w="127000">
            <a:solidFill>
              <a:schemeClr val="bg1"/>
            </a:solidFill>
          </a:ln>
        </p:spPr>
        <p:txBody>
          <a:bodyPr/>
          <a:lstStyle/>
          <a:p>
            <a:r>
              <a:rPr lang="en-US"/>
              <a:t>Click icon to add picture</a:t>
            </a:r>
            <a:endParaRPr lang="en-US" dirty="0"/>
          </a:p>
        </p:txBody>
      </p:sp>
      <p:sp>
        <p:nvSpPr>
          <p:cNvPr id="14" name="Textplatzhalter 7">
            <a:extLst>
              <a:ext uri="{FF2B5EF4-FFF2-40B4-BE49-F238E27FC236}">
                <a16:creationId xmlns:a16="http://schemas.microsoft.com/office/drawing/2014/main" id="{3F0C00D3-5C3B-4DEC-B521-74B05D0D8186}"/>
              </a:ext>
            </a:extLst>
          </p:cNvPr>
          <p:cNvSpPr>
            <a:spLocks noGrp="1"/>
          </p:cNvSpPr>
          <p:nvPr>
            <p:ph type="body" sz="quarter" idx="18"/>
          </p:nvPr>
        </p:nvSpPr>
        <p:spPr>
          <a:xfrm>
            <a:off x="8112125" y="3983525"/>
            <a:ext cx="3600450" cy="2182325"/>
          </a:xfrm>
        </p:spPr>
        <p:txBody>
          <a:bodyPr/>
          <a:lstStyle>
            <a:lvl1pPr>
              <a:spcAft>
                <a:spcPts val="600"/>
              </a:spcAft>
              <a:defRPr sz="1600" b="1"/>
            </a:lvl1pPr>
            <a:lvl2pPr marL="0" indent="0">
              <a:buNone/>
              <a:tabLst>
                <a:tab pos="288000" algn="l"/>
              </a:tabLst>
              <a:defRPr sz="1600"/>
            </a:lvl2pPr>
            <a:lvl3pPr marL="180000" indent="-180000">
              <a:buFontTx/>
              <a:buBlip>
                <a:blip r:embed="rId2"/>
              </a:buBlip>
              <a:defRPr sz="1600"/>
            </a:lvl3pPr>
            <a:lvl4pPr marL="180000" indent="-180000">
              <a:buFontTx/>
              <a:buBlip>
                <a:blip r:embed="rId3"/>
              </a:buBlip>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ußzeilenplatzhalter 5">
            <a:extLst>
              <a:ext uri="{FF2B5EF4-FFF2-40B4-BE49-F238E27FC236}">
                <a16:creationId xmlns:a16="http://schemas.microsoft.com/office/drawing/2014/main" id="{B12C489F-F019-4419-9172-668E44FC8C23}"/>
              </a:ext>
            </a:extLst>
          </p:cNvPr>
          <p:cNvSpPr>
            <a:spLocks noGrp="1"/>
          </p:cNvSpPr>
          <p:nvPr>
            <p:ph type="ftr" sz="quarter" idx="10"/>
          </p:nvPr>
        </p:nvSpPr>
        <p:spPr/>
        <p:txBody>
          <a:bodyPr/>
          <a:lstStyle/>
          <a:p>
            <a:endParaRPr lang="en-US" dirty="0"/>
          </a:p>
        </p:txBody>
      </p:sp>
    </p:spTree>
    <p:extLst>
      <p:ext uri="{BB962C8B-B14F-4D97-AF65-F5344CB8AC3E}">
        <p14:creationId xmlns:p14="http://schemas.microsoft.com/office/powerpoint/2010/main" val="1126557845"/>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preserve="1">
  <p:cSld name="Title blue">
    <p:bg>
      <p:bgPr>
        <a:solidFill>
          <a:srgbClr val="122B54"/>
        </a:solidFill>
        <a:effectLst/>
      </p:bgPr>
    </p:bg>
    <p:spTree>
      <p:nvGrpSpPr>
        <p:cNvPr id="1" name=""/>
        <p:cNvGrpSpPr/>
        <p:nvPr/>
      </p:nvGrpSpPr>
      <p:grpSpPr>
        <a:xfrm>
          <a:off x="0" y="0"/>
          <a:ext cx="0" cy="0"/>
          <a:chOff x="0" y="0"/>
          <a:chExt cx="0" cy="0"/>
        </a:xfrm>
      </p:grpSpPr>
      <p:pic>
        <p:nvPicPr>
          <p:cNvPr id="6" name="Grafik 5">
            <a:extLst>
              <a:ext uri="{FF2B5EF4-FFF2-40B4-BE49-F238E27FC236}">
                <a16:creationId xmlns:a16="http://schemas.microsoft.com/office/drawing/2014/main" id="{3FA13754-0890-465C-BA8A-E18B554E317E}"/>
              </a:ext>
              <a:ext uri="{C183D7F6-B498-43B3-948B-1728B52AA6E4}">
                <adec:decorative xmlns:adec="http://schemas.microsoft.com/office/drawing/2017/decorative" val="1"/>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79425" y="476250"/>
            <a:ext cx="2057313" cy="509277"/>
          </a:xfrm>
          <a:prstGeom prst="rect">
            <a:avLst/>
          </a:prstGeom>
        </p:spPr>
      </p:pic>
      <p:sp>
        <p:nvSpPr>
          <p:cNvPr id="7" name="Titel 1">
            <a:extLst>
              <a:ext uri="{FF2B5EF4-FFF2-40B4-BE49-F238E27FC236}">
                <a16:creationId xmlns:a16="http://schemas.microsoft.com/office/drawing/2014/main" id="{855A5846-4501-444B-8F41-805425817451}"/>
              </a:ext>
            </a:extLst>
          </p:cNvPr>
          <p:cNvSpPr>
            <a:spLocks noGrp="1"/>
          </p:cNvSpPr>
          <p:nvPr>
            <p:ph type="ctrTitle" hasCustomPrompt="1"/>
          </p:nvPr>
        </p:nvSpPr>
        <p:spPr>
          <a:xfrm>
            <a:off x="479424" y="1773239"/>
            <a:ext cx="11233151" cy="1620000"/>
          </a:xfrm>
        </p:spPr>
        <p:txBody>
          <a:bodyPr rIns="216000" anchor="b" anchorCtr="0"/>
          <a:lstStyle>
            <a:lvl1pPr algn="l">
              <a:lnSpc>
                <a:spcPts val="8500"/>
              </a:lnSpc>
              <a:defRPr sz="8500">
                <a:solidFill>
                  <a:schemeClr val="tx1"/>
                </a:solidFill>
              </a:defRPr>
            </a:lvl1pPr>
          </a:lstStyle>
          <a:p>
            <a:r>
              <a:rPr lang="en-US" dirty="0"/>
              <a:t>Master title</a:t>
            </a:r>
          </a:p>
        </p:txBody>
      </p:sp>
      <p:sp>
        <p:nvSpPr>
          <p:cNvPr id="8" name="Untertitel 2">
            <a:extLst>
              <a:ext uri="{FF2B5EF4-FFF2-40B4-BE49-F238E27FC236}">
                <a16:creationId xmlns:a16="http://schemas.microsoft.com/office/drawing/2014/main" id="{7909B2E5-8CFF-4102-B771-B048BAA6DB84}"/>
              </a:ext>
            </a:extLst>
          </p:cNvPr>
          <p:cNvSpPr>
            <a:spLocks noGrp="1"/>
          </p:cNvSpPr>
          <p:nvPr>
            <p:ph type="subTitle" idx="1" hasCustomPrompt="1"/>
          </p:nvPr>
        </p:nvSpPr>
        <p:spPr>
          <a:xfrm>
            <a:off x="4295776" y="3384000"/>
            <a:ext cx="7416800" cy="1656000"/>
          </a:xfrm>
        </p:spPr>
        <p:txBody>
          <a:bodyPr rIns="216000"/>
          <a:lstStyle>
            <a:lvl1pPr marL="0" indent="0" algn="l">
              <a:lnSpc>
                <a:spcPts val="8500"/>
              </a:lnSpc>
              <a:buNone/>
              <a:defRPr sz="8500">
                <a:solidFill>
                  <a:srgbClr val="13A0D3"/>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 style</a:t>
            </a:r>
          </a:p>
        </p:txBody>
      </p:sp>
      <p:sp>
        <p:nvSpPr>
          <p:cNvPr id="9" name="Textplatzhalter 14">
            <a:extLst>
              <a:ext uri="{FF2B5EF4-FFF2-40B4-BE49-F238E27FC236}">
                <a16:creationId xmlns:a16="http://schemas.microsoft.com/office/drawing/2014/main" id="{A89B177C-F8F6-4738-B4AF-9E4A8243858F}"/>
              </a:ext>
            </a:extLst>
          </p:cNvPr>
          <p:cNvSpPr>
            <a:spLocks noGrp="1"/>
          </p:cNvSpPr>
          <p:nvPr>
            <p:ph type="body" sz="quarter" idx="11" hasCustomPrompt="1"/>
          </p:nvPr>
        </p:nvSpPr>
        <p:spPr>
          <a:xfrm>
            <a:off x="478800" y="5968800"/>
            <a:ext cx="1692900" cy="546124"/>
          </a:xfrm>
        </p:spPr>
        <p:txBody>
          <a:bodyPr anchor="b" anchorCtr="0"/>
          <a:lstStyle>
            <a:lvl1pPr>
              <a:lnSpc>
                <a:spcPct val="100000"/>
              </a:lnSpc>
              <a:defRPr sz="1100">
                <a:solidFill>
                  <a:schemeClr val="tx1"/>
                </a:solidFill>
              </a:defRPr>
            </a:lvl1pPr>
          </a:lstStyle>
          <a:p>
            <a:pPr lvl="0"/>
            <a:r>
              <a:rPr lang="en-US" dirty="0"/>
              <a:t>First level</a:t>
            </a:r>
          </a:p>
        </p:txBody>
      </p:sp>
      <p:sp>
        <p:nvSpPr>
          <p:cNvPr id="10" name="Textplatzhalter 14">
            <a:extLst>
              <a:ext uri="{FF2B5EF4-FFF2-40B4-BE49-F238E27FC236}">
                <a16:creationId xmlns:a16="http://schemas.microsoft.com/office/drawing/2014/main" id="{D04322D5-0CE0-4328-BE55-EFF287C34B08}"/>
              </a:ext>
            </a:extLst>
          </p:cNvPr>
          <p:cNvSpPr>
            <a:spLocks noGrp="1"/>
          </p:cNvSpPr>
          <p:nvPr>
            <p:ph type="body" sz="quarter" idx="14" hasCustomPrompt="1"/>
          </p:nvPr>
        </p:nvSpPr>
        <p:spPr>
          <a:xfrm>
            <a:off x="2387600" y="5968800"/>
            <a:ext cx="1692900" cy="546124"/>
          </a:xfrm>
        </p:spPr>
        <p:txBody>
          <a:bodyPr anchor="b" anchorCtr="0"/>
          <a:lstStyle>
            <a:lvl1pPr>
              <a:lnSpc>
                <a:spcPct val="100000"/>
              </a:lnSpc>
              <a:defRPr sz="1100">
                <a:solidFill>
                  <a:schemeClr val="tx1"/>
                </a:solidFill>
              </a:defRPr>
            </a:lvl1pPr>
          </a:lstStyle>
          <a:p>
            <a:pPr lvl="0"/>
            <a:r>
              <a:rPr lang="en-US" dirty="0"/>
              <a:t>First level</a:t>
            </a:r>
          </a:p>
          <a:p>
            <a:pPr lvl="0"/>
            <a:r>
              <a:rPr lang="en-US" dirty="0"/>
              <a:t>Second row</a:t>
            </a:r>
          </a:p>
        </p:txBody>
      </p:sp>
      <p:sp>
        <p:nvSpPr>
          <p:cNvPr id="12" name="Textplatzhalter 4">
            <a:extLst>
              <a:ext uri="{FF2B5EF4-FFF2-40B4-BE49-F238E27FC236}">
                <a16:creationId xmlns:a16="http://schemas.microsoft.com/office/drawing/2014/main" id="{915B85D1-F199-4887-990C-E3BAA240783E}"/>
              </a:ext>
            </a:extLst>
          </p:cNvPr>
          <p:cNvSpPr>
            <a:spLocks noGrp="1"/>
          </p:cNvSpPr>
          <p:nvPr>
            <p:ph type="body" sz="quarter" idx="15"/>
          </p:nvPr>
        </p:nvSpPr>
        <p:spPr>
          <a:xfrm rot="16200000">
            <a:off x="11016000" y="5772158"/>
            <a:ext cx="1281600" cy="144000"/>
          </a:xfrm>
        </p:spPr>
        <p:txBody>
          <a:bodyPr anchor="b" anchorCtr="0"/>
          <a:lstStyle>
            <a:lvl1pPr>
              <a:defRPr sz="800">
                <a:solidFill>
                  <a:schemeClr val="tx1"/>
                </a:solidFill>
              </a:defRPr>
            </a:lvl1pPr>
            <a:lvl5pPr marL="288000" indent="0">
              <a:buNone/>
              <a:defRPr/>
            </a:lvl5pPr>
          </a:lstStyle>
          <a:p>
            <a:pPr lvl="0"/>
            <a:r>
              <a:rPr lang="en-US"/>
              <a:t>Click to edit Master text styles</a:t>
            </a:r>
          </a:p>
        </p:txBody>
      </p:sp>
    </p:spTree>
    <p:extLst>
      <p:ext uri="{BB962C8B-B14F-4D97-AF65-F5344CB8AC3E}">
        <p14:creationId xmlns:p14="http://schemas.microsoft.com/office/powerpoint/2010/main" val="1415922242"/>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preserve="1">
  <p:cSld name="Title whi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34A093-8B28-4E43-B2A4-684048524E58}"/>
              </a:ext>
            </a:extLst>
          </p:cNvPr>
          <p:cNvSpPr>
            <a:spLocks noGrp="1"/>
          </p:cNvSpPr>
          <p:nvPr>
            <p:ph type="title"/>
          </p:nvPr>
        </p:nvSpPr>
        <p:spPr>
          <a:xfrm>
            <a:off x="478800" y="2315700"/>
            <a:ext cx="11233775" cy="2887655"/>
          </a:xfrm>
        </p:spPr>
        <p:txBody>
          <a:bodyPr/>
          <a:lstStyle>
            <a:lvl1pPr>
              <a:lnSpc>
                <a:spcPts val="8500"/>
              </a:lnSpc>
              <a:defRPr lang="en-US" sz="8500" kern="1200" smtClean="0">
                <a:solidFill>
                  <a:schemeClr val="bg1"/>
                </a:solidFill>
                <a:latin typeface="+mj-lt"/>
                <a:ea typeface="+mn-ea"/>
                <a:cs typeface="+mn-cs"/>
              </a:defRPr>
            </a:lvl1pPr>
          </a:lstStyle>
          <a:p>
            <a:r>
              <a:rPr lang="en-US" noProof="0"/>
              <a:t>Click to edit Master title style</a:t>
            </a:r>
          </a:p>
        </p:txBody>
      </p:sp>
      <p:pic>
        <p:nvPicPr>
          <p:cNvPr id="6" name="Grafik 5">
            <a:extLst>
              <a:ext uri="{FF2B5EF4-FFF2-40B4-BE49-F238E27FC236}">
                <a16:creationId xmlns:a16="http://schemas.microsoft.com/office/drawing/2014/main" id="{3FA13754-0890-465C-BA8A-E18B554E317E}"/>
              </a:ext>
              <a:ext uri="{C183D7F6-B498-43B3-948B-1728B52AA6E4}">
                <adec:decorative xmlns:adec="http://schemas.microsoft.com/office/drawing/2017/decorative" val="1"/>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79425" y="476250"/>
            <a:ext cx="2057313" cy="509277"/>
          </a:xfrm>
          <a:prstGeom prst="rect">
            <a:avLst/>
          </a:prstGeom>
        </p:spPr>
      </p:pic>
      <p:sp>
        <p:nvSpPr>
          <p:cNvPr id="9" name="Textplatzhalter 14">
            <a:extLst>
              <a:ext uri="{FF2B5EF4-FFF2-40B4-BE49-F238E27FC236}">
                <a16:creationId xmlns:a16="http://schemas.microsoft.com/office/drawing/2014/main" id="{A89B177C-F8F6-4738-B4AF-9E4A8243858F}"/>
              </a:ext>
            </a:extLst>
          </p:cNvPr>
          <p:cNvSpPr>
            <a:spLocks noGrp="1"/>
          </p:cNvSpPr>
          <p:nvPr>
            <p:ph type="body" sz="quarter" idx="11" hasCustomPrompt="1"/>
          </p:nvPr>
        </p:nvSpPr>
        <p:spPr>
          <a:xfrm>
            <a:off x="478800" y="5968800"/>
            <a:ext cx="1692900" cy="546124"/>
          </a:xfrm>
        </p:spPr>
        <p:txBody>
          <a:bodyPr anchor="b" anchorCtr="0"/>
          <a:lstStyle>
            <a:lvl1pPr>
              <a:lnSpc>
                <a:spcPct val="100000"/>
              </a:lnSpc>
              <a:defRPr sz="1100">
                <a:solidFill>
                  <a:schemeClr val="bg1"/>
                </a:solidFill>
              </a:defRPr>
            </a:lvl1pPr>
          </a:lstStyle>
          <a:p>
            <a:pPr lvl="0"/>
            <a:r>
              <a:rPr lang="en-US" dirty="0"/>
              <a:t>First level</a:t>
            </a:r>
          </a:p>
        </p:txBody>
      </p:sp>
      <p:sp>
        <p:nvSpPr>
          <p:cNvPr id="10" name="Textplatzhalter 14">
            <a:extLst>
              <a:ext uri="{FF2B5EF4-FFF2-40B4-BE49-F238E27FC236}">
                <a16:creationId xmlns:a16="http://schemas.microsoft.com/office/drawing/2014/main" id="{D04322D5-0CE0-4328-BE55-EFF287C34B08}"/>
              </a:ext>
            </a:extLst>
          </p:cNvPr>
          <p:cNvSpPr>
            <a:spLocks noGrp="1"/>
          </p:cNvSpPr>
          <p:nvPr>
            <p:ph type="body" sz="quarter" idx="14" hasCustomPrompt="1"/>
          </p:nvPr>
        </p:nvSpPr>
        <p:spPr>
          <a:xfrm>
            <a:off x="2387600" y="5968800"/>
            <a:ext cx="1692900" cy="546124"/>
          </a:xfrm>
        </p:spPr>
        <p:txBody>
          <a:bodyPr anchor="b" anchorCtr="0"/>
          <a:lstStyle>
            <a:lvl1pPr>
              <a:lnSpc>
                <a:spcPct val="100000"/>
              </a:lnSpc>
              <a:defRPr sz="1100">
                <a:solidFill>
                  <a:schemeClr val="bg1"/>
                </a:solidFill>
              </a:defRPr>
            </a:lvl1pPr>
          </a:lstStyle>
          <a:p>
            <a:pPr lvl="0"/>
            <a:r>
              <a:rPr lang="en-US" dirty="0"/>
              <a:t>First level</a:t>
            </a:r>
          </a:p>
        </p:txBody>
      </p:sp>
      <p:sp>
        <p:nvSpPr>
          <p:cNvPr id="7" name="Textplatzhalter 4">
            <a:extLst>
              <a:ext uri="{FF2B5EF4-FFF2-40B4-BE49-F238E27FC236}">
                <a16:creationId xmlns:a16="http://schemas.microsoft.com/office/drawing/2014/main" id="{0A8EF058-F745-44F5-9C5A-CB9010BB2328}"/>
              </a:ext>
            </a:extLst>
          </p:cNvPr>
          <p:cNvSpPr>
            <a:spLocks noGrp="1"/>
          </p:cNvSpPr>
          <p:nvPr>
            <p:ph type="body" sz="quarter" idx="15"/>
          </p:nvPr>
        </p:nvSpPr>
        <p:spPr>
          <a:xfrm rot="16200000">
            <a:off x="11016000" y="5772158"/>
            <a:ext cx="1281600" cy="144000"/>
          </a:xfrm>
        </p:spPr>
        <p:txBody>
          <a:bodyPr anchor="b" anchorCtr="0"/>
          <a:lstStyle>
            <a:lvl1pPr>
              <a:defRPr sz="800">
                <a:solidFill>
                  <a:schemeClr val="bg1"/>
                </a:solidFill>
              </a:defRPr>
            </a:lvl1pPr>
            <a:lvl5pPr marL="288000" indent="0">
              <a:buNone/>
              <a:defRPr/>
            </a:lvl5pPr>
          </a:lstStyle>
          <a:p>
            <a:pPr lvl="0"/>
            <a:r>
              <a:rPr lang="en-US"/>
              <a:t>Click to edit Master text styles</a:t>
            </a:r>
          </a:p>
        </p:txBody>
      </p:sp>
    </p:spTree>
    <p:extLst>
      <p:ext uri="{BB962C8B-B14F-4D97-AF65-F5344CB8AC3E}">
        <p14:creationId xmlns:p14="http://schemas.microsoft.com/office/powerpoint/2010/main" val="4152900743"/>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Title + image">
    <p:spTree>
      <p:nvGrpSpPr>
        <p:cNvPr id="1" name=""/>
        <p:cNvGrpSpPr/>
        <p:nvPr/>
      </p:nvGrpSpPr>
      <p:grpSpPr>
        <a:xfrm>
          <a:off x="0" y="0"/>
          <a:ext cx="0" cy="0"/>
          <a:chOff x="0" y="0"/>
          <a:chExt cx="0" cy="0"/>
        </a:xfrm>
      </p:grpSpPr>
      <p:sp>
        <p:nvSpPr>
          <p:cNvPr id="13" name="Bildplatzhalter 12">
            <a:extLst>
              <a:ext uri="{FF2B5EF4-FFF2-40B4-BE49-F238E27FC236}">
                <a16:creationId xmlns:a16="http://schemas.microsoft.com/office/drawing/2014/main" id="{E2581BF6-597A-45B4-8AC9-E60836C8E9B7}"/>
              </a:ext>
              <a:ext uri="{C183D7F6-B498-43B3-948B-1728B52AA6E4}">
                <adec:decorative xmlns:adec="http://schemas.microsoft.com/office/drawing/2017/decorative" val="1"/>
              </a:ext>
            </a:extLst>
          </p:cNvPr>
          <p:cNvSpPr>
            <a:spLocks noGrp="1"/>
          </p:cNvSpPr>
          <p:nvPr>
            <p:ph type="pic" sz="quarter" idx="10"/>
          </p:nvPr>
        </p:nvSpPr>
        <p:spPr>
          <a:xfrm>
            <a:off x="5335200" y="2"/>
            <a:ext cx="6858000" cy="6858000"/>
          </a:xfrm>
          <a:solidFill>
            <a:schemeClr val="tx2"/>
          </a:solidFill>
        </p:spPr>
        <p:txBody>
          <a:bodyPr/>
          <a:lstStyle/>
          <a:p>
            <a:r>
              <a:rPr lang="en-US"/>
              <a:t>Click icon to add picture</a:t>
            </a:r>
            <a:endParaRPr lang="en-US" dirty="0"/>
          </a:p>
        </p:txBody>
      </p:sp>
      <p:sp>
        <p:nvSpPr>
          <p:cNvPr id="2" name="Titel 1">
            <a:extLst>
              <a:ext uri="{FF2B5EF4-FFF2-40B4-BE49-F238E27FC236}">
                <a16:creationId xmlns:a16="http://schemas.microsoft.com/office/drawing/2014/main" id="{54344D3D-750E-4AA5-BD45-F6CFA3D07F07}"/>
              </a:ext>
            </a:extLst>
          </p:cNvPr>
          <p:cNvSpPr>
            <a:spLocks noGrp="1"/>
          </p:cNvSpPr>
          <p:nvPr>
            <p:ph type="ctrTitle"/>
          </p:nvPr>
        </p:nvSpPr>
        <p:spPr>
          <a:xfrm>
            <a:off x="478800" y="1836000"/>
            <a:ext cx="4680000" cy="2400235"/>
          </a:xfrm>
        </p:spPr>
        <p:txBody>
          <a:bodyPr rIns="216000" anchor="ctr" anchorCtr="0"/>
          <a:lstStyle>
            <a:lvl1pPr algn="l">
              <a:lnSpc>
                <a:spcPts val="7000"/>
              </a:lnSpc>
              <a:defRPr sz="7000"/>
            </a:lvl1pPr>
          </a:lstStyle>
          <a:p>
            <a:r>
              <a:rPr lang="en-US"/>
              <a:t>Click to edit Master title style</a:t>
            </a:r>
            <a:endParaRPr lang="en-US" dirty="0"/>
          </a:p>
        </p:txBody>
      </p:sp>
      <p:sp>
        <p:nvSpPr>
          <p:cNvPr id="3" name="Untertitel 2">
            <a:extLst>
              <a:ext uri="{FF2B5EF4-FFF2-40B4-BE49-F238E27FC236}">
                <a16:creationId xmlns:a16="http://schemas.microsoft.com/office/drawing/2014/main" id="{9F4A5A7B-32F1-4538-86EC-D0B2317455D4}"/>
              </a:ext>
            </a:extLst>
          </p:cNvPr>
          <p:cNvSpPr>
            <a:spLocks noGrp="1"/>
          </p:cNvSpPr>
          <p:nvPr>
            <p:ph type="subTitle" idx="1"/>
          </p:nvPr>
        </p:nvSpPr>
        <p:spPr>
          <a:xfrm>
            <a:off x="478800" y="4788000"/>
            <a:ext cx="4680000" cy="562065"/>
          </a:xfrm>
        </p:spPr>
        <p:txBody>
          <a:bodyPr rIns="216000"/>
          <a:lstStyle>
            <a:lvl1pPr marL="0" indent="0" algn="l">
              <a:buNone/>
              <a:defRPr sz="1600"/>
            </a:lvl1pPr>
            <a:lvl2pPr marL="483855" indent="0" algn="ctr">
              <a:buNone/>
              <a:defRPr sz="2117"/>
            </a:lvl2pPr>
            <a:lvl3pPr marL="967710" indent="0" algn="ctr">
              <a:buNone/>
              <a:defRPr sz="1905"/>
            </a:lvl3pPr>
            <a:lvl4pPr marL="1451564" indent="0" algn="ctr">
              <a:buNone/>
              <a:defRPr sz="1693"/>
            </a:lvl4pPr>
            <a:lvl5pPr marL="1935419" indent="0" algn="ctr">
              <a:buNone/>
              <a:defRPr sz="1693"/>
            </a:lvl5pPr>
            <a:lvl6pPr marL="2419274" indent="0" algn="ctr">
              <a:buNone/>
              <a:defRPr sz="1693"/>
            </a:lvl6pPr>
            <a:lvl7pPr marL="2903129" indent="0" algn="ctr">
              <a:buNone/>
              <a:defRPr sz="1693"/>
            </a:lvl7pPr>
            <a:lvl8pPr marL="3386983" indent="0" algn="ctr">
              <a:buNone/>
              <a:defRPr sz="1693"/>
            </a:lvl8pPr>
            <a:lvl9pPr marL="3870838" indent="0" algn="ctr">
              <a:buNone/>
              <a:defRPr sz="1693"/>
            </a:lvl9pPr>
          </a:lstStyle>
          <a:p>
            <a:r>
              <a:rPr lang="en-US"/>
              <a:t>Click to edit Master subtitle style</a:t>
            </a:r>
            <a:endParaRPr lang="en-US" dirty="0"/>
          </a:p>
        </p:txBody>
      </p:sp>
      <p:pic>
        <p:nvPicPr>
          <p:cNvPr id="11" name="Grafik 10">
            <a:extLst>
              <a:ext uri="{FF2B5EF4-FFF2-40B4-BE49-F238E27FC236}">
                <a16:creationId xmlns:a16="http://schemas.microsoft.com/office/drawing/2014/main" id="{9DB0C78F-5BF6-4741-8EF4-0317AF8FB6BD}"/>
              </a:ext>
              <a:ext uri="{C183D7F6-B498-43B3-948B-1728B52AA6E4}">
                <adec:decorative xmlns:adec="http://schemas.microsoft.com/office/drawing/2017/decorative" val="1"/>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79425" y="476250"/>
            <a:ext cx="2057313" cy="509277"/>
          </a:xfrm>
          <a:prstGeom prst="rect">
            <a:avLst/>
          </a:prstGeom>
        </p:spPr>
      </p:pic>
      <p:sp>
        <p:nvSpPr>
          <p:cNvPr id="12" name="Textplatzhalter 14">
            <a:extLst>
              <a:ext uri="{FF2B5EF4-FFF2-40B4-BE49-F238E27FC236}">
                <a16:creationId xmlns:a16="http://schemas.microsoft.com/office/drawing/2014/main" id="{010BB3A1-81DC-451B-8834-303DDC61D17D}"/>
              </a:ext>
            </a:extLst>
          </p:cNvPr>
          <p:cNvSpPr>
            <a:spLocks noGrp="1"/>
          </p:cNvSpPr>
          <p:nvPr>
            <p:ph type="body" sz="quarter" idx="11" hasCustomPrompt="1"/>
          </p:nvPr>
        </p:nvSpPr>
        <p:spPr>
          <a:xfrm>
            <a:off x="478800" y="5968800"/>
            <a:ext cx="1692900" cy="546124"/>
          </a:xfrm>
        </p:spPr>
        <p:txBody>
          <a:bodyPr anchor="b" anchorCtr="0"/>
          <a:lstStyle>
            <a:lvl1pPr>
              <a:lnSpc>
                <a:spcPct val="100000"/>
              </a:lnSpc>
              <a:defRPr sz="1100">
                <a:solidFill>
                  <a:schemeClr val="bg1"/>
                </a:solidFill>
              </a:defRPr>
            </a:lvl1pPr>
          </a:lstStyle>
          <a:p>
            <a:pPr lvl="0"/>
            <a:r>
              <a:rPr lang="en-US" dirty="0"/>
              <a:t>First level</a:t>
            </a:r>
          </a:p>
        </p:txBody>
      </p:sp>
      <p:sp>
        <p:nvSpPr>
          <p:cNvPr id="14" name="Textplatzhalter 14">
            <a:extLst>
              <a:ext uri="{FF2B5EF4-FFF2-40B4-BE49-F238E27FC236}">
                <a16:creationId xmlns:a16="http://schemas.microsoft.com/office/drawing/2014/main" id="{C2200793-2927-4E26-AE27-C3EF192AC9F7}"/>
              </a:ext>
            </a:extLst>
          </p:cNvPr>
          <p:cNvSpPr>
            <a:spLocks noGrp="1"/>
          </p:cNvSpPr>
          <p:nvPr>
            <p:ph type="body" sz="quarter" idx="14" hasCustomPrompt="1"/>
          </p:nvPr>
        </p:nvSpPr>
        <p:spPr>
          <a:xfrm>
            <a:off x="2387600" y="5968800"/>
            <a:ext cx="1692900" cy="546124"/>
          </a:xfrm>
        </p:spPr>
        <p:txBody>
          <a:bodyPr anchor="b" anchorCtr="0"/>
          <a:lstStyle>
            <a:lvl1pPr>
              <a:lnSpc>
                <a:spcPct val="100000"/>
              </a:lnSpc>
              <a:defRPr sz="1100">
                <a:solidFill>
                  <a:schemeClr val="bg1"/>
                </a:solidFill>
              </a:defRPr>
            </a:lvl1pPr>
          </a:lstStyle>
          <a:p>
            <a:pPr lvl="0"/>
            <a:r>
              <a:rPr lang="en-US" dirty="0"/>
              <a:t>First level</a:t>
            </a:r>
          </a:p>
        </p:txBody>
      </p:sp>
      <p:sp>
        <p:nvSpPr>
          <p:cNvPr id="5" name="Textplatzhalter 4">
            <a:extLst>
              <a:ext uri="{FF2B5EF4-FFF2-40B4-BE49-F238E27FC236}">
                <a16:creationId xmlns:a16="http://schemas.microsoft.com/office/drawing/2014/main" id="{644D99D3-D209-4B5F-AFD8-F759B2994FFA}"/>
              </a:ext>
            </a:extLst>
          </p:cNvPr>
          <p:cNvSpPr>
            <a:spLocks noGrp="1"/>
          </p:cNvSpPr>
          <p:nvPr>
            <p:ph type="body" sz="quarter" idx="15"/>
          </p:nvPr>
        </p:nvSpPr>
        <p:spPr>
          <a:xfrm rot="-5400000">
            <a:off x="11016000" y="5772158"/>
            <a:ext cx="1281600" cy="144000"/>
          </a:xfrm>
        </p:spPr>
        <p:txBody>
          <a:bodyPr anchor="b" anchorCtr="0"/>
          <a:lstStyle>
            <a:lvl1pPr>
              <a:defRPr sz="800">
                <a:solidFill>
                  <a:schemeClr val="tx1"/>
                </a:solidFill>
              </a:defRPr>
            </a:lvl1pPr>
            <a:lvl5pPr marL="288000" indent="0">
              <a:buNone/>
              <a:defRPr/>
            </a:lvl5pPr>
          </a:lstStyle>
          <a:p>
            <a:pPr lvl="0"/>
            <a:r>
              <a:rPr lang="en-US"/>
              <a:t>Click to edit Master text styles</a:t>
            </a:r>
          </a:p>
        </p:txBody>
      </p:sp>
    </p:spTree>
    <p:extLst>
      <p:ext uri="{BB962C8B-B14F-4D97-AF65-F5344CB8AC3E}">
        <p14:creationId xmlns:p14="http://schemas.microsoft.com/office/powerpoint/2010/main" val="1516043107"/>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preserve="1">
  <p:cSld name="Title blue">
    <p:bg>
      <p:bgPr>
        <a:solidFill>
          <a:srgbClr val="122B54"/>
        </a:solidFill>
        <a:effectLst/>
      </p:bgPr>
    </p:bg>
    <p:spTree>
      <p:nvGrpSpPr>
        <p:cNvPr id="1" name=""/>
        <p:cNvGrpSpPr/>
        <p:nvPr/>
      </p:nvGrpSpPr>
      <p:grpSpPr>
        <a:xfrm>
          <a:off x="0" y="0"/>
          <a:ext cx="0" cy="0"/>
          <a:chOff x="0" y="0"/>
          <a:chExt cx="0" cy="0"/>
        </a:xfrm>
      </p:grpSpPr>
      <p:pic>
        <p:nvPicPr>
          <p:cNvPr id="6" name="Grafik 5">
            <a:extLst>
              <a:ext uri="{FF2B5EF4-FFF2-40B4-BE49-F238E27FC236}">
                <a16:creationId xmlns:a16="http://schemas.microsoft.com/office/drawing/2014/main" id="{3FA13754-0890-465C-BA8A-E18B554E317E}"/>
              </a:ext>
              <a:ext uri="{C183D7F6-B498-43B3-948B-1728B52AA6E4}">
                <adec:decorative xmlns:adec="http://schemas.microsoft.com/office/drawing/2017/decorative" val="1"/>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79425" y="476250"/>
            <a:ext cx="2057313" cy="509277"/>
          </a:xfrm>
          <a:prstGeom prst="rect">
            <a:avLst/>
          </a:prstGeom>
        </p:spPr>
      </p:pic>
      <p:sp>
        <p:nvSpPr>
          <p:cNvPr id="7" name="Titel 1">
            <a:extLst>
              <a:ext uri="{FF2B5EF4-FFF2-40B4-BE49-F238E27FC236}">
                <a16:creationId xmlns:a16="http://schemas.microsoft.com/office/drawing/2014/main" id="{855A5846-4501-444B-8F41-805425817451}"/>
              </a:ext>
            </a:extLst>
          </p:cNvPr>
          <p:cNvSpPr>
            <a:spLocks noGrp="1"/>
          </p:cNvSpPr>
          <p:nvPr>
            <p:ph type="ctrTitle" hasCustomPrompt="1"/>
          </p:nvPr>
        </p:nvSpPr>
        <p:spPr>
          <a:xfrm>
            <a:off x="479424" y="1773239"/>
            <a:ext cx="11233151" cy="1620000"/>
          </a:xfrm>
        </p:spPr>
        <p:txBody>
          <a:bodyPr rIns="216000" anchor="b" anchorCtr="0"/>
          <a:lstStyle>
            <a:lvl1pPr algn="l">
              <a:lnSpc>
                <a:spcPts val="8500"/>
              </a:lnSpc>
              <a:defRPr sz="8500">
                <a:solidFill>
                  <a:schemeClr val="tx1"/>
                </a:solidFill>
              </a:defRPr>
            </a:lvl1pPr>
          </a:lstStyle>
          <a:p>
            <a:r>
              <a:rPr lang="en-US" dirty="0"/>
              <a:t>Master title</a:t>
            </a:r>
          </a:p>
        </p:txBody>
      </p:sp>
      <p:sp>
        <p:nvSpPr>
          <p:cNvPr id="8" name="Untertitel 2">
            <a:extLst>
              <a:ext uri="{FF2B5EF4-FFF2-40B4-BE49-F238E27FC236}">
                <a16:creationId xmlns:a16="http://schemas.microsoft.com/office/drawing/2014/main" id="{7909B2E5-8CFF-4102-B771-B048BAA6DB84}"/>
              </a:ext>
            </a:extLst>
          </p:cNvPr>
          <p:cNvSpPr>
            <a:spLocks noGrp="1"/>
          </p:cNvSpPr>
          <p:nvPr>
            <p:ph type="subTitle" idx="1" hasCustomPrompt="1"/>
          </p:nvPr>
        </p:nvSpPr>
        <p:spPr>
          <a:xfrm>
            <a:off x="4295776" y="3384000"/>
            <a:ext cx="7416800" cy="1656000"/>
          </a:xfrm>
        </p:spPr>
        <p:txBody>
          <a:bodyPr rIns="216000"/>
          <a:lstStyle>
            <a:lvl1pPr marL="0" indent="0" algn="l">
              <a:lnSpc>
                <a:spcPts val="8500"/>
              </a:lnSpc>
              <a:buNone/>
              <a:defRPr sz="8500">
                <a:solidFill>
                  <a:srgbClr val="13A0D3"/>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 style</a:t>
            </a:r>
          </a:p>
        </p:txBody>
      </p:sp>
      <p:sp>
        <p:nvSpPr>
          <p:cNvPr id="9" name="Textplatzhalter 14">
            <a:extLst>
              <a:ext uri="{FF2B5EF4-FFF2-40B4-BE49-F238E27FC236}">
                <a16:creationId xmlns:a16="http://schemas.microsoft.com/office/drawing/2014/main" id="{A89B177C-F8F6-4738-B4AF-9E4A8243858F}"/>
              </a:ext>
            </a:extLst>
          </p:cNvPr>
          <p:cNvSpPr>
            <a:spLocks noGrp="1"/>
          </p:cNvSpPr>
          <p:nvPr>
            <p:ph type="body" sz="quarter" idx="11" hasCustomPrompt="1"/>
          </p:nvPr>
        </p:nvSpPr>
        <p:spPr>
          <a:xfrm>
            <a:off x="478800" y="5968800"/>
            <a:ext cx="1692900" cy="546124"/>
          </a:xfrm>
        </p:spPr>
        <p:txBody>
          <a:bodyPr anchor="b" anchorCtr="0"/>
          <a:lstStyle>
            <a:lvl1pPr>
              <a:lnSpc>
                <a:spcPct val="100000"/>
              </a:lnSpc>
              <a:defRPr sz="1100">
                <a:solidFill>
                  <a:schemeClr val="tx1"/>
                </a:solidFill>
              </a:defRPr>
            </a:lvl1pPr>
          </a:lstStyle>
          <a:p>
            <a:pPr lvl="0"/>
            <a:r>
              <a:rPr lang="en-US" dirty="0"/>
              <a:t>First level</a:t>
            </a:r>
          </a:p>
        </p:txBody>
      </p:sp>
      <p:sp>
        <p:nvSpPr>
          <p:cNvPr id="10" name="Textplatzhalter 14">
            <a:extLst>
              <a:ext uri="{FF2B5EF4-FFF2-40B4-BE49-F238E27FC236}">
                <a16:creationId xmlns:a16="http://schemas.microsoft.com/office/drawing/2014/main" id="{D04322D5-0CE0-4328-BE55-EFF287C34B08}"/>
              </a:ext>
            </a:extLst>
          </p:cNvPr>
          <p:cNvSpPr>
            <a:spLocks noGrp="1"/>
          </p:cNvSpPr>
          <p:nvPr>
            <p:ph type="body" sz="quarter" idx="14" hasCustomPrompt="1"/>
          </p:nvPr>
        </p:nvSpPr>
        <p:spPr>
          <a:xfrm>
            <a:off x="2387600" y="5968800"/>
            <a:ext cx="1692900" cy="546124"/>
          </a:xfrm>
        </p:spPr>
        <p:txBody>
          <a:bodyPr anchor="b" anchorCtr="0"/>
          <a:lstStyle>
            <a:lvl1pPr>
              <a:lnSpc>
                <a:spcPct val="100000"/>
              </a:lnSpc>
              <a:defRPr sz="1100">
                <a:solidFill>
                  <a:schemeClr val="tx1"/>
                </a:solidFill>
              </a:defRPr>
            </a:lvl1pPr>
          </a:lstStyle>
          <a:p>
            <a:pPr lvl="0"/>
            <a:r>
              <a:rPr lang="en-US" dirty="0"/>
              <a:t>First level</a:t>
            </a:r>
          </a:p>
          <a:p>
            <a:pPr lvl="0"/>
            <a:r>
              <a:rPr lang="en-US" dirty="0"/>
              <a:t>Second row</a:t>
            </a:r>
          </a:p>
        </p:txBody>
      </p:sp>
      <p:sp>
        <p:nvSpPr>
          <p:cNvPr id="12" name="Textplatzhalter 4">
            <a:extLst>
              <a:ext uri="{FF2B5EF4-FFF2-40B4-BE49-F238E27FC236}">
                <a16:creationId xmlns:a16="http://schemas.microsoft.com/office/drawing/2014/main" id="{915B85D1-F199-4887-990C-E3BAA240783E}"/>
              </a:ext>
            </a:extLst>
          </p:cNvPr>
          <p:cNvSpPr>
            <a:spLocks noGrp="1"/>
          </p:cNvSpPr>
          <p:nvPr>
            <p:ph type="body" sz="quarter" idx="15"/>
          </p:nvPr>
        </p:nvSpPr>
        <p:spPr>
          <a:xfrm rot="16200000">
            <a:off x="11016000" y="5772158"/>
            <a:ext cx="1281600" cy="144000"/>
          </a:xfrm>
        </p:spPr>
        <p:txBody>
          <a:bodyPr anchor="b" anchorCtr="0"/>
          <a:lstStyle>
            <a:lvl1pPr>
              <a:defRPr sz="800">
                <a:solidFill>
                  <a:schemeClr val="tx1"/>
                </a:solidFill>
              </a:defRPr>
            </a:lvl1pPr>
            <a:lvl5pPr marL="288000" indent="0">
              <a:buNone/>
              <a:defRPr/>
            </a:lvl5pPr>
          </a:lstStyle>
          <a:p>
            <a:pPr lvl="0"/>
            <a:r>
              <a:rPr lang="en-US"/>
              <a:t>Click to edit Master text styles</a:t>
            </a:r>
          </a:p>
        </p:txBody>
      </p:sp>
    </p:spTree>
    <p:extLst>
      <p:ext uri="{BB962C8B-B14F-4D97-AF65-F5344CB8AC3E}">
        <p14:creationId xmlns:p14="http://schemas.microsoft.com/office/powerpoint/2010/main" val="513057355"/>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preserve="1">
  <p:cSld name="Title whi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34A093-8B28-4E43-B2A4-684048524E58}"/>
              </a:ext>
            </a:extLst>
          </p:cNvPr>
          <p:cNvSpPr>
            <a:spLocks noGrp="1"/>
          </p:cNvSpPr>
          <p:nvPr>
            <p:ph type="title"/>
          </p:nvPr>
        </p:nvSpPr>
        <p:spPr>
          <a:xfrm>
            <a:off x="478800" y="2315700"/>
            <a:ext cx="11233775" cy="2887655"/>
          </a:xfrm>
        </p:spPr>
        <p:txBody>
          <a:bodyPr/>
          <a:lstStyle>
            <a:lvl1pPr>
              <a:lnSpc>
                <a:spcPts val="8500"/>
              </a:lnSpc>
              <a:defRPr lang="en-US" sz="8500" kern="1200" smtClean="0">
                <a:solidFill>
                  <a:schemeClr val="bg1"/>
                </a:solidFill>
                <a:latin typeface="+mj-lt"/>
                <a:ea typeface="+mn-ea"/>
                <a:cs typeface="+mn-cs"/>
              </a:defRPr>
            </a:lvl1pPr>
          </a:lstStyle>
          <a:p>
            <a:r>
              <a:rPr lang="en-US" noProof="0"/>
              <a:t>Click to edit Master title style</a:t>
            </a:r>
          </a:p>
        </p:txBody>
      </p:sp>
      <p:pic>
        <p:nvPicPr>
          <p:cNvPr id="6" name="Grafik 5">
            <a:extLst>
              <a:ext uri="{FF2B5EF4-FFF2-40B4-BE49-F238E27FC236}">
                <a16:creationId xmlns:a16="http://schemas.microsoft.com/office/drawing/2014/main" id="{3FA13754-0890-465C-BA8A-E18B554E317E}"/>
              </a:ext>
              <a:ext uri="{C183D7F6-B498-43B3-948B-1728B52AA6E4}">
                <adec:decorative xmlns:adec="http://schemas.microsoft.com/office/drawing/2017/decorative" val="1"/>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79425" y="476250"/>
            <a:ext cx="2057313" cy="509277"/>
          </a:xfrm>
          <a:prstGeom prst="rect">
            <a:avLst/>
          </a:prstGeom>
        </p:spPr>
      </p:pic>
      <p:sp>
        <p:nvSpPr>
          <p:cNvPr id="9" name="Textplatzhalter 14">
            <a:extLst>
              <a:ext uri="{FF2B5EF4-FFF2-40B4-BE49-F238E27FC236}">
                <a16:creationId xmlns:a16="http://schemas.microsoft.com/office/drawing/2014/main" id="{A89B177C-F8F6-4738-B4AF-9E4A8243858F}"/>
              </a:ext>
            </a:extLst>
          </p:cNvPr>
          <p:cNvSpPr>
            <a:spLocks noGrp="1"/>
          </p:cNvSpPr>
          <p:nvPr>
            <p:ph type="body" sz="quarter" idx="11" hasCustomPrompt="1"/>
          </p:nvPr>
        </p:nvSpPr>
        <p:spPr>
          <a:xfrm>
            <a:off x="478800" y="5968800"/>
            <a:ext cx="1692900" cy="546124"/>
          </a:xfrm>
        </p:spPr>
        <p:txBody>
          <a:bodyPr anchor="b" anchorCtr="0"/>
          <a:lstStyle>
            <a:lvl1pPr>
              <a:lnSpc>
                <a:spcPct val="100000"/>
              </a:lnSpc>
              <a:defRPr sz="1100">
                <a:solidFill>
                  <a:schemeClr val="bg1"/>
                </a:solidFill>
              </a:defRPr>
            </a:lvl1pPr>
          </a:lstStyle>
          <a:p>
            <a:pPr lvl="0"/>
            <a:r>
              <a:rPr lang="en-US" dirty="0"/>
              <a:t>First level</a:t>
            </a:r>
          </a:p>
        </p:txBody>
      </p:sp>
      <p:sp>
        <p:nvSpPr>
          <p:cNvPr id="10" name="Textplatzhalter 14">
            <a:extLst>
              <a:ext uri="{FF2B5EF4-FFF2-40B4-BE49-F238E27FC236}">
                <a16:creationId xmlns:a16="http://schemas.microsoft.com/office/drawing/2014/main" id="{D04322D5-0CE0-4328-BE55-EFF287C34B08}"/>
              </a:ext>
            </a:extLst>
          </p:cNvPr>
          <p:cNvSpPr>
            <a:spLocks noGrp="1"/>
          </p:cNvSpPr>
          <p:nvPr>
            <p:ph type="body" sz="quarter" idx="14" hasCustomPrompt="1"/>
          </p:nvPr>
        </p:nvSpPr>
        <p:spPr>
          <a:xfrm>
            <a:off x="2387600" y="5968800"/>
            <a:ext cx="1692900" cy="546124"/>
          </a:xfrm>
        </p:spPr>
        <p:txBody>
          <a:bodyPr anchor="b" anchorCtr="0"/>
          <a:lstStyle>
            <a:lvl1pPr>
              <a:lnSpc>
                <a:spcPct val="100000"/>
              </a:lnSpc>
              <a:defRPr sz="1100">
                <a:solidFill>
                  <a:schemeClr val="bg1"/>
                </a:solidFill>
              </a:defRPr>
            </a:lvl1pPr>
          </a:lstStyle>
          <a:p>
            <a:pPr lvl="0"/>
            <a:r>
              <a:rPr lang="en-US" dirty="0"/>
              <a:t>First level</a:t>
            </a:r>
          </a:p>
        </p:txBody>
      </p:sp>
      <p:sp>
        <p:nvSpPr>
          <p:cNvPr id="7" name="Textplatzhalter 4">
            <a:extLst>
              <a:ext uri="{FF2B5EF4-FFF2-40B4-BE49-F238E27FC236}">
                <a16:creationId xmlns:a16="http://schemas.microsoft.com/office/drawing/2014/main" id="{0A8EF058-F745-44F5-9C5A-CB9010BB2328}"/>
              </a:ext>
            </a:extLst>
          </p:cNvPr>
          <p:cNvSpPr>
            <a:spLocks noGrp="1"/>
          </p:cNvSpPr>
          <p:nvPr>
            <p:ph type="body" sz="quarter" idx="15"/>
          </p:nvPr>
        </p:nvSpPr>
        <p:spPr>
          <a:xfrm rot="16200000">
            <a:off x="11016000" y="5772158"/>
            <a:ext cx="1281600" cy="144000"/>
          </a:xfrm>
        </p:spPr>
        <p:txBody>
          <a:bodyPr anchor="b" anchorCtr="0"/>
          <a:lstStyle>
            <a:lvl1pPr>
              <a:defRPr sz="800">
                <a:solidFill>
                  <a:schemeClr val="bg1"/>
                </a:solidFill>
              </a:defRPr>
            </a:lvl1pPr>
            <a:lvl5pPr marL="288000" indent="0">
              <a:buNone/>
              <a:defRPr/>
            </a:lvl5pPr>
          </a:lstStyle>
          <a:p>
            <a:pPr lvl="0"/>
            <a:r>
              <a:rPr lang="en-US"/>
              <a:t>Click to edit Master text styles</a:t>
            </a:r>
          </a:p>
        </p:txBody>
      </p:sp>
    </p:spTree>
    <p:extLst>
      <p:ext uri="{BB962C8B-B14F-4D97-AF65-F5344CB8AC3E}">
        <p14:creationId xmlns:p14="http://schemas.microsoft.com/office/powerpoint/2010/main" val="113419687"/>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p:cSld name="Title + image">
    <p:spTree>
      <p:nvGrpSpPr>
        <p:cNvPr id="1" name=""/>
        <p:cNvGrpSpPr/>
        <p:nvPr/>
      </p:nvGrpSpPr>
      <p:grpSpPr>
        <a:xfrm>
          <a:off x="0" y="0"/>
          <a:ext cx="0" cy="0"/>
          <a:chOff x="0" y="0"/>
          <a:chExt cx="0" cy="0"/>
        </a:xfrm>
      </p:grpSpPr>
      <p:sp>
        <p:nvSpPr>
          <p:cNvPr id="13" name="Bildplatzhalter 12">
            <a:extLst>
              <a:ext uri="{FF2B5EF4-FFF2-40B4-BE49-F238E27FC236}">
                <a16:creationId xmlns:a16="http://schemas.microsoft.com/office/drawing/2014/main" id="{E2581BF6-597A-45B4-8AC9-E60836C8E9B7}"/>
              </a:ext>
              <a:ext uri="{C183D7F6-B498-43B3-948B-1728B52AA6E4}">
                <adec:decorative xmlns:adec="http://schemas.microsoft.com/office/drawing/2017/decorative" val="1"/>
              </a:ext>
            </a:extLst>
          </p:cNvPr>
          <p:cNvSpPr>
            <a:spLocks noGrp="1"/>
          </p:cNvSpPr>
          <p:nvPr>
            <p:ph type="pic" sz="quarter" idx="10"/>
          </p:nvPr>
        </p:nvSpPr>
        <p:spPr>
          <a:xfrm>
            <a:off x="5335200" y="2"/>
            <a:ext cx="6858000" cy="6858000"/>
          </a:xfrm>
          <a:solidFill>
            <a:schemeClr val="tx2"/>
          </a:solidFill>
        </p:spPr>
        <p:txBody>
          <a:bodyPr/>
          <a:lstStyle/>
          <a:p>
            <a:r>
              <a:rPr lang="en-US"/>
              <a:t>Click icon to add picture</a:t>
            </a:r>
            <a:endParaRPr lang="en-US" dirty="0"/>
          </a:p>
        </p:txBody>
      </p:sp>
      <p:sp>
        <p:nvSpPr>
          <p:cNvPr id="2" name="Titel 1">
            <a:extLst>
              <a:ext uri="{FF2B5EF4-FFF2-40B4-BE49-F238E27FC236}">
                <a16:creationId xmlns:a16="http://schemas.microsoft.com/office/drawing/2014/main" id="{54344D3D-750E-4AA5-BD45-F6CFA3D07F07}"/>
              </a:ext>
            </a:extLst>
          </p:cNvPr>
          <p:cNvSpPr>
            <a:spLocks noGrp="1"/>
          </p:cNvSpPr>
          <p:nvPr>
            <p:ph type="ctrTitle"/>
          </p:nvPr>
        </p:nvSpPr>
        <p:spPr>
          <a:xfrm>
            <a:off x="478800" y="1836000"/>
            <a:ext cx="4680000" cy="2400235"/>
          </a:xfrm>
        </p:spPr>
        <p:txBody>
          <a:bodyPr rIns="216000" anchor="ctr" anchorCtr="0"/>
          <a:lstStyle>
            <a:lvl1pPr algn="l">
              <a:lnSpc>
                <a:spcPts val="7000"/>
              </a:lnSpc>
              <a:defRPr sz="7000"/>
            </a:lvl1pPr>
          </a:lstStyle>
          <a:p>
            <a:r>
              <a:rPr lang="en-US"/>
              <a:t>Click to edit Master title style</a:t>
            </a:r>
            <a:endParaRPr lang="en-US" dirty="0"/>
          </a:p>
        </p:txBody>
      </p:sp>
      <p:sp>
        <p:nvSpPr>
          <p:cNvPr id="3" name="Untertitel 2">
            <a:extLst>
              <a:ext uri="{FF2B5EF4-FFF2-40B4-BE49-F238E27FC236}">
                <a16:creationId xmlns:a16="http://schemas.microsoft.com/office/drawing/2014/main" id="{9F4A5A7B-32F1-4538-86EC-D0B2317455D4}"/>
              </a:ext>
            </a:extLst>
          </p:cNvPr>
          <p:cNvSpPr>
            <a:spLocks noGrp="1"/>
          </p:cNvSpPr>
          <p:nvPr>
            <p:ph type="subTitle" idx="1"/>
          </p:nvPr>
        </p:nvSpPr>
        <p:spPr>
          <a:xfrm>
            <a:off x="478800" y="4788000"/>
            <a:ext cx="4680000" cy="562065"/>
          </a:xfrm>
        </p:spPr>
        <p:txBody>
          <a:bodyPr rIns="216000"/>
          <a:lstStyle>
            <a:lvl1pPr marL="0" indent="0" algn="l">
              <a:buNone/>
              <a:defRPr sz="1600"/>
            </a:lvl1pPr>
            <a:lvl2pPr marL="483855" indent="0" algn="ctr">
              <a:buNone/>
              <a:defRPr sz="2117"/>
            </a:lvl2pPr>
            <a:lvl3pPr marL="967710" indent="0" algn="ctr">
              <a:buNone/>
              <a:defRPr sz="1905"/>
            </a:lvl3pPr>
            <a:lvl4pPr marL="1451564" indent="0" algn="ctr">
              <a:buNone/>
              <a:defRPr sz="1693"/>
            </a:lvl4pPr>
            <a:lvl5pPr marL="1935419" indent="0" algn="ctr">
              <a:buNone/>
              <a:defRPr sz="1693"/>
            </a:lvl5pPr>
            <a:lvl6pPr marL="2419274" indent="0" algn="ctr">
              <a:buNone/>
              <a:defRPr sz="1693"/>
            </a:lvl6pPr>
            <a:lvl7pPr marL="2903129" indent="0" algn="ctr">
              <a:buNone/>
              <a:defRPr sz="1693"/>
            </a:lvl7pPr>
            <a:lvl8pPr marL="3386983" indent="0" algn="ctr">
              <a:buNone/>
              <a:defRPr sz="1693"/>
            </a:lvl8pPr>
            <a:lvl9pPr marL="3870838" indent="0" algn="ctr">
              <a:buNone/>
              <a:defRPr sz="1693"/>
            </a:lvl9pPr>
          </a:lstStyle>
          <a:p>
            <a:r>
              <a:rPr lang="en-US"/>
              <a:t>Click to edit Master subtitle style</a:t>
            </a:r>
            <a:endParaRPr lang="en-US" dirty="0"/>
          </a:p>
        </p:txBody>
      </p:sp>
      <p:pic>
        <p:nvPicPr>
          <p:cNvPr id="11" name="Grafik 10">
            <a:extLst>
              <a:ext uri="{FF2B5EF4-FFF2-40B4-BE49-F238E27FC236}">
                <a16:creationId xmlns:a16="http://schemas.microsoft.com/office/drawing/2014/main" id="{9DB0C78F-5BF6-4741-8EF4-0317AF8FB6BD}"/>
              </a:ext>
              <a:ext uri="{C183D7F6-B498-43B3-948B-1728B52AA6E4}">
                <adec:decorative xmlns:adec="http://schemas.microsoft.com/office/drawing/2017/decorative" val="1"/>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79425" y="476250"/>
            <a:ext cx="2057313" cy="509277"/>
          </a:xfrm>
          <a:prstGeom prst="rect">
            <a:avLst/>
          </a:prstGeom>
        </p:spPr>
      </p:pic>
      <p:sp>
        <p:nvSpPr>
          <p:cNvPr id="12" name="Textplatzhalter 14">
            <a:extLst>
              <a:ext uri="{FF2B5EF4-FFF2-40B4-BE49-F238E27FC236}">
                <a16:creationId xmlns:a16="http://schemas.microsoft.com/office/drawing/2014/main" id="{010BB3A1-81DC-451B-8834-303DDC61D17D}"/>
              </a:ext>
            </a:extLst>
          </p:cNvPr>
          <p:cNvSpPr>
            <a:spLocks noGrp="1"/>
          </p:cNvSpPr>
          <p:nvPr>
            <p:ph type="body" sz="quarter" idx="11" hasCustomPrompt="1"/>
          </p:nvPr>
        </p:nvSpPr>
        <p:spPr>
          <a:xfrm>
            <a:off x="478800" y="5968800"/>
            <a:ext cx="1692900" cy="546124"/>
          </a:xfrm>
        </p:spPr>
        <p:txBody>
          <a:bodyPr anchor="b" anchorCtr="0"/>
          <a:lstStyle>
            <a:lvl1pPr>
              <a:lnSpc>
                <a:spcPct val="100000"/>
              </a:lnSpc>
              <a:defRPr sz="1100">
                <a:solidFill>
                  <a:schemeClr val="bg1"/>
                </a:solidFill>
              </a:defRPr>
            </a:lvl1pPr>
          </a:lstStyle>
          <a:p>
            <a:pPr lvl="0"/>
            <a:r>
              <a:rPr lang="en-US" dirty="0"/>
              <a:t>First level</a:t>
            </a:r>
          </a:p>
        </p:txBody>
      </p:sp>
      <p:sp>
        <p:nvSpPr>
          <p:cNvPr id="14" name="Textplatzhalter 14">
            <a:extLst>
              <a:ext uri="{FF2B5EF4-FFF2-40B4-BE49-F238E27FC236}">
                <a16:creationId xmlns:a16="http://schemas.microsoft.com/office/drawing/2014/main" id="{C2200793-2927-4E26-AE27-C3EF192AC9F7}"/>
              </a:ext>
            </a:extLst>
          </p:cNvPr>
          <p:cNvSpPr>
            <a:spLocks noGrp="1"/>
          </p:cNvSpPr>
          <p:nvPr>
            <p:ph type="body" sz="quarter" idx="14" hasCustomPrompt="1"/>
          </p:nvPr>
        </p:nvSpPr>
        <p:spPr>
          <a:xfrm>
            <a:off x="2387600" y="5968800"/>
            <a:ext cx="1692900" cy="546124"/>
          </a:xfrm>
        </p:spPr>
        <p:txBody>
          <a:bodyPr anchor="b" anchorCtr="0"/>
          <a:lstStyle>
            <a:lvl1pPr>
              <a:lnSpc>
                <a:spcPct val="100000"/>
              </a:lnSpc>
              <a:defRPr sz="1100">
                <a:solidFill>
                  <a:schemeClr val="bg1"/>
                </a:solidFill>
              </a:defRPr>
            </a:lvl1pPr>
          </a:lstStyle>
          <a:p>
            <a:pPr lvl="0"/>
            <a:r>
              <a:rPr lang="en-US" dirty="0"/>
              <a:t>First level</a:t>
            </a:r>
          </a:p>
        </p:txBody>
      </p:sp>
      <p:sp>
        <p:nvSpPr>
          <p:cNvPr id="5" name="Textplatzhalter 4">
            <a:extLst>
              <a:ext uri="{FF2B5EF4-FFF2-40B4-BE49-F238E27FC236}">
                <a16:creationId xmlns:a16="http://schemas.microsoft.com/office/drawing/2014/main" id="{644D99D3-D209-4B5F-AFD8-F759B2994FFA}"/>
              </a:ext>
            </a:extLst>
          </p:cNvPr>
          <p:cNvSpPr>
            <a:spLocks noGrp="1"/>
          </p:cNvSpPr>
          <p:nvPr>
            <p:ph type="body" sz="quarter" idx="15"/>
          </p:nvPr>
        </p:nvSpPr>
        <p:spPr>
          <a:xfrm rot="-5400000">
            <a:off x="11016000" y="5772158"/>
            <a:ext cx="1281600" cy="144000"/>
          </a:xfrm>
        </p:spPr>
        <p:txBody>
          <a:bodyPr anchor="b" anchorCtr="0"/>
          <a:lstStyle>
            <a:lvl1pPr>
              <a:defRPr sz="800">
                <a:solidFill>
                  <a:schemeClr val="tx1"/>
                </a:solidFill>
              </a:defRPr>
            </a:lvl1pPr>
            <a:lvl5pPr marL="288000" indent="0">
              <a:buNone/>
              <a:defRPr/>
            </a:lvl5pPr>
          </a:lstStyle>
          <a:p>
            <a:pPr lvl="0"/>
            <a:r>
              <a:rPr lang="en-US"/>
              <a:t>Click to edit Master text styles</a:t>
            </a:r>
          </a:p>
        </p:txBody>
      </p:sp>
    </p:spTree>
    <p:extLst>
      <p:ext uri="{BB962C8B-B14F-4D97-AF65-F5344CB8AC3E}">
        <p14:creationId xmlns:p14="http://schemas.microsoft.com/office/powerpoint/2010/main" val="983699968"/>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preserve="1">
  <p:cSld name="Divider blue">
    <p:bg>
      <p:bgPr>
        <a:solidFill>
          <a:schemeClr val="accent4"/>
        </a:solidFill>
        <a:effectLst/>
      </p:bgPr>
    </p:bg>
    <p:spTree>
      <p:nvGrpSpPr>
        <p:cNvPr id="1" name=""/>
        <p:cNvGrpSpPr/>
        <p:nvPr/>
      </p:nvGrpSpPr>
      <p:grpSpPr>
        <a:xfrm>
          <a:off x="0" y="0"/>
          <a:ext cx="0" cy="0"/>
          <a:chOff x="0" y="0"/>
          <a:chExt cx="0" cy="0"/>
        </a:xfrm>
      </p:grpSpPr>
      <p:sp>
        <p:nvSpPr>
          <p:cNvPr id="10" name="Foliennummernplatzhalter 9">
            <a:extLst>
              <a:ext uri="{FF2B5EF4-FFF2-40B4-BE49-F238E27FC236}">
                <a16:creationId xmlns:a16="http://schemas.microsoft.com/office/drawing/2014/main" id="{0A76155D-28BD-4C10-BAB6-57A10E8FE88E}"/>
              </a:ext>
            </a:extLst>
          </p:cNvPr>
          <p:cNvSpPr>
            <a:spLocks noGrp="1"/>
          </p:cNvSpPr>
          <p:nvPr>
            <p:ph type="sldNum" sz="quarter" idx="13"/>
          </p:nvPr>
        </p:nvSpPr>
        <p:spPr/>
        <p:txBody>
          <a:bodyPr/>
          <a:lstStyle>
            <a:lvl1pPr>
              <a:defRPr>
                <a:solidFill>
                  <a:schemeClr val="tx1"/>
                </a:solidFill>
              </a:defRPr>
            </a:lvl1pPr>
          </a:lstStyle>
          <a:p>
            <a:fld id="{56C449F3-BD9D-48DC-BFF1-0F66671DA7C6}" type="slidenum">
              <a:rPr lang="en-US" smtClean="0"/>
              <a:pPr/>
              <a:t>‹#›</a:t>
            </a:fld>
            <a:endParaRPr lang="en-US" dirty="0"/>
          </a:p>
        </p:txBody>
      </p:sp>
      <p:sp>
        <p:nvSpPr>
          <p:cNvPr id="15" name="Textplatzhalter 14">
            <a:extLst>
              <a:ext uri="{FF2B5EF4-FFF2-40B4-BE49-F238E27FC236}">
                <a16:creationId xmlns:a16="http://schemas.microsoft.com/office/drawing/2014/main" id="{453A991D-E53C-4B2C-9CE8-F24616E7F33B}"/>
              </a:ext>
            </a:extLst>
          </p:cNvPr>
          <p:cNvSpPr>
            <a:spLocks noGrp="1"/>
          </p:cNvSpPr>
          <p:nvPr>
            <p:ph type="body" sz="quarter" idx="11" hasCustomPrompt="1"/>
          </p:nvPr>
        </p:nvSpPr>
        <p:spPr>
          <a:xfrm>
            <a:off x="479424" y="496800"/>
            <a:ext cx="1692275" cy="1044000"/>
          </a:xfrm>
        </p:spPr>
        <p:txBody>
          <a:bodyPr anchor="t" anchorCtr="0"/>
          <a:lstStyle>
            <a:lvl1pPr algn="l">
              <a:lnSpc>
                <a:spcPct val="80000"/>
              </a:lnSpc>
              <a:defRPr sz="3800">
                <a:solidFill>
                  <a:srgbClr val="122B54"/>
                </a:solidFill>
              </a:defRPr>
            </a:lvl1pPr>
          </a:lstStyle>
          <a:p>
            <a:pPr lvl="0"/>
            <a:r>
              <a:rPr lang="en-US" dirty="0"/>
              <a:t>First level</a:t>
            </a:r>
          </a:p>
        </p:txBody>
      </p:sp>
      <p:sp>
        <p:nvSpPr>
          <p:cNvPr id="2" name="Titel 1">
            <a:extLst>
              <a:ext uri="{FF2B5EF4-FFF2-40B4-BE49-F238E27FC236}">
                <a16:creationId xmlns:a16="http://schemas.microsoft.com/office/drawing/2014/main" id="{54344D3D-750E-4AA5-BD45-F6CFA3D07F07}"/>
              </a:ext>
            </a:extLst>
          </p:cNvPr>
          <p:cNvSpPr>
            <a:spLocks noGrp="1"/>
          </p:cNvSpPr>
          <p:nvPr>
            <p:ph type="ctrTitle" hasCustomPrompt="1"/>
          </p:nvPr>
        </p:nvSpPr>
        <p:spPr>
          <a:xfrm>
            <a:off x="479425" y="1620000"/>
            <a:ext cx="11233150" cy="1676355"/>
          </a:xfrm>
        </p:spPr>
        <p:txBody>
          <a:bodyPr rIns="216000" anchor="b" anchorCtr="0"/>
          <a:lstStyle>
            <a:lvl1pPr algn="l">
              <a:lnSpc>
                <a:spcPts val="8500"/>
              </a:lnSpc>
              <a:defRPr sz="8500">
                <a:solidFill>
                  <a:srgbClr val="122B54"/>
                </a:solidFill>
              </a:defRPr>
            </a:lvl1pPr>
          </a:lstStyle>
          <a:p>
            <a:r>
              <a:rPr lang="en-US" dirty="0"/>
              <a:t>Master title</a:t>
            </a:r>
          </a:p>
        </p:txBody>
      </p:sp>
      <p:sp>
        <p:nvSpPr>
          <p:cNvPr id="3" name="Untertitel 2">
            <a:extLst>
              <a:ext uri="{FF2B5EF4-FFF2-40B4-BE49-F238E27FC236}">
                <a16:creationId xmlns:a16="http://schemas.microsoft.com/office/drawing/2014/main" id="{9F4A5A7B-32F1-4538-86EC-D0B2317455D4}"/>
              </a:ext>
            </a:extLst>
          </p:cNvPr>
          <p:cNvSpPr>
            <a:spLocks noGrp="1"/>
          </p:cNvSpPr>
          <p:nvPr>
            <p:ph type="subTitle" idx="1" hasCustomPrompt="1"/>
          </p:nvPr>
        </p:nvSpPr>
        <p:spPr>
          <a:xfrm>
            <a:off x="4295775" y="3240000"/>
            <a:ext cx="7416800" cy="1676355"/>
          </a:xfrm>
        </p:spPr>
        <p:txBody>
          <a:bodyPr rIns="216000"/>
          <a:lstStyle>
            <a:lvl1pPr marL="0" indent="0" algn="l">
              <a:lnSpc>
                <a:spcPts val="8500"/>
              </a:lnSpc>
              <a:buNone/>
              <a:defRPr sz="8500">
                <a:solidFill>
                  <a:schemeClr val="tx1"/>
                </a:solidFill>
                <a:latin typeface="+mj-lt"/>
              </a:defRPr>
            </a:lvl1pPr>
            <a:lvl2pPr marL="483855" indent="0" algn="ctr">
              <a:buNone/>
              <a:defRPr sz="2117"/>
            </a:lvl2pPr>
            <a:lvl3pPr marL="967710" indent="0" algn="ctr">
              <a:buNone/>
              <a:defRPr sz="1905"/>
            </a:lvl3pPr>
            <a:lvl4pPr marL="1451564" indent="0" algn="ctr">
              <a:buNone/>
              <a:defRPr sz="1693"/>
            </a:lvl4pPr>
            <a:lvl5pPr marL="1935419" indent="0" algn="ctr">
              <a:buNone/>
              <a:defRPr sz="1693"/>
            </a:lvl5pPr>
            <a:lvl6pPr marL="2419274" indent="0" algn="ctr">
              <a:buNone/>
              <a:defRPr sz="1693"/>
            </a:lvl6pPr>
            <a:lvl7pPr marL="2903129" indent="0" algn="ctr">
              <a:buNone/>
              <a:defRPr sz="1693"/>
            </a:lvl7pPr>
            <a:lvl8pPr marL="3386983" indent="0" algn="ctr">
              <a:buNone/>
              <a:defRPr sz="1693"/>
            </a:lvl8pPr>
            <a:lvl9pPr marL="3870838" indent="0" algn="ctr">
              <a:buNone/>
              <a:defRPr sz="1693"/>
            </a:lvl9pPr>
          </a:lstStyle>
          <a:p>
            <a:r>
              <a:rPr lang="en-US" dirty="0"/>
              <a:t>Subtitle style</a:t>
            </a:r>
          </a:p>
        </p:txBody>
      </p:sp>
      <p:pic>
        <p:nvPicPr>
          <p:cNvPr id="7" name="Grafik 6">
            <a:extLst>
              <a:ext uri="{FF2B5EF4-FFF2-40B4-BE49-F238E27FC236}">
                <a16:creationId xmlns:a16="http://schemas.microsoft.com/office/drawing/2014/main" id="{A692D22C-1315-4D74-BBBB-BCE2FB7714B2}"/>
              </a:ext>
              <a:ext uri="{C183D7F6-B498-43B3-948B-1728B52AA6E4}">
                <adec:decorative xmlns:adec="http://schemas.microsoft.com/office/drawing/2017/decorative" val="1"/>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692000" y="504000"/>
            <a:ext cx="1017998" cy="252000"/>
          </a:xfrm>
          <a:prstGeom prst="rect">
            <a:avLst/>
          </a:prstGeom>
        </p:spPr>
      </p:pic>
      <p:sp>
        <p:nvSpPr>
          <p:cNvPr id="9" name="Fußzeilenplatzhalter 8">
            <a:extLst>
              <a:ext uri="{FF2B5EF4-FFF2-40B4-BE49-F238E27FC236}">
                <a16:creationId xmlns:a16="http://schemas.microsoft.com/office/drawing/2014/main" id="{BC2789B9-E108-4B68-95AC-2F43EFACBD44}"/>
              </a:ext>
            </a:extLst>
          </p:cNvPr>
          <p:cNvSpPr>
            <a:spLocks noGrp="1"/>
          </p:cNvSpPr>
          <p:nvPr>
            <p:ph type="ftr" sz="quarter" idx="12"/>
          </p:nvPr>
        </p:nvSpPr>
        <p:spPr/>
        <p:txBody>
          <a:bodyPr/>
          <a:lstStyle/>
          <a:p>
            <a:endParaRPr lang="en-US" dirty="0"/>
          </a:p>
        </p:txBody>
      </p:sp>
    </p:spTree>
    <p:extLst>
      <p:ext uri="{BB962C8B-B14F-4D97-AF65-F5344CB8AC3E}">
        <p14:creationId xmlns:p14="http://schemas.microsoft.com/office/powerpoint/2010/main" val="249248702"/>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p:cSld name="Divider white">
    <p:bg>
      <p:bgPr>
        <a:solidFill>
          <a:schemeClr val="tx1"/>
        </a:solidFill>
        <a:effectLst/>
      </p:bgPr>
    </p:bg>
    <p:spTree>
      <p:nvGrpSpPr>
        <p:cNvPr id="1" name=""/>
        <p:cNvGrpSpPr/>
        <p:nvPr/>
      </p:nvGrpSpPr>
      <p:grpSpPr>
        <a:xfrm>
          <a:off x="0" y="0"/>
          <a:ext cx="0" cy="0"/>
          <a:chOff x="0" y="0"/>
          <a:chExt cx="0" cy="0"/>
        </a:xfrm>
      </p:grpSpPr>
      <p:sp>
        <p:nvSpPr>
          <p:cNvPr id="5" name="Foliennummernplatzhalter 4">
            <a:extLst>
              <a:ext uri="{FF2B5EF4-FFF2-40B4-BE49-F238E27FC236}">
                <a16:creationId xmlns:a16="http://schemas.microsoft.com/office/drawing/2014/main" id="{A896FE83-F99B-4339-865C-D01C13BF52C4}"/>
              </a:ext>
            </a:extLst>
          </p:cNvPr>
          <p:cNvSpPr>
            <a:spLocks noGrp="1"/>
          </p:cNvSpPr>
          <p:nvPr>
            <p:ph type="sldNum" sz="quarter" idx="13"/>
          </p:nvPr>
        </p:nvSpPr>
        <p:spPr/>
        <p:txBody>
          <a:bodyPr/>
          <a:lstStyle/>
          <a:p>
            <a:fld id="{56C449F3-BD9D-48DC-BFF1-0F66671DA7C6}" type="slidenum">
              <a:rPr lang="en-US" smtClean="0"/>
              <a:pPr/>
              <a:t>‹#›</a:t>
            </a:fld>
            <a:endParaRPr lang="en-US" dirty="0"/>
          </a:p>
        </p:txBody>
      </p:sp>
      <p:sp>
        <p:nvSpPr>
          <p:cNvPr id="15" name="Textplatzhalter 14">
            <a:extLst>
              <a:ext uri="{FF2B5EF4-FFF2-40B4-BE49-F238E27FC236}">
                <a16:creationId xmlns:a16="http://schemas.microsoft.com/office/drawing/2014/main" id="{453A991D-E53C-4B2C-9CE8-F24616E7F33B}"/>
              </a:ext>
            </a:extLst>
          </p:cNvPr>
          <p:cNvSpPr>
            <a:spLocks noGrp="1"/>
          </p:cNvSpPr>
          <p:nvPr>
            <p:ph type="body" sz="quarter" idx="11" hasCustomPrompt="1"/>
          </p:nvPr>
        </p:nvSpPr>
        <p:spPr>
          <a:xfrm>
            <a:off x="479425" y="496800"/>
            <a:ext cx="1692275" cy="1044000"/>
          </a:xfrm>
        </p:spPr>
        <p:txBody>
          <a:bodyPr anchor="t" anchorCtr="0"/>
          <a:lstStyle>
            <a:lvl1pPr algn="l">
              <a:lnSpc>
                <a:spcPct val="80000"/>
              </a:lnSpc>
              <a:defRPr sz="3800">
                <a:solidFill>
                  <a:schemeClr val="bg1"/>
                </a:solidFill>
              </a:defRPr>
            </a:lvl1pPr>
          </a:lstStyle>
          <a:p>
            <a:pPr lvl="0"/>
            <a:r>
              <a:rPr lang="en-US" dirty="0"/>
              <a:t>First level</a:t>
            </a:r>
          </a:p>
        </p:txBody>
      </p:sp>
      <p:sp>
        <p:nvSpPr>
          <p:cNvPr id="2" name="Titel 1">
            <a:extLst>
              <a:ext uri="{FF2B5EF4-FFF2-40B4-BE49-F238E27FC236}">
                <a16:creationId xmlns:a16="http://schemas.microsoft.com/office/drawing/2014/main" id="{54344D3D-750E-4AA5-BD45-F6CFA3D07F07}"/>
              </a:ext>
            </a:extLst>
          </p:cNvPr>
          <p:cNvSpPr>
            <a:spLocks noGrp="1"/>
          </p:cNvSpPr>
          <p:nvPr>
            <p:ph type="ctrTitle" hasCustomPrompt="1"/>
          </p:nvPr>
        </p:nvSpPr>
        <p:spPr>
          <a:xfrm>
            <a:off x="479425" y="1620000"/>
            <a:ext cx="11233150" cy="1676355"/>
          </a:xfrm>
        </p:spPr>
        <p:txBody>
          <a:bodyPr rIns="216000" anchor="b" anchorCtr="0"/>
          <a:lstStyle>
            <a:lvl1pPr algn="l">
              <a:lnSpc>
                <a:spcPct val="80000"/>
              </a:lnSpc>
              <a:defRPr sz="8500">
                <a:solidFill>
                  <a:schemeClr val="bg1"/>
                </a:solidFill>
              </a:defRPr>
            </a:lvl1pPr>
          </a:lstStyle>
          <a:p>
            <a:r>
              <a:rPr lang="en-US" dirty="0"/>
              <a:t>Master title</a:t>
            </a:r>
          </a:p>
        </p:txBody>
      </p:sp>
      <p:sp>
        <p:nvSpPr>
          <p:cNvPr id="3" name="Untertitel 2">
            <a:extLst>
              <a:ext uri="{FF2B5EF4-FFF2-40B4-BE49-F238E27FC236}">
                <a16:creationId xmlns:a16="http://schemas.microsoft.com/office/drawing/2014/main" id="{9F4A5A7B-32F1-4538-86EC-D0B2317455D4}"/>
              </a:ext>
            </a:extLst>
          </p:cNvPr>
          <p:cNvSpPr>
            <a:spLocks noGrp="1"/>
          </p:cNvSpPr>
          <p:nvPr>
            <p:ph type="subTitle" idx="1" hasCustomPrompt="1"/>
          </p:nvPr>
        </p:nvSpPr>
        <p:spPr>
          <a:xfrm>
            <a:off x="4295775" y="3240000"/>
            <a:ext cx="7416800" cy="1676355"/>
          </a:xfrm>
        </p:spPr>
        <p:txBody>
          <a:bodyPr rIns="216000"/>
          <a:lstStyle>
            <a:lvl1pPr marL="0" indent="0" algn="l">
              <a:lnSpc>
                <a:spcPct val="80000"/>
              </a:lnSpc>
              <a:buNone/>
              <a:defRPr sz="8500">
                <a:solidFill>
                  <a:srgbClr val="13A0D3"/>
                </a:solidFill>
                <a:latin typeface="+mj-lt"/>
              </a:defRPr>
            </a:lvl1pPr>
            <a:lvl2pPr marL="483855" indent="0" algn="ctr">
              <a:buNone/>
              <a:defRPr sz="2117"/>
            </a:lvl2pPr>
            <a:lvl3pPr marL="967710" indent="0" algn="ctr">
              <a:buNone/>
              <a:defRPr sz="1905"/>
            </a:lvl3pPr>
            <a:lvl4pPr marL="1451564" indent="0" algn="ctr">
              <a:buNone/>
              <a:defRPr sz="1693"/>
            </a:lvl4pPr>
            <a:lvl5pPr marL="1935419" indent="0" algn="ctr">
              <a:buNone/>
              <a:defRPr sz="1693"/>
            </a:lvl5pPr>
            <a:lvl6pPr marL="2419274" indent="0" algn="ctr">
              <a:buNone/>
              <a:defRPr sz="1693"/>
            </a:lvl6pPr>
            <a:lvl7pPr marL="2903129" indent="0" algn="ctr">
              <a:buNone/>
              <a:defRPr sz="1693"/>
            </a:lvl7pPr>
            <a:lvl8pPr marL="3386983" indent="0" algn="ctr">
              <a:buNone/>
              <a:defRPr sz="1693"/>
            </a:lvl8pPr>
            <a:lvl9pPr marL="3870838" indent="0" algn="ctr">
              <a:buNone/>
              <a:defRPr sz="1693"/>
            </a:lvl9pPr>
          </a:lstStyle>
          <a:p>
            <a:r>
              <a:rPr lang="en-US" dirty="0"/>
              <a:t>Subtitle style</a:t>
            </a:r>
          </a:p>
        </p:txBody>
      </p:sp>
    </p:spTree>
    <p:extLst>
      <p:ext uri="{BB962C8B-B14F-4D97-AF65-F5344CB8AC3E}">
        <p14:creationId xmlns:p14="http://schemas.microsoft.com/office/powerpoint/2010/main" val="517563711"/>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preserve="1">
  <p:cSld name="Divider bold typo blue">
    <p:bg>
      <p:bgPr>
        <a:solidFill>
          <a:srgbClr val="122B54"/>
        </a:solidFill>
        <a:effectLst/>
      </p:bgPr>
    </p:bg>
    <p:spTree>
      <p:nvGrpSpPr>
        <p:cNvPr id="1" name=""/>
        <p:cNvGrpSpPr/>
        <p:nvPr/>
      </p:nvGrpSpPr>
      <p:grpSpPr>
        <a:xfrm>
          <a:off x="0" y="0"/>
          <a:ext cx="0" cy="0"/>
          <a:chOff x="0" y="0"/>
          <a:chExt cx="0" cy="0"/>
        </a:xfrm>
      </p:grpSpPr>
      <p:sp>
        <p:nvSpPr>
          <p:cNvPr id="9" name="Foliennummernplatzhalter 8">
            <a:extLst>
              <a:ext uri="{FF2B5EF4-FFF2-40B4-BE49-F238E27FC236}">
                <a16:creationId xmlns:a16="http://schemas.microsoft.com/office/drawing/2014/main" id="{584903B4-6642-4AFF-90D9-E8903BFF6D06}"/>
              </a:ext>
            </a:extLst>
          </p:cNvPr>
          <p:cNvSpPr>
            <a:spLocks noGrp="1"/>
          </p:cNvSpPr>
          <p:nvPr>
            <p:ph type="sldNum" sz="quarter" idx="11"/>
          </p:nvPr>
        </p:nvSpPr>
        <p:spPr/>
        <p:txBody>
          <a:bodyPr/>
          <a:lstStyle>
            <a:lvl1pPr>
              <a:defRPr>
                <a:solidFill>
                  <a:schemeClr val="tx1"/>
                </a:solidFill>
              </a:defRPr>
            </a:lvl1pPr>
          </a:lstStyle>
          <a:p>
            <a:fld id="{56C449F3-BD9D-48DC-BFF1-0F66671DA7C6}" type="slidenum">
              <a:rPr lang="en-US" smtClean="0"/>
              <a:pPr/>
              <a:t>‹#›</a:t>
            </a:fld>
            <a:endParaRPr lang="en-US" dirty="0"/>
          </a:p>
        </p:txBody>
      </p:sp>
      <p:sp>
        <p:nvSpPr>
          <p:cNvPr id="2" name="Titel 1">
            <a:extLst>
              <a:ext uri="{FF2B5EF4-FFF2-40B4-BE49-F238E27FC236}">
                <a16:creationId xmlns:a16="http://schemas.microsoft.com/office/drawing/2014/main" id="{54344D3D-750E-4AA5-BD45-F6CFA3D07F07}"/>
              </a:ext>
            </a:extLst>
          </p:cNvPr>
          <p:cNvSpPr>
            <a:spLocks noGrp="1"/>
          </p:cNvSpPr>
          <p:nvPr>
            <p:ph type="ctrTitle" hasCustomPrompt="1"/>
          </p:nvPr>
        </p:nvSpPr>
        <p:spPr>
          <a:xfrm>
            <a:off x="-228590" y="1152000"/>
            <a:ext cx="12801058" cy="2666928"/>
          </a:xfrm>
          <a:prstGeom prst="rect">
            <a:avLst/>
          </a:prstGeom>
        </p:spPr>
        <p:txBody>
          <a:bodyPr rIns="216000" anchor="b" anchorCtr="0"/>
          <a:lstStyle>
            <a:lvl1pPr algn="r">
              <a:lnSpc>
                <a:spcPct val="80000"/>
              </a:lnSpc>
              <a:defRPr sz="20002">
                <a:solidFill>
                  <a:schemeClr val="tx1"/>
                </a:solidFill>
              </a:defRPr>
            </a:lvl1pPr>
          </a:lstStyle>
          <a:p>
            <a:r>
              <a:rPr lang="en-US" dirty="0"/>
              <a:t>Title</a:t>
            </a:r>
          </a:p>
        </p:txBody>
      </p:sp>
      <p:sp>
        <p:nvSpPr>
          <p:cNvPr id="3" name="Untertitel 2">
            <a:extLst>
              <a:ext uri="{FF2B5EF4-FFF2-40B4-BE49-F238E27FC236}">
                <a16:creationId xmlns:a16="http://schemas.microsoft.com/office/drawing/2014/main" id="{9F4A5A7B-32F1-4538-86EC-D0B2317455D4}"/>
              </a:ext>
            </a:extLst>
          </p:cNvPr>
          <p:cNvSpPr>
            <a:spLocks noGrp="1"/>
          </p:cNvSpPr>
          <p:nvPr>
            <p:ph type="subTitle" idx="1" hasCustomPrompt="1"/>
          </p:nvPr>
        </p:nvSpPr>
        <p:spPr>
          <a:xfrm>
            <a:off x="-228590" y="3420000"/>
            <a:ext cx="12801058" cy="3581884"/>
          </a:xfrm>
          <a:prstGeom prst="rect">
            <a:avLst/>
          </a:prstGeom>
        </p:spPr>
        <p:txBody>
          <a:bodyPr rIns="216000"/>
          <a:lstStyle>
            <a:lvl1pPr marL="0" indent="0" algn="l">
              <a:lnSpc>
                <a:spcPct val="80000"/>
              </a:lnSpc>
              <a:buNone/>
              <a:defRPr sz="20002">
                <a:solidFill>
                  <a:srgbClr val="13A0D3"/>
                </a:solidFill>
                <a:latin typeface="+mj-lt"/>
              </a:defRPr>
            </a:lvl1pPr>
            <a:lvl2pPr marL="483855" indent="0" algn="ctr">
              <a:buNone/>
              <a:defRPr sz="2117"/>
            </a:lvl2pPr>
            <a:lvl3pPr marL="967710" indent="0" algn="ctr">
              <a:buNone/>
              <a:defRPr sz="1905"/>
            </a:lvl3pPr>
            <a:lvl4pPr marL="1451564" indent="0" algn="ctr">
              <a:buNone/>
              <a:defRPr sz="1693"/>
            </a:lvl4pPr>
            <a:lvl5pPr marL="1935419" indent="0" algn="ctr">
              <a:buNone/>
              <a:defRPr sz="1693"/>
            </a:lvl5pPr>
            <a:lvl6pPr marL="2419274" indent="0" algn="ctr">
              <a:buNone/>
              <a:defRPr sz="1693"/>
            </a:lvl6pPr>
            <a:lvl7pPr marL="2903129" indent="0" algn="ctr">
              <a:buNone/>
              <a:defRPr sz="1693"/>
            </a:lvl7pPr>
            <a:lvl8pPr marL="3386983" indent="0" algn="ctr">
              <a:buNone/>
              <a:defRPr sz="1693"/>
            </a:lvl8pPr>
            <a:lvl9pPr marL="3870838" indent="0" algn="ctr">
              <a:buNone/>
              <a:defRPr sz="1693"/>
            </a:lvl9pPr>
          </a:lstStyle>
          <a:p>
            <a:r>
              <a:rPr lang="en-US" dirty="0"/>
              <a:t>Sub</a:t>
            </a:r>
          </a:p>
        </p:txBody>
      </p:sp>
      <p:pic>
        <p:nvPicPr>
          <p:cNvPr id="5" name="Grafik 4">
            <a:extLst>
              <a:ext uri="{FF2B5EF4-FFF2-40B4-BE49-F238E27FC236}">
                <a16:creationId xmlns:a16="http://schemas.microsoft.com/office/drawing/2014/main" id="{374A9CB5-CAA2-4A49-8F24-799255B5E57E}"/>
              </a:ext>
              <a:ext uri="{C183D7F6-B498-43B3-948B-1728B52AA6E4}">
                <adec:decorative xmlns:adec="http://schemas.microsoft.com/office/drawing/2017/decorative" val="1"/>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692000" y="504000"/>
            <a:ext cx="1017998" cy="252000"/>
          </a:xfrm>
          <a:prstGeom prst="rect">
            <a:avLst/>
          </a:prstGeom>
        </p:spPr>
      </p:pic>
    </p:spTree>
    <p:extLst>
      <p:ext uri="{BB962C8B-B14F-4D97-AF65-F5344CB8AC3E}">
        <p14:creationId xmlns:p14="http://schemas.microsoft.com/office/powerpoint/2010/main" val="917441350"/>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p:cSld name="Divider bold typo white">
    <p:bg>
      <p:bgPr>
        <a:solidFill>
          <a:schemeClr val="tx1"/>
        </a:solidFill>
        <a:effectLst/>
      </p:bgPr>
    </p:bg>
    <p:spTree>
      <p:nvGrpSpPr>
        <p:cNvPr id="1" name=""/>
        <p:cNvGrpSpPr/>
        <p:nvPr/>
      </p:nvGrpSpPr>
      <p:grpSpPr>
        <a:xfrm>
          <a:off x="0" y="0"/>
          <a:ext cx="0" cy="0"/>
          <a:chOff x="0" y="0"/>
          <a:chExt cx="0" cy="0"/>
        </a:xfrm>
      </p:grpSpPr>
      <p:sp>
        <p:nvSpPr>
          <p:cNvPr id="9" name="Foliennummernplatzhalter 8">
            <a:extLst>
              <a:ext uri="{FF2B5EF4-FFF2-40B4-BE49-F238E27FC236}">
                <a16:creationId xmlns:a16="http://schemas.microsoft.com/office/drawing/2014/main" id="{FD4BF3A5-0D07-42B9-83A0-4BB19773B0E4}"/>
              </a:ext>
            </a:extLst>
          </p:cNvPr>
          <p:cNvSpPr>
            <a:spLocks noGrp="1"/>
          </p:cNvSpPr>
          <p:nvPr>
            <p:ph type="sldNum" sz="quarter" idx="11"/>
          </p:nvPr>
        </p:nvSpPr>
        <p:spPr/>
        <p:txBody>
          <a:bodyPr/>
          <a:lstStyle/>
          <a:p>
            <a:fld id="{56C449F3-BD9D-48DC-BFF1-0F66671DA7C6}" type="slidenum">
              <a:rPr lang="en-US" smtClean="0"/>
              <a:pPr/>
              <a:t>‹#›</a:t>
            </a:fld>
            <a:endParaRPr lang="en-US" dirty="0"/>
          </a:p>
        </p:txBody>
      </p:sp>
      <p:sp>
        <p:nvSpPr>
          <p:cNvPr id="2" name="Titel 1">
            <a:extLst>
              <a:ext uri="{FF2B5EF4-FFF2-40B4-BE49-F238E27FC236}">
                <a16:creationId xmlns:a16="http://schemas.microsoft.com/office/drawing/2014/main" id="{54344D3D-750E-4AA5-BD45-F6CFA3D07F07}"/>
              </a:ext>
            </a:extLst>
          </p:cNvPr>
          <p:cNvSpPr>
            <a:spLocks noGrp="1"/>
          </p:cNvSpPr>
          <p:nvPr>
            <p:ph type="ctrTitle" hasCustomPrompt="1"/>
          </p:nvPr>
        </p:nvSpPr>
        <p:spPr>
          <a:xfrm>
            <a:off x="-228590" y="1152000"/>
            <a:ext cx="12801058" cy="2666928"/>
          </a:xfrm>
        </p:spPr>
        <p:txBody>
          <a:bodyPr rIns="216000" anchor="b" anchorCtr="0"/>
          <a:lstStyle>
            <a:lvl1pPr algn="r">
              <a:lnSpc>
                <a:spcPct val="80000"/>
              </a:lnSpc>
              <a:defRPr sz="20002">
                <a:solidFill>
                  <a:schemeClr val="bg1"/>
                </a:solidFill>
              </a:defRPr>
            </a:lvl1pPr>
          </a:lstStyle>
          <a:p>
            <a:r>
              <a:rPr lang="en-US" dirty="0"/>
              <a:t>Title</a:t>
            </a:r>
          </a:p>
        </p:txBody>
      </p:sp>
      <p:sp>
        <p:nvSpPr>
          <p:cNvPr id="3" name="Untertitel 2">
            <a:extLst>
              <a:ext uri="{FF2B5EF4-FFF2-40B4-BE49-F238E27FC236}">
                <a16:creationId xmlns:a16="http://schemas.microsoft.com/office/drawing/2014/main" id="{9F4A5A7B-32F1-4538-86EC-D0B2317455D4}"/>
              </a:ext>
            </a:extLst>
          </p:cNvPr>
          <p:cNvSpPr>
            <a:spLocks noGrp="1"/>
          </p:cNvSpPr>
          <p:nvPr>
            <p:ph type="subTitle" idx="1" hasCustomPrompt="1"/>
          </p:nvPr>
        </p:nvSpPr>
        <p:spPr>
          <a:xfrm>
            <a:off x="-228590" y="3420000"/>
            <a:ext cx="12801058" cy="3581884"/>
          </a:xfrm>
        </p:spPr>
        <p:txBody>
          <a:bodyPr rIns="216000"/>
          <a:lstStyle>
            <a:lvl1pPr marL="0" indent="0" algn="l">
              <a:lnSpc>
                <a:spcPct val="80000"/>
              </a:lnSpc>
              <a:buNone/>
              <a:defRPr sz="20002">
                <a:solidFill>
                  <a:srgbClr val="13A0D3"/>
                </a:solidFill>
                <a:latin typeface="+mj-lt"/>
              </a:defRPr>
            </a:lvl1pPr>
            <a:lvl2pPr marL="483855" indent="0" algn="ctr">
              <a:buNone/>
              <a:defRPr sz="2117"/>
            </a:lvl2pPr>
            <a:lvl3pPr marL="967710" indent="0" algn="ctr">
              <a:buNone/>
              <a:defRPr sz="1905"/>
            </a:lvl3pPr>
            <a:lvl4pPr marL="1451564" indent="0" algn="ctr">
              <a:buNone/>
              <a:defRPr sz="1693"/>
            </a:lvl4pPr>
            <a:lvl5pPr marL="1935419" indent="0" algn="ctr">
              <a:buNone/>
              <a:defRPr sz="1693"/>
            </a:lvl5pPr>
            <a:lvl6pPr marL="2419274" indent="0" algn="ctr">
              <a:buNone/>
              <a:defRPr sz="1693"/>
            </a:lvl6pPr>
            <a:lvl7pPr marL="2903129" indent="0" algn="ctr">
              <a:buNone/>
              <a:defRPr sz="1693"/>
            </a:lvl7pPr>
            <a:lvl8pPr marL="3386983" indent="0" algn="ctr">
              <a:buNone/>
              <a:defRPr sz="1693"/>
            </a:lvl8pPr>
            <a:lvl9pPr marL="3870838" indent="0" algn="ctr">
              <a:buNone/>
              <a:defRPr sz="1693"/>
            </a:lvl9pPr>
          </a:lstStyle>
          <a:p>
            <a:r>
              <a:rPr lang="en-US" dirty="0"/>
              <a:t>Sub</a:t>
            </a:r>
          </a:p>
        </p:txBody>
      </p:sp>
    </p:spTree>
    <p:extLst>
      <p:ext uri="{BB962C8B-B14F-4D97-AF65-F5344CB8AC3E}">
        <p14:creationId xmlns:p14="http://schemas.microsoft.com/office/powerpoint/2010/main" val="185192725"/>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preserve="1">
  <p:cSld name="Divider blue + image">
    <p:bg>
      <p:bgPr>
        <a:solidFill>
          <a:srgbClr val="122B54"/>
        </a:solidFill>
        <a:effectLst/>
      </p:bgPr>
    </p:bg>
    <p:spTree>
      <p:nvGrpSpPr>
        <p:cNvPr id="1" name=""/>
        <p:cNvGrpSpPr/>
        <p:nvPr/>
      </p:nvGrpSpPr>
      <p:grpSpPr>
        <a:xfrm>
          <a:off x="0" y="0"/>
          <a:ext cx="0" cy="0"/>
          <a:chOff x="0" y="0"/>
          <a:chExt cx="0" cy="0"/>
        </a:xfrm>
      </p:grpSpPr>
      <p:sp>
        <p:nvSpPr>
          <p:cNvPr id="4" name="Foliennummernplatzhalter 3">
            <a:extLst>
              <a:ext uri="{FF2B5EF4-FFF2-40B4-BE49-F238E27FC236}">
                <a16:creationId xmlns:a16="http://schemas.microsoft.com/office/drawing/2014/main" id="{2BDBAB04-1D2E-4D8E-B3D2-20C3A531B512}"/>
              </a:ext>
            </a:extLst>
          </p:cNvPr>
          <p:cNvSpPr>
            <a:spLocks noGrp="1"/>
          </p:cNvSpPr>
          <p:nvPr>
            <p:ph type="sldNum" sz="quarter" idx="11"/>
          </p:nvPr>
        </p:nvSpPr>
        <p:spPr/>
        <p:txBody>
          <a:bodyPr/>
          <a:lstStyle>
            <a:lvl1pPr>
              <a:defRPr>
                <a:solidFill>
                  <a:schemeClr val="tx1"/>
                </a:solidFill>
              </a:defRPr>
            </a:lvl1pPr>
          </a:lstStyle>
          <a:p>
            <a:fld id="{56C449F3-BD9D-48DC-BFF1-0F66671DA7C6}" type="slidenum">
              <a:rPr lang="en-US" smtClean="0"/>
              <a:pPr/>
              <a:t>‹#›</a:t>
            </a:fld>
            <a:endParaRPr lang="en-US" dirty="0"/>
          </a:p>
        </p:txBody>
      </p:sp>
      <p:sp>
        <p:nvSpPr>
          <p:cNvPr id="2" name="Titel 1">
            <a:extLst>
              <a:ext uri="{FF2B5EF4-FFF2-40B4-BE49-F238E27FC236}">
                <a16:creationId xmlns:a16="http://schemas.microsoft.com/office/drawing/2014/main" id="{B2219988-30BF-4574-85B3-793CCEE20F44}"/>
              </a:ext>
            </a:extLst>
          </p:cNvPr>
          <p:cNvSpPr>
            <a:spLocks noGrp="1"/>
          </p:cNvSpPr>
          <p:nvPr>
            <p:ph type="title"/>
          </p:nvPr>
        </p:nvSpPr>
        <p:spPr>
          <a:xfrm>
            <a:off x="479427" y="476250"/>
            <a:ext cx="3600448" cy="1080000"/>
          </a:xfrm>
        </p:spPr>
        <p:txBody>
          <a:bodyPr/>
          <a:lstStyle>
            <a:lvl1pPr>
              <a:defRPr>
                <a:solidFill>
                  <a:schemeClr val="tx1"/>
                </a:solidFill>
              </a:defRPr>
            </a:lvl1pPr>
          </a:lstStyle>
          <a:p>
            <a:r>
              <a:rPr lang="en-US"/>
              <a:t>Click to edit Master title style</a:t>
            </a:r>
            <a:endParaRPr lang="en-US" dirty="0"/>
          </a:p>
        </p:txBody>
      </p:sp>
      <p:sp>
        <p:nvSpPr>
          <p:cNvPr id="8" name="Textplatzhalter 7">
            <a:extLst>
              <a:ext uri="{FF2B5EF4-FFF2-40B4-BE49-F238E27FC236}">
                <a16:creationId xmlns:a16="http://schemas.microsoft.com/office/drawing/2014/main" id="{469759C4-BC62-4FF7-9444-30229490F126}"/>
              </a:ext>
            </a:extLst>
          </p:cNvPr>
          <p:cNvSpPr>
            <a:spLocks noGrp="1"/>
          </p:cNvSpPr>
          <p:nvPr>
            <p:ph type="body" sz="quarter" idx="18"/>
          </p:nvPr>
        </p:nvSpPr>
        <p:spPr>
          <a:xfrm>
            <a:off x="479425" y="3600000"/>
            <a:ext cx="3816350" cy="1947863"/>
          </a:xfrm>
        </p:spPr>
        <p:txBody>
          <a:bodyPr/>
          <a:lstStyle>
            <a:lvl1pPr>
              <a:defRPr sz="16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Bildplatzhalter 6">
            <a:extLst>
              <a:ext uri="{FF2B5EF4-FFF2-40B4-BE49-F238E27FC236}">
                <a16:creationId xmlns:a16="http://schemas.microsoft.com/office/drawing/2014/main" id="{CE71AF72-2FFB-40A2-ADC6-9889A3507C4C}"/>
              </a:ext>
              <a:ext uri="{C183D7F6-B498-43B3-948B-1728B52AA6E4}">
                <adec:decorative xmlns:adec="http://schemas.microsoft.com/office/drawing/2017/decorative" val="1"/>
              </a:ext>
            </a:extLst>
          </p:cNvPr>
          <p:cNvSpPr>
            <a:spLocks noGrp="1"/>
          </p:cNvSpPr>
          <p:nvPr>
            <p:ph type="pic" sz="quarter" idx="13"/>
          </p:nvPr>
        </p:nvSpPr>
        <p:spPr>
          <a:xfrm>
            <a:off x="5148001" y="0"/>
            <a:ext cx="7044000" cy="4968000"/>
          </a:xfrm>
          <a:solidFill>
            <a:schemeClr val="tx2"/>
          </a:solidFill>
        </p:spPr>
        <p:txBody>
          <a:bodyPr/>
          <a:lstStyle/>
          <a:p>
            <a:r>
              <a:rPr lang="en-US"/>
              <a:t>Click icon to add picture</a:t>
            </a:r>
            <a:endParaRPr lang="en-US" dirty="0"/>
          </a:p>
        </p:txBody>
      </p:sp>
      <p:sp>
        <p:nvSpPr>
          <p:cNvPr id="6" name="Bildplatzhalter 9">
            <a:extLst>
              <a:ext uri="{FF2B5EF4-FFF2-40B4-BE49-F238E27FC236}">
                <a16:creationId xmlns:a16="http://schemas.microsoft.com/office/drawing/2014/main" id="{783CECED-A8D5-4BD6-A656-0D10C41795B8}"/>
              </a:ext>
              <a:ext uri="{C183D7F6-B498-43B3-948B-1728B52AA6E4}">
                <adec:decorative xmlns:adec="http://schemas.microsoft.com/office/drawing/2017/decorative" val="1"/>
              </a:ext>
            </a:extLst>
          </p:cNvPr>
          <p:cNvSpPr>
            <a:spLocks noGrp="1"/>
          </p:cNvSpPr>
          <p:nvPr>
            <p:ph type="pic" sz="quarter" idx="17"/>
          </p:nvPr>
        </p:nvSpPr>
        <p:spPr>
          <a:xfrm>
            <a:off x="10692000" y="504000"/>
            <a:ext cx="1018800" cy="252000"/>
          </a:xfrm>
          <a:blipFill>
            <a:blip r:embed="rId2">
              <a:extLst>
                <a:ext uri="{96DAC541-7B7A-43D3-8B79-37D633B846F1}">
                  <asvg:svgBlip xmlns:asvg="http://schemas.microsoft.com/office/drawing/2016/SVG/main" r:embed="rId3"/>
                </a:ext>
              </a:extLst>
            </a:blip>
            <a:stretch>
              <a:fillRect/>
            </a:stretch>
          </a:blipFill>
        </p:spPr>
        <p:txBody>
          <a:bodyPr/>
          <a:lstStyle>
            <a:lvl1pPr>
              <a:defRPr sz="800">
                <a:solidFill>
                  <a:schemeClr val="tx1">
                    <a:alpha val="0"/>
                  </a:schemeClr>
                </a:solidFill>
              </a:defRPr>
            </a:lvl1pPr>
          </a:lstStyle>
          <a:p>
            <a:r>
              <a:rPr lang="en-US"/>
              <a:t>Click icon to add picture</a:t>
            </a:r>
            <a:endParaRPr lang="en-US" dirty="0"/>
          </a:p>
        </p:txBody>
      </p:sp>
    </p:spTree>
    <p:extLst>
      <p:ext uri="{BB962C8B-B14F-4D97-AF65-F5344CB8AC3E}">
        <p14:creationId xmlns:p14="http://schemas.microsoft.com/office/powerpoint/2010/main" val="1424530753"/>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p:cSld name="Divider white + image">
    <p:spTree>
      <p:nvGrpSpPr>
        <p:cNvPr id="1" name=""/>
        <p:cNvGrpSpPr/>
        <p:nvPr/>
      </p:nvGrpSpPr>
      <p:grpSpPr>
        <a:xfrm>
          <a:off x="0" y="0"/>
          <a:ext cx="0" cy="0"/>
          <a:chOff x="0" y="0"/>
          <a:chExt cx="0" cy="0"/>
        </a:xfrm>
      </p:grpSpPr>
      <p:sp>
        <p:nvSpPr>
          <p:cNvPr id="4" name="Foliennummernplatzhalter 3">
            <a:extLst>
              <a:ext uri="{FF2B5EF4-FFF2-40B4-BE49-F238E27FC236}">
                <a16:creationId xmlns:a16="http://schemas.microsoft.com/office/drawing/2014/main" id="{2BDBAB04-1D2E-4D8E-B3D2-20C3A531B512}"/>
              </a:ext>
            </a:extLst>
          </p:cNvPr>
          <p:cNvSpPr>
            <a:spLocks noGrp="1"/>
          </p:cNvSpPr>
          <p:nvPr>
            <p:ph type="sldNum" sz="quarter" idx="11"/>
          </p:nvPr>
        </p:nvSpPr>
        <p:spPr/>
        <p:txBody>
          <a:bodyPr/>
          <a:lstStyle/>
          <a:p>
            <a:fld id="{56C449F3-BD9D-48DC-BFF1-0F66671DA7C6}" type="slidenum">
              <a:rPr lang="en-US" smtClean="0"/>
              <a:pPr/>
              <a:t>‹#›</a:t>
            </a:fld>
            <a:endParaRPr lang="en-US" dirty="0"/>
          </a:p>
        </p:txBody>
      </p:sp>
      <p:sp>
        <p:nvSpPr>
          <p:cNvPr id="2" name="Titel 1">
            <a:extLst>
              <a:ext uri="{FF2B5EF4-FFF2-40B4-BE49-F238E27FC236}">
                <a16:creationId xmlns:a16="http://schemas.microsoft.com/office/drawing/2014/main" id="{B2219988-30BF-4574-85B3-793CCEE20F44}"/>
              </a:ext>
            </a:extLst>
          </p:cNvPr>
          <p:cNvSpPr>
            <a:spLocks noGrp="1"/>
          </p:cNvSpPr>
          <p:nvPr>
            <p:ph type="title"/>
          </p:nvPr>
        </p:nvSpPr>
        <p:spPr>
          <a:xfrm>
            <a:off x="479427" y="476250"/>
            <a:ext cx="3600448" cy="1080000"/>
          </a:xfrm>
        </p:spPr>
        <p:txBody>
          <a:bodyPr/>
          <a:lstStyle/>
          <a:p>
            <a:r>
              <a:rPr lang="en-US"/>
              <a:t>Click to edit Master title style</a:t>
            </a:r>
            <a:endParaRPr lang="en-US" dirty="0"/>
          </a:p>
        </p:txBody>
      </p:sp>
      <p:sp>
        <p:nvSpPr>
          <p:cNvPr id="8" name="Textplatzhalter 7">
            <a:extLst>
              <a:ext uri="{FF2B5EF4-FFF2-40B4-BE49-F238E27FC236}">
                <a16:creationId xmlns:a16="http://schemas.microsoft.com/office/drawing/2014/main" id="{469759C4-BC62-4FF7-9444-30229490F126}"/>
              </a:ext>
            </a:extLst>
          </p:cNvPr>
          <p:cNvSpPr>
            <a:spLocks noGrp="1"/>
          </p:cNvSpPr>
          <p:nvPr>
            <p:ph type="body" sz="quarter" idx="18"/>
          </p:nvPr>
        </p:nvSpPr>
        <p:spPr>
          <a:xfrm>
            <a:off x="479425" y="3600000"/>
            <a:ext cx="3816350" cy="1947863"/>
          </a:xfrm>
        </p:spPr>
        <p:txBody>
          <a:bodyPr/>
          <a:lstStyle>
            <a:lvl1pPr>
              <a:defRPr sz="16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Bildplatzhalter 6">
            <a:extLst>
              <a:ext uri="{FF2B5EF4-FFF2-40B4-BE49-F238E27FC236}">
                <a16:creationId xmlns:a16="http://schemas.microsoft.com/office/drawing/2014/main" id="{CE71AF72-2FFB-40A2-ADC6-9889A3507C4C}"/>
              </a:ext>
              <a:ext uri="{C183D7F6-B498-43B3-948B-1728B52AA6E4}">
                <adec:decorative xmlns:adec="http://schemas.microsoft.com/office/drawing/2017/decorative" val="1"/>
              </a:ext>
            </a:extLst>
          </p:cNvPr>
          <p:cNvSpPr>
            <a:spLocks noGrp="1"/>
          </p:cNvSpPr>
          <p:nvPr>
            <p:ph type="pic" sz="quarter" idx="13"/>
          </p:nvPr>
        </p:nvSpPr>
        <p:spPr>
          <a:xfrm>
            <a:off x="5148001" y="0"/>
            <a:ext cx="7044000" cy="4968000"/>
          </a:xfrm>
          <a:solidFill>
            <a:schemeClr val="tx2"/>
          </a:solidFill>
        </p:spPr>
        <p:txBody>
          <a:bodyPr/>
          <a:lstStyle/>
          <a:p>
            <a:r>
              <a:rPr lang="en-US"/>
              <a:t>Click icon to add picture</a:t>
            </a:r>
            <a:endParaRPr lang="en-US" dirty="0"/>
          </a:p>
        </p:txBody>
      </p:sp>
      <p:sp>
        <p:nvSpPr>
          <p:cNvPr id="6" name="Bildplatzhalter 9">
            <a:extLst>
              <a:ext uri="{FF2B5EF4-FFF2-40B4-BE49-F238E27FC236}">
                <a16:creationId xmlns:a16="http://schemas.microsoft.com/office/drawing/2014/main" id="{783CECED-A8D5-4BD6-A656-0D10C41795B8}"/>
              </a:ext>
              <a:ext uri="{C183D7F6-B498-43B3-948B-1728B52AA6E4}">
                <adec:decorative xmlns:adec="http://schemas.microsoft.com/office/drawing/2017/decorative" val="1"/>
              </a:ext>
            </a:extLst>
          </p:cNvPr>
          <p:cNvSpPr>
            <a:spLocks noGrp="1"/>
          </p:cNvSpPr>
          <p:nvPr>
            <p:ph type="pic" sz="quarter" idx="17"/>
          </p:nvPr>
        </p:nvSpPr>
        <p:spPr>
          <a:xfrm>
            <a:off x="10692000" y="504000"/>
            <a:ext cx="1018800" cy="252000"/>
          </a:xfrm>
          <a:blipFill>
            <a:blip r:embed="rId2">
              <a:extLst>
                <a:ext uri="{96DAC541-7B7A-43D3-8B79-37D633B846F1}">
                  <asvg:svgBlip xmlns:asvg="http://schemas.microsoft.com/office/drawing/2016/SVG/main" r:embed="rId3"/>
                </a:ext>
              </a:extLst>
            </a:blip>
            <a:stretch>
              <a:fillRect/>
            </a:stretch>
          </a:blipFill>
        </p:spPr>
        <p:txBody>
          <a:bodyPr/>
          <a:lstStyle>
            <a:lvl1pPr>
              <a:defRPr sz="800">
                <a:solidFill>
                  <a:schemeClr val="tx1">
                    <a:alpha val="0"/>
                  </a:schemeClr>
                </a:solidFill>
              </a:defRPr>
            </a:lvl1pPr>
          </a:lstStyle>
          <a:p>
            <a:r>
              <a:rPr lang="en-US"/>
              <a:t>Click icon to add picture</a:t>
            </a:r>
            <a:endParaRPr lang="en-US" dirty="0"/>
          </a:p>
        </p:txBody>
      </p:sp>
    </p:spTree>
    <p:extLst>
      <p:ext uri="{BB962C8B-B14F-4D97-AF65-F5344CB8AC3E}">
        <p14:creationId xmlns:p14="http://schemas.microsoft.com/office/powerpoint/2010/main" val="2885121171"/>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p:cSld name="End chart">
    <p:spTree>
      <p:nvGrpSpPr>
        <p:cNvPr id="1" name=""/>
        <p:cNvGrpSpPr/>
        <p:nvPr/>
      </p:nvGrpSpPr>
      <p:grpSpPr>
        <a:xfrm>
          <a:off x="0" y="0"/>
          <a:ext cx="0" cy="0"/>
          <a:chOff x="0" y="0"/>
          <a:chExt cx="0" cy="0"/>
        </a:xfrm>
      </p:grpSpPr>
      <p:sp>
        <p:nvSpPr>
          <p:cNvPr id="4" name="Foliennummernplatzhalter 3">
            <a:extLst>
              <a:ext uri="{FF2B5EF4-FFF2-40B4-BE49-F238E27FC236}">
                <a16:creationId xmlns:a16="http://schemas.microsoft.com/office/drawing/2014/main" id="{1E761017-7A9E-407D-8DCD-CEDEF7758D25}"/>
              </a:ext>
            </a:extLst>
          </p:cNvPr>
          <p:cNvSpPr>
            <a:spLocks noGrp="1"/>
          </p:cNvSpPr>
          <p:nvPr>
            <p:ph type="sldNum" sz="quarter" idx="11"/>
          </p:nvPr>
        </p:nvSpPr>
        <p:spPr/>
        <p:txBody>
          <a:bodyPr/>
          <a:lstStyle/>
          <a:p>
            <a:fld id="{56C449F3-BD9D-48DC-BFF1-0F66671DA7C6}" type="slidenum">
              <a:rPr lang="en-US" smtClean="0"/>
              <a:pPr/>
              <a:t>‹#›</a:t>
            </a:fld>
            <a:endParaRPr lang="en-US" dirty="0"/>
          </a:p>
        </p:txBody>
      </p:sp>
      <p:pic>
        <p:nvPicPr>
          <p:cNvPr id="5" name="Bildplatzhalter 11">
            <a:extLst>
              <a:ext uri="{FF2B5EF4-FFF2-40B4-BE49-F238E27FC236}">
                <a16:creationId xmlns:a16="http://schemas.microsoft.com/office/drawing/2014/main" id="{727A807A-44F9-421E-99A3-97AA64680286}"/>
              </a:ext>
              <a:ext uri="{C183D7F6-B498-43B3-948B-1728B52AA6E4}">
                <adec:decorative xmlns:adec="http://schemas.microsoft.com/office/drawing/2017/decorative" val="1"/>
              </a:ext>
            </a:extLst>
          </p:cNvPr>
          <p:cNvPicPr>
            <a:picLocks noChangeAspect="1"/>
          </p:cNvPicPr>
          <p:nvPr/>
        </p:nvPicPr>
        <p:blipFill>
          <a:blip r:embed="rId2" cstate="screen">
            <a:extLst>
              <a:ext uri="{28A0092B-C50C-407E-A947-70E740481C1C}">
                <a14:useLocalDpi xmlns:a14="http://schemas.microsoft.com/office/drawing/2010/main"/>
              </a:ext>
            </a:extLst>
          </a:blip>
          <a:srcRect/>
          <a:stretch>
            <a:fillRect/>
          </a:stretch>
        </p:blipFill>
        <p:spPr>
          <a:xfrm>
            <a:off x="0" y="0"/>
            <a:ext cx="12192000" cy="6858000"/>
          </a:xfrm>
          <a:prstGeom prst="rect">
            <a:avLst/>
          </a:prstGeom>
        </p:spPr>
      </p:pic>
      <p:sp>
        <p:nvSpPr>
          <p:cNvPr id="6" name="Grafik 13">
            <a:extLst>
              <a:ext uri="{FF2B5EF4-FFF2-40B4-BE49-F238E27FC236}">
                <a16:creationId xmlns:a16="http://schemas.microsoft.com/office/drawing/2014/main" id="{CE079E16-C310-4874-A85B-DA706D4C21CA}"/>
              </a:ext>
            </a:extLst>
          </p:cNvPr>
          <p:cNvSpPr>
            <a:spLocks noChangeAspect="1"/>
          </p:cNvSpPr>
          <p:nvPr/>
        </p:nvSpPr>
        <p:spPr>
          <a:xfrm>
            <a:off x="3810098" y="1143097"/>
            <a:ext cx="4571808" cy="4571807"/>
          </a:xfrm>
          <a:custGeom>
            <a:avLst/>
            <a:gdLst>
              <a:gd name="connsiteX0" fmla="*/ 3048606 w 5327650"/>
              <a:gd name="connsiteY0" fmla="*/ 4158431 h 5327649"/>
              <a:gd name="connsiteX1" fmla="*/ 3048606 w 5327650"/>
              <a:gd name="connsiteY1" fmla="*/ 1218444 h 5327649"/>
              <a:gd name="connsiteX2" fmla="*/ 2737659 w 5327650"/>
              <a:gd name="connsiteY2" fmla="*/ 905364 h 5327649"/>
              <a:gd name="connsiteX3" fmla="*/ 2049870 w 5327650"/>
              <a:gd name="connsiteY3" fmla="*/ 905364 h 5327649"/>
              <a:gd name="connsiteX4" fmla="*/ 2049870 w 5327650"/>
              <a:gd name="connsiteY4" fmla="*/ 1233529 h 5327649"/>
              <a:gd name="connsiteX5" fmla="*/ 2090888 w 5327650"/>
              <a:gd name="connsiteY5" fmla="*/ 1233529 h 5327649"/>
              <a:gd name="connsiteX6" fmla="*/ 2278251 w 5327650"/>
              <a:gd name="connsiteY6" fmla="*/ 1458216 h 5327649"/>
              <a:gd name="connsiteX7" fmla="*/ 2278251 w 5327650"/>
              <a:gd name="connsiteY7" fmla="*/ 4158431 h 5327649"/>
              <a:gd name="connsiteX8" fmla="*/ 3048606 w 5327650"/>
              <a:gd name="connsiteY8" fmla="*/ 4158431 h 5327649"/>
              <a:gd name="connsiteX9" fmla="*/ 3387869 w 5327650"/>
              <a:gd name="connsiteY9" fmla="*/ 4158431 h 5327649"/>
              <a:gd name="connsiteX10" fmla="*/ 4152137 w 5327650"/>
              <a:gd name="connsiteY10" fmla="*/ 4158431 h 5327649"/>
              <a:gd name="connsiteX11" fmla="*/ 4152137 w 5327650"/>
              <a:gd name="connsiteY11" fmla="*/ 1868687 h 5327649"/>
              <a:gd name="connsiteX12" fmla="*/ 3839602 w 5327650"/>
              <a:gd name="connsiteY12" fmla="*/ 1556136 h 5327649"/>
              <a:gd name="connsiteX13" fmla="*/ 3387869 w 5327650"/>
              <a:gd name="connsiteY13" fmla="*/ 1556136 h 5327649"/>
              <a:gd name="connsiteX14" fmla="*/ 3387869 w 5327650"/>
              <a:gd name="connsiteY14" fmla="*/ 4158431 h 5327649"/>
              <a:gd name="connsiteX15" fmla="*/ 1940840 w 5327650"/>
              <a:gd name="connsiteY15" fmla="*/ 4158431 h 5327649"/>
              <a:gd name="connsiteX16" fmla="*/ 1940840 w 5327650"/>
              <a:gd name="connsiteY16" fmla="*/ 1556136 h 5327649"/>
              <a:gd name="connsiteX17" fmla="*/ 1488048 w 5327650"/>
              <a:gd name="connsiteY17" fmla="*/ 1556136 h 5327649"/>
              <a:gd name="connsiteX18" fmla="*/ 1176307 w 5327650"/>
              <a:gd name="connsiteY18" fmla="*/ 1868687 h 5327649"/>
              <a:gd name="connsiteX19" fmla="*/ 1176307 w 5327650"/>
              <a:gd name="connsiteY19" fmla="*/ 4158431 h 5327649"/>
              <a:gd name="connsiteX20" fmla="*/ 1940840 w 5327650"/>
              <a:gd name="connsiteY20" fmla="*/ 4158431 h 5327649"/>
              <a:gd name="connsiteX21" fmla="*/ 4875123 w 5327650"/>
              <a:gd name="connsiteY21" fmla="*/ 2664222 h 5327649"/>
              <a:gd name="connsiteX22" fmla="*/ 2664090 w 5327650"/>
              <a:gd name="connsiteY22" fmla="*/ 4901565 h 5327649"/>
              <a:gd name="connsiteX23" fmla="*/ 452792 w 5327650"/>
              <a:gd name="connsiteY23" fmla="*/ 2664222 h 5327649"/>
              <a:gd name="connsiteX24" fmla="*/ 2664090 w 5327650"/>
              <a:gd name="connsiteY24" fmla="*/ 426350 h 5327649"/>
              <a:gd name="connsiteX25" fmla="*/ 4875123 w 5327650"/>
              <a:gd name="connsiteY25" fmla="*/ 2664222 h 5327649"/>
              <a:gd name="connsiteX26" fmla="*/ 5327650 w 5327650"/>
              <a:gd name="connsiteY26" fmla="*/ 2657341 h 5327649"/>
              <a:gd name="connsiteX27" fmla="*/ 2667530 w 5327650"/>
              <a:gd name="connsiteY27" fmla="*/ 0 h 5327649"/>
              <a:gd name="connsiteX28" fmla="*/ 2660649 w 5327650"/>
              <a:gd name="connsiteY28" fmla="*/ 0 h 5327649"/>
              <a:gd name="connsiteX29" fmla="*/ 0 w 5327650"/>
              <a:gd name="connsiteY29" fmla="*/ 2664222 h 5327649"/>
              <a:gd name="connsiteX30" fmla="*/ 2664090 w 5327650"/>
              <a:gd name="connsiteY30" fmla="*/ 5327650 h 5327649"/>
              <a:gd name="connsiteX31" fmla="*/ 5327650 w 5327650"/>
              <a:gd name="connsiteY31" fmla="*/ 2670838 h 5327649"/>
              <a:gd name="connsiteX32" fmla="*/ 5327650 w 5327650"/>
              <a:gd name="connsiteY32" fmla="*/ 2657341 h 5327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327650" h="5327649">
                <a:moveTo>
                  <a:pt x="3048606" y="4158431"/>
                </a:moveTo>
                <a:lnTo>
                  <a:pt x="3048606" y="1218444"/>
                </a:lnTo>
                <a:cubicBezTo>
                  <a:pt x="3048606" y="984230"/>
                  <a:pt x="2965245" y="905364"/>
                  <a:pt x="2737659" y="905364"/>
                </a:cubicBezTo>
                <a:lnTo>
                  <a:pt x="2049870" y="905364"/>
                </a:lnTo>
                <a:lnTo>
                  <a:pt x="2049870" y="1233529"/>
                </a:lnTo>
                <a:lnTo>
                  <a:pt x="2090888" y="1233529"/>
                </a:lnTo>
                <a:cubicBezTo>
                  <a:pt x="2248082" y="1233529"/>
                  <a:pt x="2278251" y="1268992"/>
                  <a:pt x="2278251" y="1458216"/>
                </a:cubicBezTo>
                <a:lnTo>
                  <a:pt x="2278251" y="4158431"/>
                </a:lnTo>
                <a:lnTo>
                  <a:pt x="3048606" y="4158431"/>
                </a:lnTo>
                <a:close/>
                <a:moveTo>
                  <a:pt x="3387869" y="4158431"/>
                </a:moveTo>
                <a:lnTo>
                  <a:pt x="4152137" y="4158431"/>
                </a:lnTo>
                <a:lnTo>
                  <a:pt x="4152137" y="1868687"/>
                </a:lnTo>
                <a:cubicBezTo>
                  <a:pt x="4152137" y="1638972"/>
                  <a:pt x="4063484" y="1556136"/>
                  <a:pt x="3839602" y="1556136"/>
                </a:cubicBezTo>
                <a:lnTo>
                  <a:pt x="3387869" y="1556136"/>
                </a:lnTo>
                <a:lnTo>
                  <a:pt x="3387869" y="4158431"/>
                </a:lnTo>
                <a:close/>
                <a:moveTo>
                  <a:pt x="1940840" y="4158431"/>
                </a:moveTo>
                <a:lnTo>
                  <a:pt x="1940840" y="1556136"/>
                </a:lnTo>
                <a:lnTo>
                  <a:pt x="1488048" y="1556136"/>
                </a:lnTo>
                <a:cubicBezTo>
                  <a:pt x="1264166" y="1556136"/>
                  <a:pt x="1176307" y="1638972"/>
                  <a:pt x="1176307" y="1868687"/>
                </a:cubicBezTo>
                <a:lnTo>
                  <a:pt x="1176307" y="4158431"/>
                </a:lnTo>
                <a:lnTo>
                  <a:pt x="1940840" y="4158431"/>
                </a:lnTo>
                <a:close/>
                <a:moveTo>
                  <a:pt x="4875123" y="2664222"/>
                </a:moveTo>
                <a:cubicBezTo>
                  <a:pt x="4875123" y="3959679"/>
                  <a:pt x="3943869" y="4901565"/>
                  <a:pt x="2664090" y="4901565"/>
                </a:cubicBezTo>
                <a:cubicBezTo>
                  <a:pt x="1384310" y="4901565"/>
                  <a:pt x="452792" y="3959679"/>
                  <a:pt x="452792" y="2664222"/>
                </a:cubicBezTo>
                <a:cubicBezTo>
                  <a:pt x="452792" y="1368500"/>
                  <a:pt x="1384310" y="426350"/>
                  <a:pt x="2664090" y="426350"/>
                </a:cubicBezTo>
                <a:cubicBezTo>
                  <a:pt x="3943869" y="426350"/>
                  <a:pt x="4875123" y="1374323"/>
                  <a:pt x="4875123" y="2664222"/>
                </a:cubicBezTo>
                <a:close/>
                <a:moveTo>
                  <a:pt x="5327650" y="2657341"/>
                </a:moveTo>
                <a:cubicBezTo>
                  <a:pt x="5324210" y="1138520"/>
                  <a:pt x="4187599" y="1588"/>
                  <a:pt x="2667530" y="0"/>
                </a:cubicBezTo>
                <a:lnTo>
                  <a:pt x="2660649" y="0"/>
                </a:lnTo>
                <a:cubicBezTo>
                  <a:pt x="1137670" y="1588"/>
                  <a:pt x="0" y="1141961"/>
                  <a:pt x="0" y="2664222"/>
                </a:cubicBezTo>
                <a:cubicBezTo>
                  <a:pt x="0" y="4189395"/>
                  <a:pt x="1139258" y="5327650"/>
                  <a:pt x="2664090" y="5327650"/>
                </a:cubicBezTo>
                <a:cubicBezTo>
                  <a:pt x="4186011" y="5327650"/>
                  <a:pt x="5324210" y="4192835"/>
                  <a:pt x="5327650" y="2670838"/>
                </a:cubicBezTo>
                <a:lnTo>
                  <a:pt x="5327650" y="2657341"/>
                </a:lnTo>
                <a:close/>
              </a:path>
            </a:pathLst>
          </a:custGeom>
          <a:gradFill flip="none" rotWithShape="1">
            <a:gsLst>
              <a:gs pos="0">
                <a:schemeClr val="bg1">
                  <a:lumMod val="75000"/>
                </a:schemeClr>
              </a:gs>
              <a:gs pos="100000">
                <a:schemeClr val="bg1">
                  <a:alpha val="25000"/>
                  <a:lumMod val="100000"/>
                </a:schemeClr>
              </a:gs>
            </a:gsLst>
            <a:lin ang="18900000" scaled="1"/>
            <a:tileRect/>
          </a:gradFill>
          <a:ln w="264" cap="flat">
            <a:noFill/>
            <a:prstDash val="solid"/>
            <a:miter/>
          </a:ln>
        </p:spPr>
        <p:txBody>
          <a:bodyPr rtlCol="0" anchor="ctr"/>
          <a:lstStyle/>
          <a:p>
            <a:endParaRPr lang="en-US" sz="1905" dirty="0"/>
          </a:p>
        </p:txBody>
      </p:sp>
    </p:spTree>
    <p:extLst>
      <p:ext uri="{BB962C8B-B14F-4D97-AF65-F5344CB8AC3E}">
        <p14:creationId xmlns:p14="http://schemas.microsoft.com/office/powerpoint/2010/main" val="4014834014"/>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title">
  <p:cSld name="Title 3">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509CE9-F18C-5020-CF43-5960AFE654F6}"/>
              </a:ext>
            </a:extLst>
          </p:cNvPr>
          <p:cNvSpPr>
            <a:spLocks noGrp="1"/>
          </p:cNvSpPr>
          <p:nvPr>
            <p:ph type="ctrTitle"/>
          </p:nvPr>
        </p:nvSpPr>
        <p:spPr>
          <a:xfrm>
            <a:off x="2950265" y="1400657"/>
            <a:ext cx="6291470" cy="3290611"/>
          </a:xfrm>
        </p:spPr>
        <p:txBody>
          <a:bodyPr anchor="ctr">
            <a:normAutofit/>
          </a:bodyPr>
          <a:lstStyle>
            <a:lvl1pPr algn="ctr">
              <a:defRPr sz="4800">
                <a:solidFill>
                  <a:schemeClr val="tx2">
                    <a:lumMod val="90000"/>
                    <a:alpha val="80000"/>
                  </a:schemeClr>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16B3AA5-F8D6-AB69-241F-6F8F1DD41E55}"/>
              </a:ext>
            </a:extLst>
          </p:cNvPr>
          <p:cNvSpPr>
            <a:spLocks noGrp="1"/>
          </p:cNvSpPr>
          <p:nvPr>
            <p:ph type="subTitle" idx="1"/>
          </p:nvPr>
        </p:nvSpPr>
        <p:spPr>
          <a:xfrm>
            <a:off x="2676941" y="5812260"/>
            <a:ext cx="6838118" cy="702946"/>
          </a:xfrm>
        </p:spPr>
        <p:txBody>
          <a:bodyPr anchor="ctr">
            <a:normAutofit/>
          </a:bodyPr>
          <a:lstStyle>
            <a:lvl1pPr marL="0" indent="0" algn="ctr">
              <a:buNone/>
              <a:defRPr sz="1800">
                <a:solidFill>
                  <a:schemeClr val="tx2">
                    <a:alpha val="8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Footer Placeholder 4">
            <a:extLst>
              <a:ext uri="{FF2B5EF4-FFF2-40B4-BE49-F238E27FC236}">
                <a16:creationId xmlns:a16="http://schemas.microsoft.com/office/drawing/2014/main" id="{7AE78127-77D8-DF99-4AE0-F322800B057B}"/>
              </a:ext>
            </a:extLst>
          </p:cNvPr>
          <p:cNvSpPr>
            <a:spLocks noGrp="1"/>
          </p:cNvSpPr>
          <p:nvPr>
            <p:ph type="ftr" sz="quarter" idx="11"/>
          </p:nvPr>
        </p:nvSpPr>
        <p:spPr/>
        <p:txBody>
          <a:bodyPr/>
          <a:lstStyle>
            <a:lvl1pPr>
              <a:defRPr>
                <a:solidFill>
                  <a:schemeClr val="tx2">
                    <a:alpha val="80000"/>
                  </a:schemeClr>
                </a:solidFill>
              </a:defRPr>
            </a:lvl1pPr>
          </a:lstStyle>
          <a:p>
            <a:r>
              <a:rPr lang="en-US" dirty="0"/>
              <a:t>Sample Footer Text</a:t>
            </a:r>
          </a:p>
        </p:txBody>
      </p:sp>
      <p:sp>
        <p:nvSpPr>
          <p:cNvPr id="4" name="Date Placeholder 3">
            <a:extLst>
              <a:ext uri="{FF2B5EF4-FFF2-40B4-BE49-F238E27FC236}">
                <a16:creationId xmlns:a16="http://schemas.microsoft.com/office/drawing/2014/main" id="{D2D04168-7304-004B-C2F6-42E38FDC5908}"/>
              </a:ext>
            </a:extLst>
          </p:cNvPr>
          <p:cNvSpPr>
            <a:spLocks noGrp="1"/>
          </p:cNvSpPr>
          <p:nvPr>
            <p:ph type="dt" sz="half" idx="10"/>
          </p:nvPr>
        </p:nvSpPr>
        <p:spPr/>
        <p:txBody>
          <a:bodyPr/>
          <a:lstStyle>
            <a:lvl1pPr>
              <a:defRPr>
                <a:solidFill>
                  <a:schemeClr val="tx2">
                    <a:alpha val="80000"/>
                  </a:schemeClr>
                </a:solidFill>
              </a:defRPr>
            </a:lvl1pPr>
          </a:lstStyle>
          <a:p>
            <a:fld id="{014AE7A1-FDDE-474D-BCD9-88FCF250514D}" type="datetime1">
              <a:rPr lang="en-US" smtClean="0"/>
              <a:t>2/26/2026</a:t>
            </a:fld>
            <a:endParaRPr lang="en-US" dirty="0"/>
          </a:p>
        </p:txBody>
      </p:sp>
      <p:sp>
        <p:nvSpPr>
          <p:cNvPr id="6" name="Slide Number Placeholder 5">
            <a:extLst>
              <a:ext uri="{FF2B5EF4-FFF2-40B4-BE49-F238E27FC236}">
                <a16:creationId xmlns:a16="http://schemas.microsoft.com/office/drawing/2014/main" id="{D7C58464-EE0F-215A-2FA8-F434687B9E7A}"/>
              </a:ext>
            </a:extLst>
          </p:cNvPr>
          <p:cNvSpPr>
            <a:spLocks noGrp="1"/>
          </p:cNvSpPr>
          <p:nvPr>
            <p:ph type="sldNum" sz="quarter" idx="12"/>
          </p:nvPr>
        </p:nvSpPr>
        <p:spPr/>
        <p:txBody>
          <a:bodyPr/>
          <a:lstStyle>
            <a:lvl1pPr>
              <a:defRPr>
                <a:solidFill>
                  <a:schemeClr val="tx2">
                    <a:alpha val="80000"/>
                  </a:schemeClr>
                </a:solidFill>
              </a:defRPr>
            </a:lvl1pPr>
          </a:lstStyle>
          <a:p>
            <a:fld id="{DDF60B60-82CA-4BB9-BA6E-A62FADF2374B}" type="slidenum">
              <a:rPr lang="en-US" smtClean="0"/>
              <a:t>‹#›</a:t>
            </a:fld>
            <a:endParaRPr lang="en-US" dirty="0"/>
          </a:p>
        </p:txBody>
      </p:sp>
    </p:spTree>
    <p:extLst>
      <p:ext uri="{BB962C8B-B14F-4D97-AF65-F5344CB8AC3E}">
        <p14:creationId xmlns:p14="http://schemas.microsoft.com/office/powerpoint/2010/main" val="381052857"/>
      </p:ext>
    </p:extLst>
  </p:cSld>
  <p:clrMapOvr>
    <a:overrideClrMapping bg1="dk1" tx1="lt1" bg2="dk2" tx2="lt2" accent1="accent1" accent2="accent2" accent3="accent3" accent4="accent4" accent5="accent5" accent6="accent6" hlink="hlink" folHlink="folHlink"/>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secHead">
  <p:cSld name="Section Header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EC6DA0-2CB8-AFC5-DB06-AB9235983979}"/>
              </a:ext>
            </a:extLst>
          </p:cNvPr>
          <p:cNvSpPr>
            <a:spLocks noGrp="1"/>
          </p:cNvSpPr>
          <p:nvPr>
            <p:ph type="title"/>
          </p:nvPr>
        </p:nvSpPr>
        <p:spPr>
          <a:xfrm>
            <a:off x="457200" y="2968607"/>
            <a:ext cx="8932653" cy="3450568"/>
          </a:xfrm>
        </p:spPr>
        <p:txBody>
          <a:bodyPr anchor="b">
            <a:normAutofit/>
          </a:bodyPr>
          <a:lstStyle>
            <a:lvl1pPr>
              <a:lnSpc>
                <a:spcPct val="80000"/>
              </a:lnSpc>
              <a:defRPr sz="6600" cap="all" baseline="0">
                <a:solidFill>
                  <a:schemeClr val="tx2">
                    <a:lumMod val="90000"/>
                    <a:alpha val="65000"/>
                  </a:schemeClr>
                </a:solidFill>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8E16A9F-28B9-2207-66D3-D952EB7EC876}"/>
              </a:ext>
            </a:extLst>
          </p:cNvPr>
          <p:cNvSpPr>
            <a:spLocks noGrp="1"/>
          </p:cNvSpPr>
          <p:nvPr>
            <p:ph type="body" idx="1"/>
          </p:nvPr>
        </p:nvSpPr>
        <p:spPr>
          <a:xfrm>
            <a:off x="685800" y="-789870"/>
            <a:ext cx="10515600" cy="638352"/>
          </a:xfrm>
        </p:spPr>
        <p:txBody>
          <a:bodyPr>
            <a:normAutofit/>
          </a:bodyPr>
          <a:lstStyle>
            <a:lvl1pPr marL="0" indent="0">
              <a:buNone/>
              <a:defRPr sz="2000">
                <a:solidFill>
                  <a:schemeClr val="bg2"/>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5" name="Footer Placeholder 4">
            <a:extLst>
              <a:ext uri="{FF2B5EF4-FFF2-40B4-BE49-F238E27FC236}">
                <a16:creationId xmlns:a16="http://schemas.microsoft.com/office/drawing/2014/main" id="{28B3F77F-C41D-1011-B9F4-A5DE814F43EF}"/>
              </a:ext>
            </a:extLst>
          </p:cNvPr>
          <p:cNvSpPr>
            <a:spLocks noGrp="1"/>
          </p:cNvSpPr>
          <p:nvPr>
            <p:ph type="ftr" sz="quarter" idx="11"/>
          </p:nvPr>
        </p:nvSpPr>
        <p:spPr>
          <a:xfrm>
            <a:off x="457200" y="6445997"/>
            <a:ext cx="3751081" cy="365125"/>
          </a:xfrm>
        </p:spPr>
        <p:txBody>
          <a:bodyPr/>
          <a:lstStyle>
            <a:lvl1pPr>
              <a:defRPr>
                <a:solidFill>
                  <a:schemeClr val="tx2"/>
                </a:solidFill>
              </a:defRPr>
            </a:lvl1pPr>
          </a:lstStyle>
          <a:p>
            <a:r>
              <a:rPr lang="en-US" dirty="0"/>
              <a:t>Sample Footer Text</a:t>
            </a:r>
          </a:p>
        </p:txBody>
      </p:sp>
      <p:sp>
        <p:nvSpPr>
          <p:cNvPr id="4" name="Date Placeholder 3">
            <a:extLst>
              <a:ext uri="{FF2B5EF4-FFF2-40B4-BE49-F238E27FC236}">
                <a16:creationId xmlns:a16="http://schemas.microsoft.com/office/drawing/2014/main" id="{E58CD507-925C-84B3-8F49-9F3B91209D8F}"/>
              </a:ext>
            </a:extLst>
          </p:cNvPr>
          <p:cNvSpPr>
            <a:spLocks noGrp="1"/>
          </p:cNvSpPr>
          <p:nvPr>
            <p:ph type="dt" sz="half" idx="10"/>
          </p:nvPr>
        </p:nvSpPr>
        <p:spPr/>
        <p:txBody>
          <a:bodyPr/>
          <a:lstStyle>
            <a:lvl1pPr>
              <a:defRPr>
                <a:solidFill>
                  <a:schemeClr val="tx2"/>
                </a:solidFill>
              </a:defRPr>
            </a:lvl1pPr>
          </a:lstStyle>
          <a:p>
            <a:fld id="{955570C2-432E-4238-AE9E-852D979BFC70}" type="datetime1">
              <a:rPr lang="en-US" smtClean="0"/>
              <a:t>2/26/2026</a:t>
            </a:fld>
            <a:endParaRPr lang="en-US" dirty="0"/>
          </a:p>
        </p:txBody>
      </p:sp>
      <p:sp>
        <p:nvSpPr>
          <p:cNvPr id="6" name="Slide Number Placeholder 5">
            <a:extLst>
              <a:ext uri="{FF2B5EF4-FFF2-40B4-BE49-F238E27FC236}">
                <a16:creationId xmlns:a16="http://schemas.microsoft.com/office/drawing/2014/main" id="{6C13B4AE-32E8-CAFF-4A3C-6CBE4FFFA843}"/>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dirty="0"/>
          </a:p>
        </p:txBody>
      </p:sp>
    </p:spTree>
    <p:extLst>
      <p:ext uri="{BB962C8B-B14F-4D97-AF65-F5344CB8AC3E}">
        <p14:creationId xmlns:p14="http://schemas.microsoft.com/office/powerpoint/2010/main" val="3260959406"/>
      </p:ext>
    </p:extLst>
  </p:cSld>
  <p:clrMapOvr>
    <a:overrideClrMapping bg1="dk1" tx1="lt1" bg2="dk2" tx2="lt2" accent1="accent1" accent2="accent2" accent3="accent3" accent4="accent4" accent5="accent5" accent6="accent6" hlink="hlink" folHlink="folHlink"/>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57199" y="377072"/>
            <a:ext cx="4958078" cy="1225485"/>
          </a:xfrm>
        </p:spPr>
        <p:txBody>
          <a:bodyPr anchor="t"/>
          <a:lstStyle/>
          <a:p>
            <a:r>
              <a:rPr lang="en-US"/>
              <a:t>Click to edit Master title style</a:t>
            </a:r>
            <a:endParaRPr lang="en-US" dirty="0"/>
          </a:p>
        </p:txBody>
      </p:sp>
      <p:sp>
        <p:nvSpPr>
          <p:cNvPr id="19" name="Picture Placeholder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0" y="1842182"/>
            <a:ext cx="5758172" cy="4546457"/>
          </a:xfrm>
          <a:blipFill dpi="0" rotWithShape="1">
            <a:blip r:embed="rId2">
              <a:alphaModFix amt="80000"/>
            </a:blip>
            <a:srcRect/>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6176142" y="377072"/>
            <a:ext cx="5558655" cy="57974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949302" cy="365125"/>
          </a:xfrm>
        </p:spPr>
        <p:txBody>
          <a:bodyPr/>
          <a:lstStyle/>
          <a:p>
            <a:r>
              <a:rPr lang="en-US" dirty="0"/>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EA0A916D-ECC1-407F-9384-347E5A5D7944}" type="datetime1">
              <a:rPr lang="en-US" smtClean="0"/>
              <a:t>2/26/2026</a:t>
            </a:fld>
            <a:endParaRPr lang="en-US" dirty="0"/>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a:t>
            </a:fld>
            <a:endParaRPr lang="en-US" dirty="0"/>
          </a:p>
        </p:txBody>
      </p:sp>
    </p:spTree>
    <p:extLst>
      <p:ext uri="{BB962C8B-B14F-4D97-AF65-F5344CB8AC3E}">
        <p14:creationId xmlns:p14="http://schemas.microsoft.com/office/powerpoint/2010/main" val="1821965347"/>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57200" y="680728"/>
            <a:ext cx="7281067" cy="1005840"/>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457200" y="1823728"/>
            <a:ext cx="7281061" cy="442385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Picture Placeholder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8195489" y="-6369"/>
            <a:ext cx="3996512" cy="6398066"/>
          </a:xfrm>
          <a:blipFill dpi="0" rotWithShape="1">
            <a:blip r:embed="rId2">
              <a:alphaModFix amt="80000"/>
            </a:blip>
            <a:srcRect/>
            <a:stretch>
              <a:fillRect/>
            </a:stretch>
          </a:blipFill>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949302" cy="365125"/>
          </a:xfrm>
        </p:spPr>
        <p:txBody>
          <a:bodyPr/>
          <a:lstStyle/>
          <a:p>
            <a:r>
              <a:rPr lang="en-US" dirty="0"/>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EBE49B79-F7D7-4EC9-B39C-00EEEABA80A1}" type="datetime1">
              <a:rPr lang="en-US" smtClean="0"/>
              <a:t>2/26/2026</a:t>
            </a:fld>
            <a:endParaRPr lang="en-US" dirty="0"/>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a:t>
            </a:fld>
            <a:endParaRPr lang="en-US" dirty="0"/>
          </a:p>
        </p:txBody>
      </p:sp>
    </p:spTree>
    <p:extLst>
      <p:ext uri="{BB962C8B-B14F-4D97-AF65-F5344CB8AC3E}">
        <p14:creationId xmlns:p14="http://schemas.microsoft.com/office/powerpoint/2010/main" val="3123645108"/>
      </p:ext>
    </p:extLst>
  </p:cSld>
  <p:clrMapOvr>
    <a:masterClrMapping/>
  </p:clrMapOvr>
  <p:extLst>
    <p:ext uri="{DCECCB84-F9BA-43D5-87BE-67443E8EF086}">
      <p15:sldGuideLst xmlns:p15="http://schemas.microsoft.com/office/powerpoint/2012/main"/>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p:cSld name="1 Column">
    <p:spTree>
      <p:nvGrpSpPr>
        <p:cNvPr id="1" name=""/>
        <p:cNvGrpSpPr/>
        <p:nvPr/>
      </p:nvGrpSpPr>
      <p:grpSpPr>
        <a:xfrm>
          <a:off x="0" y="0"/>
          <a:ext cx="0" cy="0"/>
          <a:chOff x="0" y="0"/>
          <a:chExt cx="0" cy="0"/>
        </a:xfrm>
      </p:grpSpPr>
      <p:sp>
        <p:nvSpPr>
          <p:cNvPr id="8" name="Foliennummernplatzhalter 7">
            <a:extLst>
              <a:ext uri="{FF2B5EF4-FFF2-40B4-BE49-F238E27FC236}">
                <a16:creationId xmlns:a16="http://schemas.microsoft.com/office/drawing/2014/main" id="{B1B47329-9857-4D53-8AEE-0DA821EB3F10}"/>
              </a:ext>
            </a:extLst>
          </p:cNvPr>
          <p:cNvSpPr>
            <a:spLocks noGrp="1"/>
          </p:cNvSpPr>
          <p:nvPr>
            <p:ph type="sldNum" sz="quarter" idx="11"/>
          </p:nvPr>
        </p:nvSpPr>
        <p:spPr/>
        <p:txBody>
          <a:bodyPr/>
          <a:lstStyle/>
          <a:p>
            <a:fld id="{56C449F3-BD9D-48DC-BFF1-0F66671DA7C6}" type="slidenum">
              <a:rPr lang="en-US" smtClean="0"/>
              <a:pPr/>
              <a:t>‹#›</a:t>
            </a:fld>
            <a:endParaRPr lang="en-US" dirty="0"/>
          </a:p>
        </p:txBody>
      </p:sp>
      <p:sp>
        <p:nvSpPr>
          <p:cNvPr id="6" name="Textplatzhalter 4">
            <a:extLst>
              <a:ext uri="{FF2B5EF4-FFF2-40B4-BE49-F238E27FC236}">
                <a16:creationId xmlns:a16="http://schemas.microsoft.com/office/drawing/2014/main" id="{CBA18CC5-0EE1-4A52-A8DC-E8A87E5CEB62}"/>
              </a:ext>
            </a:extLst>
          </p:cNvPr>
          <p:cNvSpPr>
            <a:spLocks noGrp="1"/>
          </p:cNvSpPr>
          <p:nvPr>
            <p:ph type="body" sz="quarter" idx="12" hasCustomPrompt="1"/>
          </p:nvPr>
        </p:nvSpPr>
        <p:spPr>
          <a:xfrm>
            <a:off x="479425" y="476250"/>
            <a:ext cx="9324974" cy="252000"/>
          </a:xfrm>
        </p:spPr>
        <p:txBody>
          <a:bodyPr/>
          <a:lstStyle>
            <a:lvl1pPr>
              <a:defRPr lang="en-US" sz="1100" b="1" kern="1200" cap="all" spc="63" baseline="0" smtClean="0">
                <a:solidFill>
                  <a:schemeClr val="tx1"/>
                </a:solidFill>
                <a:latin typeface="+mn-lt"/>
                <a:ea typeface="+mn-ea"/>
                <a:cs typeface="+mn-cs"/>
              </a:defRPr>
            </a:lvl1pPr>
          </a:lstStyle>
          <a:p>
            <a:pPr lvl="0"/>
            <a:r>
              <a:rPr lang="en-US"/>
              <a:t>Topline goes here</a:t>
            </a:r>
          </a:p>
        </p:txBody>
      </p:sp>
      <p:sp>
        <p:nvSpPr>
          <p:cNvPr id="9" name="Titel 8">
            <a:extLst>
              <a:ext uri="{FF2B5EF4-FFF2-40B4-BE49-F238E27FC236}">
                <a16:creationId xmlns:a16="http://schemas.microsoft.com/office/drawing/2014/main" id="{82ED1243-6147-42B8-9521-E858A8855D1C}"/>
              </a:ext>
            </a:extLst>
          </p:cNvPr>
          <p:cNvSpPr>
            <a:spLocks noGrp="1"/>
          </p:cNvSpPr>
          <p:nvPr>
            <p:ph type="title"/>
          </p:nvPr>
        </p:nvSpPr>
        <p:spPr/>
        <p:txBody>
          <a:bodyPr/>
          <a:lstStyle/>
          <a:p>
            <a:r>
              <a:rPr lang="en-US"/>
              <a:t>Click to edit Master title style</a:t>
            </a:r>
            <a:endParaRPr lang="en-US" dirty="0"/>
          </a:p>
        </p:txBody>
      </p:sp>
      <p:sp>
        <p:nvSpPr>
          <p:cNvPr id="3" name="Inhaltsplatzhalter 2">
            <a:extLst>
              <a:ext uri="{FF2B5EF4-FFF2-40B4-BE49-F238E27FC236}">
                <a16:creationId xmlns:a16="http://schemas.microsoft.com/office/drawing/2014/main" id="{B44BE1ED-5593-43E7-90D4-F1D53BC3E973}"/>
              </a:ext>
            </a:extLst>
          </p:cNvPr>
          <p:cNvSpPr>
            <a:spLocks noGrp="1"/>
          </p:cNvSpPr>
          <p:nvPr>
            <p:ph idx="1"/>
          </p:nvPr>
        </p:nvSpPr>
        <p:spPr>
          <a:xfrm>
            <a:off x="479425" y="1808163"/>
            <a:ext cx="11233150" cy="435768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710061511"/>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obj" preserve="1">
  <p:cSld name="1 Column - No topline">
    <p:spTree>
      <p:nvGrpSpPr>
        <p:cNvPr id="1" name=""/>
        <p:cNvGrpSpPr/>
        <p:nvPr/>
      </p:nvGrpSpPr>
      <p:grpSpPr>
        <a:xfrm>
          <a:off x="0" y="0"/>
          <a:ext cx="0" cy="0"/>
          <a:chOff x="0" y="0"/>
          <a:chExt cx="0" cy="0"/>
        </a:xfrm>
      </p:grpSpPr>
      <p:sp>
        <p:nvSpPr>
          <p:cNvPr id="8" name="Foliennummernplatzhalter 7">
            <a:extLst>
              <a:ext uri="{FF2B5EF4-FFF2-40B4-BE49-F238E27FC236}">
                <a16:creationId xmlns:a16="http://schemas.microsoft.com/office/drawing/2014/main" id="{228A5C0F-76A3-4DA0-9F81-A12F1964DA15}"/>
              </a:ext>
            </a:extLst>
          </p:cNvPr>
          <p:cNvSpPr>
            <a:spLocks noGrp="1"/>
          </p:cNvSpPr>
          <p:nvPr>
            <p:ph type="sldNum" sz="quarter" idx="11"/>
          </p:nvPr>
        </p:nvSpPr>
        <p:spPr/>
        <p:txBody>
          <a:bodyPr/>
          <a:lstStyle/>
          <a:p>
            <a:fld id="{56C449F3-BD9D-48DC-BFF1-0F66671DA7C6}" type="slidenum">
              <a:rPr lang="en-US" smtClean="0"/>
              <a:pPr/>
              <a:t>‹#›</a:t>
            </a:fld>
            <a:endParaRPr lang="en-US" dirty="0"/>
          </a:p>
        </p:txBody>
      </p:sp>
      <p:sp>
        <p:nvSpPr>
          <p:cNvPr id="2" name="Titel 1">
            <a:extLst>
              <a:ext uri="{FF2B5EF4-FFF2-40B4-BE49-F238E27FC236}">
                <a16:creationId xmlns:a16="http://schemas.microsoft.com/office/drawing/2014/main" id="{126FDAA8-8B2C-4943-A92E-AA894087B98A}"/>
              </a:ext>
            </a:extLst>
          </p:cNvPr>
          <p:cNvSpPr>
            <a:spLocks noGrp="1"/>
          </p:cNvSpPr>
          <p:nvPr>
            <p:ph type="title"/>
          </p:nvPr>
        </p:nvSpPr>
        <p:spPr>
          <a:xfrm>
            <a:off x="479427" y="489296"/>
            <a:ext cx="9324974" cy="887067"/>
          </a:xfrm>
        </p:spPr>
        <p:txBody>
          <a:bodyPr/>
          <a:lstStyle/>
          <a:p>
            <a:r>
              <a:rPr lang="en-US"/>
              <a:t>Click to edit Master title style</a:t>
            </a:r>
            <a:endParaRPr lang="en-US" dirty="0"/>
          </a:p>
        </p:txBody>
      </p:sp>
      <p:sp>
        <p:nvSpPr>
          <p:cNvPr id="3" name="Inhaltsplatzhalter 2">
            <a:extLst>
              <a:ext uri="{FF2B5EF4-FFF2-40B4-BE49-F238E27FC236}">
                <a16:creationId xmlns:a16="http://schemas.microsoft.com/office/drawing/2014/main" id="{B44BE1ED-5593-43E7-90D4-F1D53BC3E973}"/>
              </a:ext>
            </a:extLst>
          </p:cNvPr>
          <p:cNvSpPr>
            <a:spLocks noGrp="1"/>
          </p:cNvSpPr>
          <p:nvPr>
            <p:ph idx="1"/>
          </p:nvPr>
        </p:nvSpPr>
        <p:spPr>
          <a:xfrm>
            <a:off x="479424" y="1376363"/>
            <a:ext cx="11233151" cy="47894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ußzeilenplatzhalter 3">
            <a:extLst>
              <a:ext uri="{FF2B5EF4-FFF2-40B4-BE49-F238E27FC236}">
                <a16:creationId xmlns:a16="http://schemas.microsoft.com/office/drawing/2014/main" id="{F066B618-3572-4A35-AE43-3071208EAA47}"/>
              </a:ext>
            </a:extLst>
          </p:cNvPr>
          <p:cNvSpPr>
            <a:spLocks noGrp="1"/>
          </p:cNvSpPr>
          <p:nvPr>
            <p:ph type="ftr" sz="quarter" idx="12"/>
          </p:nvPr>
        </p:nvSpPr>
        <p:spPr/>
        <p:txBody>
          <a:bodyPr/>
          <a:lstStyle/>
          <a:p>
            <a:endParaRPr lang="en-US" dirty="0"/>
          </a:p>
        </p:txBody>
      </p:sp>
    </p:spTree>
    <p:extLst>
      <p:ext uri="{BB962C8B-B14F-4D97-AF65-F5344CB8AC3E}">
        <p14:creationId xmlns:p14="http://schemas.microsoft.com/office/powerpoint/2010/main" val="931472288"/>
      </p:ext>
    </p:extLst>
  </p:cSld>
  <p:clrMapOvr>
    <a:masterClrMapping/>
  </p:clrMapOvr>
  <p:extLst>
    <p:ext uri="{DCECCB84-F9BA-43D5-87BE-67443E8EF086}">
      <p15:sldGuideLst xmlns:p15="http://schemas.microsoft.com/office/powerpoint/2012/main">
        <p15:guide id="1" orient="horz" pos="867">
          <p15:clr>
            <a:srgbClr val="FBAE4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p:cSld name="2 Columns">
    <p:spTree>
      <p:nvGrpSpPr>
        <p:cNvPr id="1" name=""/>
        <p:cNvGrpSpPr/>
        <p:nvPr/>
      </p:nvGrpSpPr>
      <p:grpSpPr>
        <a:xfrm>
          <a:off x="0" y="0"/>
          <a:ext cx="0" cy="0"/>
          <a:chOff x="0" y="0"/>
          <a:chExt cx="0" cy="0"/>
        </a:xfrm>
      </p:grpSpPr>
      <p:sp>
        <p:nvSpPr>
          <p:cNvPr id="6" name="Foliennummernplatzhalter 5">
            <a:extLst>
              <a:ext uri="{FF2B5EF4-FFF2-40B4-BE49-F238E27FC236}">
                <a16:creationId xmlns:a16="http://schemas.microsoft.com/office/drawing/2014/main" id="{F05D0B0C-A748-4D32-9576-AC3B06930A3D}"/>
              </a:ext>
            </a:extLst>
          </p:cNvPr>
          <p:cNvSpPr>
            <a:spLocks noGrp="1"/>
          </p:cNvSpPr>
          <p:nvPr>
            <p:ph type="sldNum" sz="quarter" idx="11"/>
          </p:nvPr>
        </p:nvSpPr>
        <p:spPr/>
        <p:txBody>
          <a:bodyPr/>
          <a:lstStyle/>
          <a:p>
            <a:fld id="{56C449F3-BD9D-48DC-BFF1-0F66671DA7C6}" type="slidenum">
              <a:rPr lang="en-US" smtClean="0"/>
              <a:pPr/>
              <a:t>‹#›</a:t>
            </a:fld>
            <a:endParaRPr lang="en-US" dirty="0"/>
          </a:p>
        </p:txBody>
      </p:sp>
      <p:sp>
        <p:nvSpPr>
          <p:cNvPr id="8" name="Textplatzhalter 4">
            <a:extLst>
              <a:ext uri="{FF2B5EF4-FFF2-40B4-BE49-F238E27FC236}">
                <a16:creationId xmlns:a16="http://schemas.microsoft.com/office/drawing/2014/main" id="{38466069-A1D4-43E3-9D57-F1BB85187B72}"/>
              </a:ext>
            </a:extLst>
          </p:cNvPr>
          <p:cNvSpPr>
            <a:spLocks noGrp="1"/>
          </p:cNvSpPr>
          <p:nvPr>
            <p:ph type="body" sz="quarter" idx="13" hasCustomPrompt="1"/>
          </p:nvPr>
        </p:nvSpPr>
        <p:spPr>
          <a:xfrm>
            <a:off x="479424" y="476250"/>
            <a:ext cx="9324975" cy="252000"/>
          </a:xfrm>
        </p:spPr>
        <p:txBody>
          <a:bodyPr/>
          <a:lstStyle>
            <a:lvl1pPr>
              <a:defRPr lang="en-US" sz="1100" b="1" kern="1200" cap="all" spc="63" baseline="0" smtClean="0">
                <a:solidFill>
                  <a:schemeClr val="tx1"/>
                </a:solidFill>
                <a:latin typeface="+mn-lt"/>
                <a:ea typeface="+mn-ea"/>
                <a:cs typeface="+mn-cs"/>
              </a:defRPr>
            </a:lvl1pPr>
          </a:lstStyle>
          <a:p>
            <a:pPr lvl="0"/>
            <a:r>
              <a:rPr lang="en-US"/>
              <a:t>Topline goes here</a:t>
            </a:r>
          </a:p>
        </p:txBody>
      </p:sp>
      <p:sp>
        <p:nvSpPr>
          <p:cNvPr id="7" name="Titel 6">
            <a:extLst>
              <a:ext uri="{FF2B5EF4-FFF2-40B4-BE49-F238E27FC236}">
                <a16:creationId xmlns:a16="http://schemas.microsoft.com/office/drawing/2014/main" id="{103C9E28-168F-4D13-868D-27257D6C9ADC}"/>
              </a:ext>
            </a:extLst>
          </p:cNvPr>
          <p:cNvSpPr>
            <a:spLocks noGrp="1"/>
          </p:cNvSpPr>
          <p:nvPr>
            <p:ph type="title"/>
          </p:nvPr>
        </p:nvSpPr>
        <p:spPr/>
        <p:txBody>
          <a:bodyPr/>
          <a:lstStyle/>
          <a:p>
            <a:r>
              <a:rPr lang="en-US"/>
              <a:t>Click to edit Master title style</a:t>
            </a:r>
            <a:endParaRPr lang="en-US" dirty="0"/>
          </a:p>
        </p:txBody>
      </p:sp>
      <p:sp>
        <p:nvSpPr>
          <p:cNvPr id="3" name="Inhaltsplatzhalter 2">
            <a:extLst>
              <a:ext uri="{FF2B5EF4-FFF2-40B4-BE49-F238E27FC236}">
                <a16:creationId xmlns:a16="http://schemas.microsoft.com/office/drawing/2014/main" id="{EBEE051C-6EF3-470E-8A6F-3ACCAEC2B8D9}"/>
              </a:ext>
            </a:extLst>
          </p:cNvPr>
          <p:cNvSpPr>
            <a:spLocks noGrp="1"/>
          </p:cNvSpPr>
          <p:nvPr>
            <p:ph sz="half" idx="1"/>
          </p:nvPr>
        </p:nvSpPr>
        <p:spPr>
          <a:xfrm>
            <a:off x="479424" y="1808163"/>
            <a:ext cx="5508626" cy="435768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Inhaltsplatzhalter 3">
            <a:extLst>
              <a:ext uri="{FF2B5EF4-FFF2-40B4-BE49-F238E27FC236}">
                <a16:creationId xmlns:a16="http://schemas.microsoft.com/office/drawing/2014/main" id="{54F1D8F2-5ECC-4655-A1DA-16D1D9E2965D}"/>
              </a:ext>
            </a:extLst>
          </p:cNvPr>
          <p:cNvSpPr>
            <a:spLocks noGrp="1"/>
          </p:cNvSpPr>
          <p:nvPr>
            <p:ph sz="half" idx="2"/>
          </p:nvPr>
        </p:nvSpPr>
        <p:spPr>
          <a:xfrm>
            <a:off x="6203949" y="1808163"/>
            <a:ext cx="5508626" cy="435768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Fußzeilenplatzhalter 1">
            <a:extLst>
              <a:ext uri="{FF2B5EF4-FFF2-40B4-BE49-F238E27FC236}">
                <a16:creationId xmlns:a16="http://schemas.microsoft.com/office/drawing/2014/main" id="{90A950C1-7AA2-4F73-AC21-33D3D0370B47}"/>
              </a:ext>
            </a:extLst>
          </p:cNvPr>
          <p:cNvSpPr>
            <a:spLocks noGrp="1"/>
          </p:cNvSpPr>
          <p:nvPr>
            <p:ph type="ftr" sz="quarter" idx="12"/>
          </p:nvPr>
        </p:nvSpPr>
        <p:spPr/>
        <p:txBody>
          <a:bodyPr/>
          <a:lstStyle/>
          <a:p>
            <a:endParaRPr lang="en-US" dirty="0"/>
          </a:p>
        </p:txBody>
      </p:sp>
    </p:spTree>
    <p:extLst>
      <p:ext uri="{BB962C8B-B14F-4D97-AF65-F5344CB8AC3E}">
        <p14:creationId xmlns:p14="http://schemas.microsoft.com/office/powerpoint/2010/main" val="394635628"/>
      </p:ext>
    </p:extLst>
  </p:cSld>
  <p:clrMapOvr>
    <a:masterClrMapping/>
  </p:clrMapOvr>
  <p:extLst>
    <p:ext uri="{DCECCB84-F9BA-43D5-87BE-67443E8EF086}">
      <p15:sldGuideLst xmlns:p15="http://schemas.microsoft.com/office/powerpoint/2012/main"/>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p:cSld name="3 Columns">
    <p:spTree>
      <p:nvGrpSpPr>
        <p:cNvPr id="1" name=""/>
        <p:cNvGrpSpPr/>
        <p:nvPr/>
      </p:nvGrpSpPr>
      <p:grpSpPr>
        <a:xfrm>
          <a:off x="0" y="0"/>
          <a:ext cx="0" cy="0"/>
          <a:chOff x="0" y="0"/>
          <a:chExt cx="0" cy="0"/>
        </a:xfrm>
      </p:grpSpPr>
      <p:sp>
        <p:nvSpPr>
          <p:cNvPr id="9" name="Foliennummernplatzhalter 8">
            <a:extLst>
              <a:ext uri="{FF2B5EF4-FFF2-40B4-BE49-F238E27FC236}">
                <a16:creationId xmlns:a16="http://schemas.microsoft.com/office/drawing/2014/main" id="{AC96B8A2-A7F5-4CCA-9AAF-45B703C2E4A4}"/>
              </a:ext>
            </a:extLst>
          </p:cNvPr>
          <p:cNvSpPr>
            <a:spLocks noGrp="1"/>
          </p:cNvSpPr>
          <p:nvPr>
            <p:ph type="sldNum" sz="quarter" idx="15"/>
          </p:nvPr>
        </p:nvSpPr>
        <p:spPr/>
        <p:txBody>
          <a:bodyPr/>
          <a:lstStyle/>
          <a:p>
            <a:fld id="{56C449F3-BD9D-48DC-BFF1-0F66671DA7C6}" type="slidenum">
              <a:rPr lang="en-US" smtClean="0"/>
              <a:pPr/>
              <a:t>‹#›</a:t>
            </a:fld>
            <a:endParaRPr lang="en-US" dirty="0"/>
          </a:p>
        </p:txBody>
      </p:sp>
      <p:sp>
        <p:nvSpPr>
          <p:cNvPr id="11" name="Textplatzhalter 4">
            <a:extLst>
              <a:ext uri="{FF2B5EF4-FFF2-40B4-BE49-F238E27FC236}">
                <a16:creationId xmlns:a16="http://schemas.microsoft.com/office/drawing/2014/main" id="{DF867C49-9429-44E7-8D7C-BE8830218871}"/>
              </a:ext>
            </a:extLst>
          </p:cNvPr>
          <p:cNvSpPr>
            <a:spLocks noGrp="1"/>
          </p:cNvSpPr>
          <p:nvPr>
            <p:ph type="body" sz="quarter" idx="12" hasCustomPrompt="1"/>
          </p:nvPr>
        </p:nvSpPr>
        <p:spPr>
          <a:xfrm>
            <a:off x="479425" y="476250"/>
            <a:ext cx="9324974" cy="252000"/>
          </a:xfrm>
        </p:spPr>
        <p:txBody>
          <a:bodyPr/>
          <a:lstStyle>
            <a:lvl1pPr>
              <a:defRPr lang="en-US" sz="1100" b="1" kern="1200" cap="all" spc="63" baseline="0" smtClean="0">
                <a:solidFill>
                  <a:schemeClr val="tx1"/>
                </a:solidFill>
                <a:latin typeface="+mn-lt"/>
                <a:ea typeface="+mn-ea"/>
                <a:cs typeface="+mn-cs"/>
              </a:defRPr>
            </a:lvl1pPr>
          </a:lstStyle>
          <a:p>
            <a:pPr lvl="0"/>
            <a:r>
              <a:rPr lang="en-US"/>
              <a:t>Topline goes here</a:t>
            </a:r>
          </a:p>
        </p:txBody>
      </p:sp>
      <p:sp>
        <p:nvSpPr>
          <p:cNvPr id="10" name="Titel 9">
            <a:extLst>
              <a:ext uri="{FF2B5EF4-FFF2-40B4-BE49-F238E27FC236}">
                <a16:creationId xmlns:a16="http://schemas.microsoft.com/office/drawing/2014/main" id="{C1CFEB79-DAF0-459A-90C1-93E72C7A1A54}"/>
              </a:ext>
            </a:extLst>
          </p:cNvPr>
          <p:cNvSpPr>
            <a:spLocks noGrp="1"/>
          </p:cNvSpPr>
          <p:nvPr>
            <p:ph type="title"/>
          </p:nvPr>
        </p:nvSpPr>
        <p:spPr>
          <a:xfrm>
            <a:off x="479427" y="875309"/>
            <a:ext cx="9324974" cy="932854"/>
          </a:xfrm>
        </p:spPr>
        <p:txBody>
          <a:bodyPr/>
          <a:lstStyle/>
          <a:p>
            <a:r>
              <a:rPr lang="en-US"/>
              <a:t>Click to edit Master title style</a:t>
            </a:r>
            <a:endParaRPr lang="en-US" dirty="0"/>
          </a:p>
        </p:txBody>
      </p:sp>
      <p:sp>
        <p:nvSpPr>
          <p:cNvPr id="12" name="Inhaltsplatzhalter 2">
            <a:extLst>
              <a:ext uri="{FF2B5EF4-FFF2-40B4-BE49-F238E27FC236}">
                <a16:creationId xmlns:a16="http://schemas.microsoft.com/office/drawing/2014/main" id="{95C63E0E-3BF5-4908-9362-9309FED383A9}"/>
              </a:ext>
            </a:extLst>
          </p:cNvPr>
          <p:cNvSpPr>
            <a:spLocks noGrp="1"/>
          </p:cNvSpPr>
          <p:nvPr>
            <p:ph sz="half" idx="1"/>
          </p:nvPr>
        </p:nvSpPr>
        <p:spPr>
          <a:xfrm>
            <a:off x="479424" y="1808163"/>
            <a:ext cx="3600451" cy="4357687"/>
          </a:xfrm>
        </p:spPr>
        <p:txBody>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Inhaltsplatzhalter 3">
            <a:extLst>
              <a:ext uri="{FF2B5EF4-FFF2-40B4-BE49-F238E27FC236}">
                <a16:creationId xmlns:a16="http://schemas.microsoft.com/office/drawing/2014/main" id="{0DFEF79D-1387-4178-94B9-1DC016DC9A2E}"/>
              </a:ext>
            </a:extLst>
          </p:cNvPr>
          <p:cNvSpPr>
            <a:spLocks noGrp="1"/>
          </p:cNvSpPr>
          <p:nvPr>
            <p:ph sz="half" idx="2"/>
          </p:nvPr>
        </p:nvSpPr>
        <p:spPr>
          <a:xfrm>
            <a:off x="4295776" y="1808163"/>
            <a:ext cx="3600449" cy="4357687"/>
          </a:xfrm>
        </p:spPr>
        <p:txBody>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Inhaltsplatzhalter 3">
            <a:extLst>
              <a:ext uri="{FF2B5EF4-FFF2-40B4-BE49-F238E27FC236}">
                <a16:creationId xmlns:a16="http://schemas.microsoft.com/office/drawing/2014/main" id="{D142C95E-C2F8-4F78-A54D-A69241CB1210}"/>
              </a:ext>
            </a:extLst>
          </p:cNvPr>
          <p:cNvSpPr>
            <a:spLocks noGrp="1"/>
          </p:cNvSpPr>
          <p:nvPr>
            <p:ph sz="half" idx="16"/>
          </p:nvPr>
        </p:nvSpPr>
        <p:spPr>
          <a:xfrm>
            <a:off x="8112126" y="1808163"/>
            <a:ext cx="3600449" cy="4357687"/>
          </a:xfrm>
        </p:spPr>
        <p:txBody>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Fußzeilenplatzhalter 1">
            <a:extLst>
              <a:ext uri="{FF2B5EF4-FFF2-40B4-BE49-F238E27FC236}">
                <a16:creationId xmlns:a16="http://schemas.microsoft.com/office/drawing/2014/main" id="{2EAE339A-6B80-4E81-A55D-5C7A743CA5BE}"/>
              </a:ext>
            </a:extLst>
          </p:cNvPr>
          <p:cNvSpPr>
            <a:spLocks noGrp="1"/>
          </p:cNvSpPr>
          <p:nvPr>
            <p:ph type="ftr" sz="quarter" idx="17"/>
          </p:nvPr>
        </p:nvSpPr>
        <p:spPr/>
        <p:txBody>
          <a:bodyPr/>
          <a:lstStyle/>
          <a:p>
            <a:endParaRPr lang="en-US" dirty="0"/>
          </a:p>
        </p:txBody>
      </p:sp>
    </p:spTree>
    <p:extLst>
      <p:ext uri="{BB962C8B-B14F-4D97-AF65-F5344CB8AC3E}">
        <p14:creationId xmlns:p14="http://schemas.microsoft.com/office/powerpoint/2010/main" val="2235059378"/>
      </p:ext>
    </p:extLst>
  </p:cSld>
  <p:clrMapOvr>
    <a:masterClrMapping/>
  </p:clrMapOvr>
  <p:extLst>
    <p:ext uri="{DCECCB84-F9BA-43D5-87BE-67443E8EF086}">
      <p15:sldGuideLst xmlns:p15="http://schemas.microsoft.com/office/powerpoint/2012/main"/>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p:cSld name="Large image + headline">
    <p:spTree>
      <p:nvGrpSpPr>
        <p:cNvPr id="1" name=""/>
        <p:cNvGrpSpPr/>
        <p:nvPr/>
      </p:nvGrpSpPr>
      <p:grpSpPr>
        <a:xfrm>
          <a:off x="0" y="0"/>
          <a:ext cx="0" cy="0"/>
          <a:chOff x="0" y="0"/>
          <a:chExt cx="0" cy="0"/>
        </a:xfrm>
      </p:grpSpPr>
      <p:sp>
        <p:nvSpPr>
          <p:cNvPr id="6" name="Foliennummernplatzhalter 5">
            <a:extLst>
              <a:ext uri="{FF2B5EF4-FFF2-40B4-BE49-F238E27FC236}">
                <a16:creationId xmlns:a16="http://schemas.microsoft.com/office/drawing/2014/main" id="{901E388C-6A4B-4AA3-B573-6AE8043CAA97}"/>
              </a:ext>
            </a:extLst>
          </p:cNvPr>
          <p:cNvSpPr>
            <a:spLocks noGrp="1"/>
          </p:cNvSpPr>
          <p:nvPr>
            <p:ph type="sldNum" sz="quarter" idx="11"/>
          </p:nvPr>
        </p:nvSpPr>
        <p:spPr/>
        <p:txBody>
          <a:bodyPr/>
          <a:lstStyle/>
          <a:p>
            <a:fld id="{56C449F3-BD9D-48DC-BFF1-0F66671DA7C6}" type="slidenum">
              <a:rPr lang="en-US" smtClean="0"/>
              <a:pPr/>
              <a:t>‹#›</a:t>
            </a:fld>
            <a:endParaRPr lang="en-US" dirty="0"/>
          </a:p>
        </p:txBody>
      </p:sp>
      <p:sp>
        <p:nvSpPr>
          <p:cNvPr id="8" name="Bildplatzhalter 7">
            <a:extLst>
              <a:ext uri="{FF2B5EF4-FFF2-40B4-BE49-F238E27FC236}">
                <a16:creationId xmlns:a16="http://schemas.microsoft.com/office/drawing/2014/main" id="{9729243C-D78B-4B34-B6EA-A7A7D5BA4415}"/>
              </a:ext>
              <a:ext uri="{C183D7F6-B498-43B3-948B-1728B52AA6E4}">
                <adec:decorative xmlns:adec="http://schemas.microsoft.com/office/drawing/2017/decorative" val="1"/>
              </a:ext>
            </a:extLst>
          </p:cNvPr>
          <p:cNvSpPr>
            <a:spLocks noGrp="1"/>
          </p:cNvSpPr>
          <p:nvPr>
            <p:ph type="pic" sz="quarter" idx="12"/>
          </p:nvPr>
        </p:nvSpPr>
        <p:spPr>
          <a:xfrm>
            <a:off x="0" y="0"/>
            <a:ext cx="7056000" cy="5940000"/>
          </a:xfrm>
          <a:solidFill>
            <a:schemeClr val="tx2">
              <a:lumMod val="90000"/>
            </a:schemeClr>
          </a:solidFill>
        </p:spPr>
        <p:txBody>
          <a:bodyPr/>
          <a:lstStyle/>
          <a:p>
            <a:r>
              <a:rPr lang="en-US"/>
              <a:t>Click icon to add picture</a:t>
            </a:r>
            <a:endParaRPr lang="en-US" dirty="0"/>
          </a:p>
        </p:txBody>
      </p:sp>
      <p:sp>
        <p:nvSpPr>
          <p:cNvPr id="11" name="Textplatzhalter 9">
            <a:extLst>
              <a:ext uri="{FF2B5EF4-FFF2-40B4-BE49-F238E27FC236}">
                <a16:creationId xmlns:a16="http://schemas.microsoft.com/office/drawing/2014/main" id="{D2F612BB-6DB3-48F4-9220-749BDAAD5D05}"/>
              </a:ext>
            </a:extLst>
          </p:cNvPr>
          <p:cNvSpPr>
            <a:spLocks noGrp="1"/>
          </p:cNvSpPr>
          <p:nvPr>
            <p:ph type="body" sz="quarter" idx="13"/>
          </p:nvPr>
        </p:nvSpPr>
        <p:spPr>
          <a:xfrm>
            <a:off x="7632000" y="1808163"/>
            <a:ext cx="4080575" cy="4131838"/>
          </a:xfrm>
        </p:spPr>
        <p:txBody>
          <a:bodyPr/>
          <a:lstStyle>
            <a:lvl1pPr>
              <a:lnSpc>
                <a:spcPts val="3800"/>
              </a:lnSpc>
              <a:spcAft>
                <a:spcPts val="2400"/>
              </a:spcAft>
              <a:defRPr sz="3800" b="0"/>
            </a:lvl1pPr>
            <a:lvl2pPr marL="0" indent="0">
              <a:buNone/>
              <a:defRPr sz="20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Fußzeilenplatzhalter 1">
            <a:extLst>
              <a:ext uri="{FF2B5EF4-FFF2-40B4-BE49-F238E27FC236}">
                <a16:creationId xmlns:a16="http://schemas.microsoft.com/office/drawing/2014/main" id="{79133B21-53A9-4C10-9A93-A4D7F9A0390F}"/>
              </a:ext>
            </a:extLst>
          </p:cNvPr>
          <p:cNvSpPr>
            <a:spLocks noGrp="1"/>
          </p:cNvSpPr>
          <p:nvPr>
            <p:ph type="ftr" sz="quarter" idx="14"/>
          </p:nvPr>
        </p:nvSpPr>
        <p:spPr/>
        <p:txBody>
          <a:bodyPr/>
          <a:lstStyle/>
          <a:p>
            <a:endParaRPr lang="en-US" dirty="0"/>
          </a:p>
        </p:txBody>
      </p:sp>
    </p:spTree>
    <p:extLst>
      <p:ext uri="{BB962C8B-B14F-4D97-AF65-F5344CB8AC3E}">
        <p14:creationId xmlns:p14="http://schemas.microsoft.com/office/powerpoint/2010/main" val="1817050748"/>
      </p:ext>
    </p:extLst>
  </p:cSld>
  <p:clrMapOvr>
    <a:masterClrMapping/>
  </p:clrMapOvr>
  <p:extLst>
    <p:ext uri="{DCECCB84-F9BA-43D5-87BE-67443E8EF086}">
      <p15:sldGuideLst xmlns:p15="http://schemas.microsoft.com/office/powerpoint/2012/main">
        <p15:guide id="1" orient="horz" pos="1139">
          <p15:clr>
            <a:srgbClr val="FBAE4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p:cSld name="Headline + topline only">
    <p:spTree>
      <p:nvGrpSpPr>
        <p:cNvPr id="1" name=""/>
        <p:cNvGrpSpPr/>
        <p:nvPr/>
      </p:nvGrpSpPr>
      <p:grpSpPr>
        <a:xfrm>
          <a:off x="0" y="0"/>
          <a:ext cx="0" cy="0"/>
          <a:chOff x="0" y="0"/>
          <a:chExt cx="0" cy="0"/>
        </a:xfrm>
      </p:grpSpPr>
      <p:sp>
        <p:nvSpPr>
          <p:cNvPr id="8" name="Foliennummernplatzhalter 7">
            <a:extLst>
              <a:ext uri="{FF2B5EF4-FFF2-40B4-BE49-F238E27FC236}">
                <a16:creationId xmlns:a16="http://schemas.microsoft.com/office/drawing/2014/main" id="{85560388-B2D9-46A0-B80F-A4F52B824173}"/>
              </a:ext>
            </a:extLst>
          </p:cNvPr>
          <p:cNvSpPr>
            <a:spLocks noGrp="1"/>
          </p:cNvSpPr>
          <p:nvPr>
            <p:ph type="sldNum" sz="quarter" idx="11"/>
          </p:nvPr>
        </p:nvSpPr>
        <p:spPr/>
        <p:txBody>
          <a:bodyPr/>
          <a:lstStyle/>
          <a:p>
            <a:fld id="{56C449F3-BD9D-48DC-BFF1-0F66671DA7C6}" type="slidenum">
              <a:rPr lang="en-US" smtClean="0"/>
              <a:pPr/>
              <a:t>‹#›</a:t>
            </a:fld>
            <a:endParaRPr lang="en-US" dirty="0"/>
          </a:p>
        </p:txBody>
      </p:sp>
      <p:sp>
        <p:nvSpPr>
          <p:cNvPr id="9" name="Textplatzhalter 4">
            <a:extLst>
              <a:ext uri="{FF2B5EF4-FFF2-40B4-BE49-F238E27FC236}">
                <a16:creationId xmlns:a16="http://schemas.microsoft.com/office/drawing/2014/main" id="{B5A5C9BE-C1FB-44B5-B87B-4817825EC396}"/>
              </a:ext>
            </a:extLst>
          </p:cNvPr>
          <p:cNvSpPr>
            <a:spLocks noGrp="1"/>
          </p:cNvSpPr>
          <p:nvPr>
            <p:ph type="body" sz="quarter" idx="13" hasCustomPrompt="1"/>
          </p:nvPr>
        </p:nvSpPr>
        <p:spPr>
          <a:xfrm>
            <a:off x="479425" y="476250"/>
            <a:ext cx="9324974" cy="252000"/>
          </a:xfrm>
        </p:spPr>
        <p:txBody>
          <a:bodyPr/>
          <a:lstStyle>
            <a:lvl1pPr>
              <a:defRPr lang="en-US" sz="1100" b="1" kern="1200" cap="all" spc="63" baseline="0" smtClean="0">
                <a:solidFill>
                  <a:schemeClr val="tx1"/>
                </a:solidFill>
                <a:latin typeface="+mn-lt"/>
                <a:ea typeface="+mn-ea"/>
                <a:cs typeface="+mn-cs"/>
              </a:defRPr>
            </a:lvl1pPr>
          </a:lstStyle>
          <a:p>
            <a:pPr lvl="0"/>
            <a:r>
              <a:rPr lang="en-US"/>
              <a:t>Topline goes here</a:t>
            </a:r>
          </a:p>
        </p:txBody>
      </p:sp>
      <p:sp>
        <p:nvSpPr>
          <p:cNvPr id="6" name="Titel 5">
            <a:extLst>
              <a:ext uri="{FF2B5EF4-FFF2-40B4-BE49-F238E27FC236}">
                <a16:creationId xmlns:a16="http://schemas.microsoft.com/office/drawing/2014/main" id="{4BDFD4E2-0908-44C9-B61C-E96E93B119CC}"/>
              </a:ext>
            </a:extLst>
          </p:cNvPr>
          <p:cNvSpPr>
            <a:spLocks noGrp="1"/>
          </p:cNvSpPr>
          <p:nvPr>
            <p:ph type="title"/>
          </p:nvPr>
        </p:nvSpPr>
        <p:spPr/>
        <p:txBody>
          <a:bodyPr/>
          <a:lstStyle/>
          <a:p>
            <a:r>
              <a:rPr lang="en-US"/>
              <a:t>Click to edit Master title style</a:t>
            </a:r>
            <a:endParaRPr lang="en-US" dirty="0"/>
          </a:p>
        </p:txBody>
      </p:sp>
      <p:sp>
        <p:nvSpPr>
          <p:cNvPr id="2" name="Fußzeilenplatzhalter 1">
            <a:extLst>
              <a:ext uri="{FF2B5EF4-FFF2-40B4-BE49-F238E27FC236}">
                <a16:creationId xmlns:a16="http://schemas.microsoft.com/office/drawing/2014/main" id="{0DB801B0-E6B4-4F96-8CE5-F9E84D58C40E}"/>
              </a:ext>
            </a:extLst>
          </p:cNvPr>
          <p:cNvSpPr>
            <a:spLocks noGrp="1"/>
          </p:cNvSpPr>
          <p:nvPr>
            <p:ph type="ftr" sz="quarter" idx="12"/>
          </p:nvPr>
        </p:nvSpPr>
        <p:spPr/>
        <p:txBody>
          <a:bodyPr/>
          <a:lstStyle/>
          <a:p>
            <a:endParaRPr lang="en-US" dirty="0"/>
          </a:p>
        </p:txBody>
      </p:sp>
    </p:spTree>
    <p:extLst>
      <p:ext uri="{BB962C8B-B14F-4D97-AF65-F5344CB8AC3E}">
        <p14:creationId xmlns:p14="http://schemas.microsoft.com/office/powerpoint/2010/main" val="2728688406"/>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6" name="Foliennummernplatzhalter 5">
            <a:extLst>
              <a:ext uri="{FF2B5EF4-FFF2-40B4-BE49-F238E27FC236}">
                <a16:creationId xmlns:a16="http://schemas.microsoft.com/office/drawing/2014/main" id="{51ED9665-CC57-45BB-925F-9031ABDF5D7D}"/>
              </a:ext>
            </a:extLst>
          </p:cNvPr>
          <p:cNvSpPr>
            <a:spLocks noGrp="1"/>
          </p:cNvSpPr>
          <p:nvPr>
            <p:ph type="sldNum" sz="quarter" idx="11"/>
          </p:nvPr>
        </p:nvSpPr>
        <p:spPr/>
        <p:txBody>
          <a:bodyPr/>
          <a:lstStyle/>
          <a:p>
            <a:fld id="{56C449F3-BD9D-48DC-BFF1-0F66671DA7C6}" type="slidenum">
              <a:rPr lang="en-US" smtClean="0"/>
              <a:pPr/>
              <a:t>‹#›</a:t>
            </a:fld>
            <a:endParaRPr lang="en-US" dirty="0"/>
          </a:p>
        </p:txBody>
      </p:sp>
      <p:sp>
        <p:nvSpPr>
          <p:cNvPr id="7" name="Textplatzhalter 4">
            <a:extLst>
              <a:ext uri="{FF2B5EF4-FFF2-40B4-BE49-F238E27FC236}">
                <a16:creationId xmlns:a16="http://schemas.microsoft.com/office/drawing/2014/main" id="{C59C485C-B44D-40A1-BE56-1CA8AA189B93}"/>
              </a:ext>
            </a:extLst>
          </p:cNvPr>
          <p:cNvSpPr>
            <a:spLocks noGrp="1"/>
          </p:cNvSpPr>
          <p:nvPr>
            <p:ph type="body" sz="quarter" idx="13" hasCustomPrompt="1"/>
          </p:nvPr>
        </p:nvSpPr>
        <p:spPr>
          <a:xfrm>
            <a:off x="479425" y="476250"/>
            <a:ext cx="9324974" cy="252000"/>
          </a:xfrm>
        </p:spPr>
        <p:txBody>
          <a:bodyPr/>
          <a:lstStyle>
            <a:lvl1pPr>
              <a:defRPr lang="en-US" sz="1100" b="1" kern="1200" cap="all" spc="63" baseline="0" smtClean="0">
                <a:solidFill>
                  <a:schemeClr val="tx1"/>
                </a:solidFill>
                <a:latin typeface="+mn-lt"/>
                <a:ea typeface="+mn-ea"/>
                <a:cs typeface="+mn-cs"/>
              </a:defRPr>
            </a:lvl1pPr>
          </a:lstStyle>
          <a:p>
            <a:pPr lvl="0"/>
            <a:r>
              <a:rPr lang="en-US"/>
              <a:t>Topline goes here</a:t>
            </a:r>
          </a:p>
        </p:txBody>
      </p:sp>
      <p:sp>
        <p:nvSpPr>
          <p:cNvPr id="2" name="Fußzeilenplatzhalter 1">
            <a:extLst>
              <a:ext uri="{FF2B5EF4-FFF2-40B4-BE49-F238E27FC236}">
                <a16:creationId xmlns:a16="http://schemas.microsoft.com/office/drawing/2014/main" id="{7AA99CC9-05C0-45B6-8C99-173138DC6555}"/>
              </a:ext>
            </a:extLst>
          </p:cNvPr>
          <p:cNvSpPr>
            <a:spLocks noGrp="1"/>
          </p:cNvSpPr>
          <p:nvPr>
            <p:ph type="ftr" sz="quarter" idx="12"/>
          </p:nvPr>
        </p:nvSpPr>
        <p:spPr/>
        <p:txBody>
          <a:bodyPr/>
          <a:lstStyle/>
          <a:p>
            <a:endParaRPr lang="en-US" dirty="0"/>
          </a:p>
        </p:txBody>
      </p:sp>
    </p:spTree>
    <p:extLst>
      <p:ext uri="{BB962C8B-B14F-4D97-AF65-F5344CB8AC3E}">
        <p14:creationId xmlns:p14="http://schemas.microsoft.com/office/powerpoint/2010/main" val="228890966"/>
      </p:ext>
    </p:extLst>
  </p:cSld>
  <p:clrMapOvr>
    <a:masterClrMapping/>
  </p:clrMapOvr>
  <p:extLst>
    <p:ext uri="{DCECCB84-F9BA-43D5-87BE-67443E8EF086}">
      <p15:sldGuideLst xmlns:p15="http://schemas.microsoft.com/office/powerpoint/2012/main"/>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p:cSld name="Headline/Content side by side">
    <p:bg>
      <p:bgPr>
        <a:solidFill>
          <a:srgbClr val="122B54"/>
        </a:solidFill>
        <a:effectLst/>
      </p:bgPr>
    </p:bg>
    <p:spTree>
      <p:nvGrpSpPr>
        <p:cNvPr id="1" name=""/>
        <p:cNvGrpSpPr/>
        <p:nvPr/>
      </p:nvGrpSpPr>
      <p:grpSpPr>
        <a:xfrm>
          <a:off x="0" y="0"/>
          <a:ext cx="0" cy="0"/>
          <a:chOff x="0" y="0"/>
          <a:chExt cx="0" cy="0"/>
        </a:xfrm>
      </p:grpSpPr>
      <p:sp>
        <p:nvSpPr>
          <p:cNvPr id="8" name="Foliennummernplatzhalter 7">
            <a:extLst>
              <a:ext uri="{FF2B5EF4-FFF2-40B4-BE49-F238E27FC236}">
                <a16:creationId xmlns:a16="http://schemas.microsoft.com/office/drawing/2014/main" id="{1DA1E9D5-A24F-4523-B6CC-0D44E010C45A}"/>
              </a:ext>
            </a:extLst>
          </p:cNvPr>
          <p:cNvSpPr>
            <a:spLocks noGrp="1"/>
          </p:cNvSpPr>
          <p:nvPr>
            <p:ph type="sldNum" sz="quarter" idx="17"/>
          </p:nvPr>
        </p:nvSpPr>
        <p:spPr/>
        <p:txBody>
          <a:bodyPr/>
          <a:lstStyle/>
          <a:p>
            <a:fld id="{56C449F3-BD9D-48DC-BFF1-0F66671DA7C6}" type="slidenum">
              <a:rPr lang="en-US" smtClean="0"/>
              <a:pPr/>
              <a:t>‹#›</a:t>
            </a:fld>
            <a:endParaRPr lang="en-US" dirty="0"/>
          </a:p>
        </p:txBody>
      </p:sp>
      <p:sp>
        <p:nvSpPr>
          <p:cNvPr id="9" name="Textplatzhalter 4">
            <a:extLst>
              <a:ext uri="{FF2B5EF4-FFF2-40B4-BE49-F238E27FC236}">
                <a16:creationId xmlns:a16="http://schemas.microsoft.com/office/drawing/2014/main" id="{E701F698-4425-4620-94EB-05146EF47E6E}"/>
              </a:ext>
            </a:extLst>
          </p:cNvPr>
          <p:cNvSpPr>
            <a:spLocks noGrp="1"/>
          </p:cNvSpPr>
          <p:nvPr>
            <p:ph type="body" sz="quarter" idx="12" hasCustomPrompt="1"/>
          </p:nvPr>
        </p:nvSpPr>
        <p:spPr>
          <a:xfrm>
            <a:off x="479425" y="476250"/>
            <a:ext cx="3600450" cy="252000"/>
          </a:xfrm>
        </p:spPr>
        <p:txBody>
          <a:bodyPr/>
          <a:lstStyle>
            <a:lvl1pPr>
              <a:defRPr lang="en-US" sz="1100" b="1" kern="1200" cap="all" spc="63" baseline="0" smtClean="0">
                <a:solidFill>
                  <a:schemeClr val="tx1"/>
                </a:solidFill>
                <a:latin typeface="+mn-lt"/>
                <a:ea typeface="+mn-ea"/>
                <a:cs typeface="+mn-cs"/>
              </a:defRPr>
            </a:lvl1pPr>
          </a:lstStyle>
          <a:p>
            <a:pPr lvl="0"/>
            <a:r>
              <a:rPr lang="en-US"/>
              <a:t>Topline goes here</a:t>
            </a:r>
          </a:p>
        </p:txBody>
      </p:sp>
      <p:sp>
        <p:nvSpPr>
          <p:cNvPr id="7" name="Titel 6">
            <a:extLst>
              <a:ext uri="{FF2B5EF4-FFF2-40B4-BE49-F238E27FC236}">
                <a16:creationId xmlns:a16="http://schemas.microsoft.com/office/drawing/2014/main" id="{51BBB61B-6E7A-4BFF-9CB2-ED26389C4FCF}"/>
              </a:ext>
            </a:extLst>
          </p:cNvPr>
          <p:cNvSpPr>
            <a:spLocks noGrp="1"/>
          </p:cNvSpPr>
          <p:nvPr>
            <p:ph type="title"/>
          </p:nvPr>
        </p:nvSpPr>
        <p:spPr>
          <a:xfrm>
            <a:off x="495611" y="1808162"/>
            <a:ext cx="3584264" cy="4357687"/>
          </a:xfrm>
          <a:prstGeom prst="rect">
            <a:avLst/>
          </a:prstGeom>
        </p:spPr>
        <p:txBody>
          <a:bodyPr/>
          <a:lstStyle>
            <a:lvl1pPr>
              <a:defRPr>
                <a:solidFill>
                  <a:schemeClr val="tx1"/>
                </a:solidFill>
              </a:defRPr>
            </a:lvl1pPr>
          </a:lstStyle>
          <a:p>
            <a:r>
              <a:rPr lang="en-US"/>
              <a:t>Click to edit Master title style</a:t>
            </a:r>
            <a:endParaRPr lang="en-US" dirty="0"/>
          </a:p>
        </p:txBody>
      </p:sp>
      <p:sp>
        <p:nvSpPr>
          <p:cNvPr id="3" name="Inhaltsplatzhalter 2">
            <a:extLst>
              <a:ext uri="{FF2B5EF4-FFF2-40B4-BE49-F238E27FC236}">
                <a16:creationId xmlns:a16="http://schemas.microsoft.com/office/drawing/2014/main" id="{5D17BF0A-6C84-41F6-BF3F-CBB13FEE33E8}"/>
              </a:ext>
            </a:extLst>
          </p:cNvPr>
          <p:cNvSpPr>
            <a:spLocks noGrp="1"/>
          </p:cNvSpPr>
          <p:nvPr>
            <p:ph sz="quarter" idx="15"/>
          </p:nvPr>
        </p:nvSpPr>
        <p:spPr>
          <a:xfrm>
            <a:off x="4295775" y="1808162"/>
            <a:ext cx="7416800" cy="4357687"/>
          </a:xfrm>
          <a:prstGeom prst="rect">
            <a:avLst/>
          </a:prstGeom>
        </p:spPr>
        <p:txBody>
          <a:bodyPr/>
          <a:lstStyle>
            <a:lvl1pPr>
              <a:defRPr sz="16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ußzeilenplatzhalter 3">
            <a:extLst>
              <a:ext uri="{FF2B5EF4-FFF2-40B4-BE49-F238E27FC236}">
                <a16:creationId xmlns:a16="http://schemas.microsoft.com/office/drawing/2014/main" id="{21E89875-00B9-49CB-9A52-F4F62C2F70C5}"/>
              </a:ext>
            </a:extLst>
          </p:cNvPr>
          <p:cNvSpPr>
            <a:spLocks noGrp="1"/>
          </p:cNvSpPr>
          <p:nvPr>
            <p:ph type="ftr" sz="quarter" idx="18"/>
          </p:nvPr>
        </p:nvSpPr>
        <p:spPr/>
        <p:txBody>
          <a:bodyPr/>
          <a:lstStyle/>
          <a:p>
            <a:endParaRPr lang="en-US" dirty="0"/>
          </a:p>
        </p:txBody>
      </p:sp>
    </p:spTree>
    <p:extLst>
      <p:ext uri="{BB962C8B-B14F-4D97-AF65-F5344CB8AC3E}">
        <p14:creationId xmlns:p14="http://schemas.microsoft.com/office/powerpoint/2010/main" val="1125056020"/>
      </p:ext>
    </p:extLst>
  </p:cSld>
  <p:clrMapOvr>
    <a:masterClrMapping/>
  </p:clrMapOvr>
  <p:extLst>
    <p:ext uri="{DCECCB84-F9BA-43D5-87BE-67443E8EF086}">
      <p15:sldGuideLst xmlns:p15="http://schemas.microsoft.com/office/powerpoint/2012/main">
        <p15:guide id="1" orient="horz" pos="1139">
          <p15:clr>
            <a:srgbClr val="FBAE40"/>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p:cSld name="Quote">
    <p:bg>
      <p:bgPr>
        <a:solidFill>
          <a:srgbClr val="122B54"/>
        </a:solidFill>
        <a:effectLst/>
      </p:bgPr>
    </p:bg>
    <p:spTree>
      <p:nvGrpSpPr>
        <p:cNvPr id="1" name=""/>
        <p:cNvGrpSpPr/>
        <p:nvPr/>
      </p:nvGrpSpPr>
      <p:grpSpPr>
        <a:xfrm>
          <a:off x="0" y="0"/>
          <a:ext cx="0" cy="0"/>
          <a:chOff x="0" y="0"/>
          <a:chExt cx="0" cy="0"/>
        </a:xfrm>
      </p:grpSpPr>
      <p:pic>
        <p:nvPicPr>
          <p:cNvPr id="4" name="Grafik 3">
            <a:extLst>
              <a:ext uri="{FF2B5EF4-FFF2-40B4-BE49-F238E27FC236}">
                <a16:creationId xmlns:a16="http://schemas.microsoft.com/office/drawing/2014/main" id="{37A28BB5-45D7-4A7F-B5F7-BB60CFEF37CC}"/>
              </a:ext>
              <a:ext uri="{C183D7F6-B498-43B3-948B-1728B52AA6E4}">
                <adec:decorative xmlns:adec="http://schemas.microsoft.com/office/drawing/2017/decorative" val="1"/>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78800" y="-152396"/>
            <a:ext cx="1103268" cy="936000"/>
          </a:xfrm>
          <a:prstGeom prst="rect">
            <a:avLst/>
          </a:prstGeom>
        </p:spPr>
      </p:pic>
      <p:sp>
        <p:nvSpPr>
          <p:cNvPr id="7" name="Foliennummernplatzhalter 6">
            <a:extLst>
              <a:ext uri="{FF2B5EF4-FFF2-40B4-BE49-F238E27FC236}">
                <a16:creationId xmlns:a16="http://schemas.microsoft.com/office/drawing/2014/main" id="{73AAFA79-6410-48B1-BD41-CB373E0AA926}"/>
              </a:ext>
            </a:extLst>
          </p:cNvPr>
          <p:cNvSpPr>
            <a:spLocks noGrp="1"/>
          </p:cNvSpPr>
          <p:nvPr>
            <p:ph type="sldNum" sz="quarter" idx="17"/>
          </p:nvPr>
        </p:nvSpPr>
        <p:spPr/>
        <p:txBody>
          <a:bodyPr/>
          <a:lstStyle/>
          <a:p>
            <a:fld id="{56C449F3-BD9D-48DC-BFF1-0F66671DA7C6}" type="slidenum">
              <a:rPr lang="en-US" smtClean="0"/>
              <a:pPr/>
              <a:t>‹#›</a:t>
            </a:fld>
            <a:endParaRPr lang="en-US" dirty="0"/>
          </a:p>
        </p:txBody>
      </p:sp>
      <p:sp>
        <p:nvSpPr>
          <p:cNvPr id="3" name="Title 2">
            <a:extLst>
              <a:ext uri="{FF2B5EF4-FFF2-40B4-BE49-F238E27FC236}">
                <a16:creationId xmlns:a16="http://schemas.microsoft.com/office/drawing/2014/main" id="{6D128BBF-7995-4434-9230-F239AB8A56A8}"/>
              </a:ext>
            </a:extLst>
          </p:cNvPr>
          <p:cNvSpPr>
            <a:spLocks noGrp="1"/>
          </p:cNvSpPr>
          <p:nvPr>
            <p:ph type="title"/>
          </p:nvPr>
        </p:nvSpPr>
        <p:spPr>
          <a:xfrm>
            <a:off x="479427" y="1808162"/>
            <a:ext cx="7416798" cy="4357687"/>
          </a:xfrm>
        </p:spPr>
        <p:txBody>
          <a:bodyPr/>
          <a:lstStyle>
            <a:lvl1pPr>
              <a:spcAft>
                <a:spcPts val="0"/>
              </a:spcAft>
              <a:defRPr/>
            </a:lvl1pPr>
          </a:lstStyle>
          <a:p>
            <a:r>
              <a:rPr lang="en-US"/>
              <a:t>Click to edit Master title style</a:t>
            </a:r>
          </a:p>
        </p:txBody>
      </p:sp>
      <p:sp>
        <p:nvSpPr>
          <p:cNvPr id="2" name="Fußzeilenplatzhalter 1">
            <a:extLst>
              <a:ext uri="{FF2B5EF4-FFF2-40B4-BE49-F238E27FC236}">
                <a16:creationId xmlns:a16="http://schemas.microsoft.com/office/drawing/2014/main" id="{0D1C1F5E-AD8D-491B-B3B3-0EF68361C677}"/>
              </a:ext>
            </a:extLst>
          </p:cNvPr>
          <p:cNvSpPr>
            <a:spLocks noGrp="1"/>
          </p:cNvSpPr>
          <p:nvPr>
            <p:ph type="ftr" sz="quarter" idx="19"/>
          </p:nvPr>
        </p:nvSpPr>
        <p:spPr/>
        <p:txBody>
          <a:bodyPr/>
          <a:lstStyle/>
          <a:p>
            <a:endParaRPr lang="en-US" dirty="0"/>
          </a:p>
        </p:txBody>
      </p:sp>
    </p:spTree>
    <p:extLst>
      <p:ext uri="{BB962C8B-B14F-4D97-AF65-F5344CB8AC3E}">
        <p14:creationId xmlns:p14="http://schemas.microsoft.com/office/powerpoint/2010/main" val="4193696451"/>
      </p:ext>
    </p:extLst>
  </p:cSld>
  <p:clrMapOvr>
    <a:masterClrMapping/>
  </p:clrMapOvr>
  <p:extLst>
    <p:ext uri="{DCECCB84-F9BA-43D5-87BE-67443E8EF086}">
      <p15:sldGuideLst xmlns:p15="http://schemas.microsoft.com/office/powerpoint/2012/main">
        <p15:guide id="1" orient="horz" pos="1139">
          <p15:clr>
            <a:srgbClr val="FBAE40"/>
          </p15:clr>
        </p15:guide>
      </p15:sldGuideLst>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type="title">
  <p:cSld name="Title 3">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509CE9-F18C-5020-CF43-5960AFE654F6}"/>
              </a:ext>
            </a:extLst>
          </p:cNvPr>
          <p:cNvSpPr>
            <a:spLocks noGrp="1"/>
          </p:cNvSpPr>
          <p:nvPr>
            <p:ph type="ctrTitle"/>
          </p:nvPr>
        </p:nvSpPr>
        <p:spPr>
          <a:xfrm>
            <a:off x="2950265" y="1400657"/>
            <a:ext cx="6291470" cy="3290611"/>
          </a:xfrm>
        </p:spPr>
        <p:txBody>
          <a:bodyPr anchor="ctr">
            <a:normAutofit/>
          </a:bodyPr>
          <a:lstStyle>
            <a:lvl1pPr algn="ctr">
              <a:defRPr sz="4800">
                <a:solidFill>
                  <a:schemeClr val="tx2">
                    <a:lumMod val="90000"/>
                    <a:alpha val="80000"/>
                  </a:schemeClr>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16B3AA5-F8D6-AB69-241F-6F8F1DD41E55}"/>
              </a:ext>
            </a:extLst>
          </p:cNvPr>
          <p:cNvSpPr>
            <a:spLocks noGrp="1"/>
          </p:cNvSpPr>
          <p:nvPr>
            <p:ph type="subTitle" idx="1"/>
          </p:nvPr>
        </p:nvSpPr>
        <p:spPr>
          <a:xfrm>
            <a:off x="2676941" y="5812260"/>
            <a:ext cx="6838118" cy="702946"/>
          </a:xfrm>
        </p:spPr>
        <p:txBody>
          <a:bodyPr anchor="ctr">
            <a:normAutofit/>
          </a:bodyPr>
          <a:lstStyle>
            <a:lvl1pPr marL="0" indent="0" algn="ctr">
              <a:buNone/>
              <a:defRPr sz="1800">
                <a:solidFill>
                  <a:schemeClr val="tx2">
                    <a:alpha val="8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Footer Placeholder 4">
            <a:extLst>
              <a:ext uri="{FF2B5EF4-FFF2-40B4-BE49-F238E27FC236}">
                <a16:creationId xmlns:a16="http://schemas.microsoft.com/office/drawing/2014/main" id="{7AE78127-77D8-DF99-4AE0-F322800B057B}"/>
              </a:ext>
            </a:extLst>
          </p:cNvPr>
          <p:cNvSpPr>
            <a:spLocks noGrp="1"/>
          </p:cNvSpPr>
          <p:nvPr>
            <p:ph type="ftr" sz="quarter" idx="11"/>
          </p:nvPr>
        </p:nvSpPr>
        <p:spPr/>
        <p:txBody>
          <a:bodyPr/>
          <a:lstStyle>
            <a:lvl1pPr>
              <a:defRPr>
                <a:solidFill>
                  <a:schemeClr val="tx2">
                    <a:alpha val="80000"/>
                  </a:schemeClr>
                </a:solidFill>
              </a:defRPr>
            </a:lvl1pPr>
          </a:lstStyle>
          <a:p>
            <a:r>
              <a:rPr lang="en-US" dirty="0"/>
              <a:t>Sample Footer Text</a:t>
            </a:r>
          </a:p>
        </p:txBody>
      </p:sp>
      <p:sp>
        <p:nvSpPr>
          <p:cNvPr id="4" name="Date Placeholder 3">
            <a:extLst>
              <a:ext uri="{FF2B5EF4-FFF2-40B4-BE49-F238E27FC236}">
                <a16:creationId xmlns:a16="http://schemas.microsoft.com/office/drawing/2014/main" id="{D2D04168-7304-004B-C2F6-42E38FDC5908}"/>
              </a:ext>
            </a:extLst>
          </p:cNvPr>
          <p:cNvSpPr>
            <a:spLocks noGrp="1"/>
          </p:cNvSpPr>
          <p:nvPr>
            <p:ph type="dt" sz="half" idx="10"/>
          </p:nvPr>
        </p:nvSpPr>
        <p:spPr/>
        <p:txBody>
          <a:bodyPr/>
          <a:lstStyle>
            <a:lvl1pPr>
              <a:defRPr>
                <a:solidFill>
                  <a:schemeClr val="tx2">
                    <a:alpha val="80000"/>
                  </a:schemeClr>
                </a:solidFill>
              </a:defRPr>
            </a:lvl1pPr>
          </a:lstStyle>
          <a:p>
            <a:fld id="{014AE7A1-FDDE-474D-BCD9-88FCF250514D}" type="datetime1">
              <a:rPr lang="en-US" smtClean="0"/>
              <a:t>2/26/2026</a:t>
            </a:fld>
            <a:endParaRPr lang="en-US" dirty="0"/>
          </a:p>
        </p:txBody>
      </p:sp>
      <p:sp>
        <p:nvSpPr>
          <p:cNvPr id="6" name="Slide Number Placeholder 5">
            <a:extLst>
              <a:ext uri="{FF2B5EF4-FFF2-40B4-BE49-F238E27FC236}">
                <a16:creationId xmlns:a16="http://schemas.microsoft.com/office/drawing/2014/main" id="{D7C58464-EE0F-215A-2FA8-F434687B9E7A}"/>
              </a:ext>
            </a:extLst>
          </p:cNvPr>
          <p:cNvSpPr>
            <a:spLocks noGrp="1"/>
          </p:cNvSpPr>
          <p:nvPr>
            <p:ph type="sldNum" sz="quarter" idx="12"/>
          </p:nvPr>
        </p:nvSpPr>
        <p:spPr/>
        <p:txBody>
          <a:bodyPr/>
          <a:lstStyle>
            <a:lvl1pPr>
              <a:defRPr>
                <a:solidFill>
                  <a:schemeClr val="tx2">
                    <a:alpha val="80000"/>
                  </a:schemeClr>
                </a:solidFill>
              </a:defRPr>
            </a:lvl1pPr>
          </a:lstStyle>
          <a:p>
            <a:fld id="{DDF60B60-82CA-4BB9-BA6E-A62FADF2374B}" type="slidenum">
              <a:rPr lang="en-US" smtClean="0"/>
              <a:t>‹#›</a:t>
            </a:fld>
            <a:endParaRPr lang="en-US" dirty="0"/>
          </a:p>
        </p:txBody>
      </p:sp>
    </p:spTree>
    <p:extLst>
      <p:ext uri="{BB962C8B-B14F-4D97-AF65-F5344CB8AC3E}">
        <p14:creationId xmlns:p14="http://schemas.microsoft.com/office/powerpoint/2010/main" val="1507402529"/>
      </p:ext>
    </p:extLst>
  </p:cSld>
  <p:clrMapOvr>
    <a:overrideClrMapping bg1="dk1" tx1="lt1" bg2="dk2" tx2="lt2" accent1="accent1" accent2="accent2" accent3="accent3" accent4="accent4" accent5="accent5" accent6="accent6" hlink="hlink" folHlink="folHlink"/>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type="secHead">
  <p:cSld name="Section Header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EC6DA0-2CB8-AFC5-DB06-AB9235983979}"/>
              </a:ext>
            </a:extLst>
          </p:cNvPr>
          <p:cNvSpPr>
            <a:spLocks noGrp="1"/>
          </p:cNvSpPr>
          <p:nvPr>
            <p:ph type="title"/>
          </p:nvPr>
        </p:nvSpPr>
        <p:spPr>
          <a:xfrm>
            <a:off x="457200" y="2968607"/>
            <a:ext cx="8932653" cy="3450568"/>
          </a:xfrm>
        </p:spPr>
        <p:txBody>
          <a:bodyPr anchor="b">
            <a:normAutofit/>
          </a:bodyPr>
          <a:lstStyle>
            <a:lvl1pPr>
              <a:lnSpc>
                <a:spcPct val="80000"/>
              </a:lnSpc>
              <a:defRPr sz="6600" cap="all" baseline="0">
                <a:solidFill>
                  <a:schemeClr val="tx2">
                    <a:lumMod val="90000"/>
                    <a:alpha val="65000"/>
                  </a:schemeClr>
                </a:solidFill>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8E16A9F-28B9-2207-66D3-D952EB7EC876}"/>
              </a:ext>
            </a:extLst>
          </p:cNvPr>
          <p:cNvSpPr>
            <a:spLocks noGrp="1"/>
          </p:cNvSpPr>
          <p:nvPr>
            <p:ph type="body" idx="1"/>
          </p:nvPr>
        </p:nvSpPr>
        <p:spPr>
          <a:xfrm>
            <a:off x="685800" y="-789870"/>
            <a:ext cx="10515600" cy="638352"/>
          </a:xfrm>
        </p:spPr>
        <p:txBody>
          <a:bodyPr>
            <a:normAutofit/>
          </a:bodyPr>
          <a:lstStyle>
            <a:lvl1pPr marL="0" indent="0">
              <a:buNone/>
              <a:defRPr sz="2000">
                <a:solidFill>
                  <a:schemeClr val="bg2"/>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5" name="Footer Placeholder 4">
            <a:extLst>
              <a:ext uri="{FF2B5EF4-FFF2-40B4-BE49-F238E27FC236}">
                <a16:creationId xmlns:a16="http://schemas.microsoft.com/office/drawing/2014/main" id="{28B3F77F-C41D-1011-B9F4-A5DE814F43EF}"/>
              </a:ext>
            </a:extLst>
          </p:cNvPr>
          <p:cNvSpPr>
            <a:spLocks noGrp="1"/>
          </p:cNvSpPr>
          <p:nvPr>
            <p:ph type="ftr" sz="quarter" idx="11"/>
          </p:nvPr>
        </p:nvSpPr>
        <p:spPr>
          <a:xfrm>
            <a:off x="457200" y="6445997"/>
            <a:ext cx="3751081" cy="365125"/>
          </a:xfrm>
        </p:spPr>
        <p:txBody>
          <a:bodyPr/>
          <a:lstStyle>
            <a:lvl1pPr>
              <a:defRPr>
                <a:solidFill>
                  <a:schemeClr val="tx2"/>
                </a:solidFill>
              </a:defRPr>
            </a:lvl1pPr>
          </a:lstStyle>
          <a:p>
            <a:r>
              <a:rPr lang="en-US" dirty="0"/>
              <a:t>Sample Footer Text</a:t>
            </a:r>
          </a:p>
        </p:txBody>
      </p:sp>
      <p:sp>
        <p:nvSpPr>
          <p:cNvPr id="4" name="Date Placeholder 3">
            <a:extLst>
              <a:ext uri="{FF2B5EF4-FFF2-40B4-BE49-F238E27FC236}">
                <a16:creationId xmlns:a16="http://schemas.microsoft.com/office/drawing/2014/main" id="{E58CD507-925C-84B3-8F49-9F3B91209D8F}"/>
              </a:ext>
            </a:extLst>
          </p:cNvPr>
          <p:cNvSpPr>
            <a:spLocks noGrp="1"/>
          </p:cNvSpPr>
          <p:nvPr>
            <p:ph type="dt" sz="half" idx="10"/>
          </p:nvPr>
        </p:nvSpPr>
        <p:spPr/>
        <p:txBody>
          <a:bodyPr/>
          <a:lstStyle>
            <a:lvl1pPr>
              <a:defRPr>
                <a:solidFill>
                  <a:schemeClr val="tx2"/>
                </a:solidFill>
              </a:defRPr>
            </a:lvl1pPr>
          </a:lstStyle>
          <a:p>
            <a:fld id="{955570C2-432E-4238-AE9E-852D979BFC70}" type="datetime1">
              <a:rPr lang="en-US" smtClean="0"/>
              <a:t>2/26/2026</a:t>
            </a:fld>
            <a:endParaRPr lang="en-US" dirty="0"/>
          </a:p>
        </p:txBody>
      </p:sp>
      <p:sp>
        <p:nvSpPr>
          <p:cNvPr id="6" name="Slide Number Placeholder 5">
            <a:extLst>
              <a:ext uri="{FF2B5EF4-FFF2-40B4-BE49-F238E27FC236}">
                <a16:creationId xmlns:a16="http://schemas.microsoft.com/office/drawing/2014/main" id="{6C13B4AE-32E8-CAFF-4A3C-6CBE4FFFA843}"/>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dirty="0"/>
          </a:p>
        </p:txBody>
      </p:sp>
    </p:spTree>
    <p:extLst>
      <p:ext uri="{BB962C8B-B14F-4D97-AF65-F5344CB8AC3E}">
        <p14:creationId xmlns:p14="http://schemas.microsoft.com/office/powerpoint/2010/main" val="1450430504"/>
      </p:ext>
    </p:extLst>
  </p:cSld>
  <p:clrMapOvr>
    <a:overrideClrMapping bg1="dk1" tx1="lt1" bg2="dk2" tx2="lt2" accent1="accent1" accent2="accent2" accent3="accent3" accent4="accent4" accent5="accent5" accent6="accent6" hlink="hlink" folHlink="folHlink"/>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57199" y="377072"/>
            <a:ext cx="4958078" cy="1225485"/>
          </a:xfrm>
        </p:spPr>
        <p:txBody>
          <a:bodyPr anchor="t"/>
          <a:lstStyle/>
          <a:p>
            <a:r>
              <a:rPr lang="en-US"/>
              <a:t>Click to edit Master title style</a:t>
            </a:r>
            <a:endParaRPr lang="en-US" dirty="0"/>
          </a:p>
        </p:txBody>
      </p:sp>
      <p:sp>
        <p:nvSpPr>
          <p:cNvPr id="19" name="Picture Placeholder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0" y="1842182"/>
            <a:ext cx="5758172" cy="4546457"/>
          </a:xfrm>
          <a:blipFill dpi="0" rotWithShape="1">
            <a:blip r:embed="rId2">
              <a:alphaModFix amt="80000"/>
            </a:blip>
            <a:srcRect/>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6176142" y="377072"/>
            <a:ext cx="5558655" cy="57974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949302" cy="365125"/>
          </a:xfrm>
        </p:spPr>
        <p:txBody>
          <a:bodyPr/>
          <a:lstStyle/>
          <a:p>
            <a:r>
              <a:rPr lang="en-US" dirty="0"/>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EA0A916D-ECC1-407F-9384-347E5A5D7944}" type="datetime1">
              <a:rPr lang="en-US" smtClean="0"/>
              <a:t>2/26/2026</a:t>
            </a:fld>
            <a:endParaRPr lang="en-US" dirty="0"/>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a:t>
            </a:fld>
            <a:endParaRPr lang="en-US" dirty="0"/>
          </a:p>
        </p:txBody>
      </p:sp>
    </p:spTree>
    <p:extLst>
      <p:ext uri="{BB962C8B-B14F-4D97-AF65-F5344CB8AC3E}">
        <p14:creationId xmlns:p14="http://schemas.microsoft.com/office/powerpoint/2010/main" val="1459409400"/>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57200" y="680728"/>
            <a:ext cx="7281067" cy="1005840"/>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457200" y="1823728"/>
            <a:ext cx="7281061" cy="442385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Picture Placeholder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8195489" y="-6369"/>
            <a:ext cx="3996512" cy="6398066"/>
          </a:xfrm>
          <a:blipFill dpi="0" rotWithShape="1">
            <a:blip r:embed="rId2">
              <a:alphaModFix amt="80000"/>
            </a:blip>
            <a:srcRect/>
            <a:stretch>
              <a:fillRect/>
            </a:stretch>
          </a:blipFill>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949302" cy="365125"/>
          </a:xfrm>
        </p:spPr>
        <p:txBody>
          <a:bodyPr/>
          <a:lstStyle/>
          <a:p>
            <a:r>
              <a:rPr lang="en-US" dirty="0"/>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EBE49B79-F7D7-4EC9-B39C-00EEEABA80A1}" type="datetime1">
              <a:rPr lang="en-US" smtClean="0"/>
              <a:t>2/26/2026</a:t>
            </a:fld>
            <a:endParaRPr lang="en-US" dirty="0"/>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a:t>
            </a:fld>
            <a:endParaRPr lang="en-US" dirty="0"/>
          </a:p>
        </p:txBody>
      </p:sp>
    </p:spTree>
    <p:extLst>
      <p:ext uri="{BB962C8B-B14F-4D97-AF65-F5344CB8AC3E}">
        <p14:creationId xmlns:p14="http://schemas.microsoft.com/office/powerpoint/2010/main" val="2869086171"/>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image" Target="../media/image2.sv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3" Type="http://schemas.openxmlformats.org/officeDocument/2006/relationships/slideLayout" Target="../slideLayouts/slideLayout28.xml"/><Relationship Id="rId7" Type="http://schemas.openxmlformats.org/officeDocument/2006/relationships/slideLayout" Target="../slideLayouts/slideLayout32.xml"/><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slideLayout" Target="../slideLayouts/slideLayout31.xml"/><Relationship Id="rId5" Type="http://schemas.openxmlformats.org/officeDocument/2006/relationships/slideLayout" Target="../slideLayouts/slideLayout30.xml"/><Relationship Id="rId10" Type="http://schemas.openxmlformats.org/officeDocument/2006/relationships/image" Target="../media/image2.svg"/><Relationship Id="rId4" Type="http://schemas.openxmlformats.org/officeDocument/2006/relationships/slideLayout" Target="../slideLayouts/slideLayout29.xml"/><Relationship Id="rId9" Type="http://schemas.openxmlformats.org/officeDocument/2006/relationships/image" Target="../media/image1.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0.xml"/><Relationship Id="rId13" Type="http://schemas.openxmlformats.org/officeDocument/2006/relationships/slideLayout" Target="../slideLayouts/slideLayout45.xml"/><Relationship Id="rId18" Type="http://schemas.openxmlformats.org/officeDocument/2006/relationships/slideLayout" Target="../slideLayouts/slideLayout50.xml"/><Relationship Id="rId3" Type="http://schemas.openxmlformats.org/officeDocument/2006/relationships/slideLayout" Target="../slideLayouts/slideLayout35.xml"/><Relationship Id="rId21" Type="http://schemas.openxmlformats.org/officeDocument/2006/relationships/image" Target="../media/image2.svg"/><Relationship Id="rId7" Type="http://schemas.openxmlformats.org/officeDocument/2006/relationships/slideLayout" Target="../slideLayouts/slideLayout39.xml"/><Relationship Id="rId12" Type="http://schemas.openxmlformats.org/officeDocument/2006/relationships/slideLayout" Target="../slideLayouts/slideLayout44.xml"/><Relationship Id="rId17" Type="http://schemas.openxmlformats.org/officeDocument/2006/relationships/slideLayout" Target="../slideLayouts/slideLayout49.xml"/><Relationship Id="rId2" Type="http://schemas.openxmlformats.org/officeDocument/2006/relationships/slideLayout" Target="../slideLayouts/slideLayout34.xml"/><Relationship Id="rId16" Type="http://schemas.openxmlformats.org/officeDocument/2006/relationships/slideLayout" Target="../slideLayouts/slideLayout48.xml"/><Relationship Id="rId20" Type="http://schemas.openxmlformats.org/officeDocument/2006/relationships/image" Target="../media/image1.png"/><Relationship Id="rId1" Type="http://schemas.openxmlformats.org/officeDocument/2006/relationships/slideLayout" Target="../slideLayouts/slideLayout33.xml"/><Relationship Id="rId6" Type="http://schemas.openxmlformats.org/officeDocument/2006/relationships/slideLayout" Target="../slideLayouts/slideLayout38.xml"/><Relationship Id="rId11" Type="http://schemas.openxmlformats.org/officeDocument/2006/relationships/slideLayout" Target="../slideLayouts/slideLayout43.xml"/><Relationship Id="rId5" Type="http://schemas.openxmlformats.org/officeDocument/2006/relationships/slideLayout" Target="../slideLayouts/slideLayout37.xml"/><Relationship Id="rId15" Type="http://schemas.openxmlformats.org/officeDocument/2006/relationships/slideLayout" Target="../slideLayouts/slideLayout47.xml"/><Relationship Id="rId10" Type="http://schemas.openxmlformats.org/officeDocument/2006/relationships/slideLayout" Target="../slideLayouts/slideLayout42.xml"/><Relationship Id="rId19" Type="http://schemas.openxmlformats.org/officeDocument/2006/relationships/theme" Target="../theme/theme3.xml"/><Relationship Id="rId4" Type="http://schemas.openxmlformats.org/officeDocument/2006/relationships/slideLayout" Target="../slideLayouts/slideLayout36.xml"/><Relationship Id="rId9" Type="http://schemas.openxmlformats.org/officeDocument/2006/relationships/slideLayout" Target="../slideLayouts/slideLayout41.xml"/><Relationship Id="rId14" Type="http://schemas.openxmlformats.org/officeDocument/2006/relationships/slideLayout" Target="../slideLayouts/slideLayout46.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8.xml"/><Relationship Id="rId3" Type="http://schemas.openxmlformats.org/officeDocument/2006/relationships/slideLayout" Target="../slideLayouts/slideLayout53.xml"/><Relationship Id="rId7" Type="http://schemas.openxmlformats.org/officeDocument/2006/relationships/slideLayout" Target="../slideLayouts/slideLayout57.xml"/><Relationship Id="rId12" Type="http://schemas.openxmlformats.org/officeDocument/2006/relationships/image" Target="../media/image4.svg"/><Relationship Id="rId2" Type="http://schemas.openxmlformats.org/officeDocument/2006/relationships/slideLayout" Target="../slideLayouts/slideLayout52.xml"/><Relationship Id="rId1" Type="http://schemas.openxmlformats.org/officeDocument/2006/relationships/slideLayout" Target="../slideLayouts/slideLayout51.xml"/><Relationship Id="rId6" Type="http://schemas.openxmlformats.org/officeDocument/2006/relationships/slideLayout" Target="../slideLayouts/slideLayout56.xml"/><Relationship Id="rId11" Type="http://schemas.openxmlformats.org/officeDocument/2006/relationships/image" Target="../media/image3.png"/><Relationship Id="rId5" Type="http://schemas.openxmlformats.org/officeDocument/2006/relationships/slideLayout" Target="../slideLayouts/slideLayout55.xml"/><Relationship Id="rId10" Type="http://schemas.openxmlformats.org/officeDocument/2006/relationships/theme" Target="../theme/theme4.xml"/><Relationship Id="rId4" Type="http://schemas.openxmlformats.org/officeDocument/2006/relationships/slideLayout" Target="../slideLayouts/slideLayout54.xml"/><Relationship Id="rId9" Type="http://schemas.openxmlformats.org/officeDocument/2006/relationships/slideLayout" Target="../slideLayouts/slideLayout59.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67.xml"/><Relationship Id="rId13" Type="http://schemas.openxmlformats.org/officeDocument/2006/relationships/slideLayout" Target="../slideLayouts/slideLayout72.xml"/><Relationship Id="rId18" Type="http://schemas.openxmlformats.org/officeDocument/2006/relationships/slideLayout" Target="../slideLayouts/slideLayout77.xml"/><Relationship Id="rId3" Type="http://schemas.openxmlformats.org/officeDocument/2006/relationships/slideLayout" Target="../slideLayouts/slideLayout62.xml"/><Relationship Id="rId21" Type="http://schemas.openxmlformats.org/officeDocument/2006/relationships/slideLayout" Target="../slideLayouts/slideLayout80.xml"/><Relationship Id="rId7" Type="http://schemas.openxmlformats.org/officeDocument/2006/relationships/slideLayout" Target="../slideLayouts/slideLayout66.xml"/><Relationship Id="rId12" Type="http://schemas.openxmlformats.org/officeDocument/2006/relationships/slideLayout" Target="../slideLayouts/slideLayout71.xml"/><Relationship Id="rId17" Type="http://schemas.openxmlformats.org/officeDocument/2006/relationships/slideLayout" Target="../slideLayouts/slideLayout76.xml"/><Relationship Id="rId2" Type="http://schemas.openxmlformats.org/officeDocument/2006/relationships/slideLayout" Target="../slideLayouts/slideLayout61.xml"/><Relationship Id="rId16" Type="http://schemas.openxmlformats.org/officeDocument/2006/relationships/slideLayout" Target="../slideLayouts/slideLayout75.xml"/><Relationship Id="rId20" Type="http://schemas.openxmlformats.org/officeDocument/2006/relationships/slideLayout" Target="../slideLayouts/slideLayout79.xml"/><Relationship Id="rId1" Type="http://schemas.openxmlformats.org/officeDocument/2006/relationships/slideLayout" Target="../slideLayouts/slideLayout60.xml"/><Relationship Id="rId6" Type="http://schemas.openxmlformats.org/officeDocument/2006/relationships/slideLayout" Target="../slideLayouts/slideLayout65.xml"/><Relationship Id="rId11" Type="http://schemas.openxmlformats.org/officeDocument/2006/relationships/slideLayout" Target="../slideLayouts/slideLayout70.xml"/><Relationship Id="rId24" Type="http://schemas.openxmlformats.org/officeDocument/2006/relationships/image" Target="../media/image2.svg"/><Relationship Id="rId5" Type="http://schemas.openxmlformats.org/officeDocument/2006/relationships/slideLayout" Target="../slideLayouts/slideLayout64.xml"/><Relationship Id="rId15" Type="http://schemas.openxmlformats.org/officeDocument/2006/relationships/slideLayout" Target="../slideLayouts/slideLayout74.xml"/><Relationship Id="rId23" Type="http://schemas.openxmlformats.org/officeDocument/2006/relationships/image" Target="../media/image1.png"/><Relationship Id="rId10" Type="http://schemas.openxmlformats.org/officeDocument/2006/relationships/slideLayout" Target="../slideLayouts/slideLayout69.xml"/><Relationship Id="rId19" Type="http://schemas.openxmlformats.org/officeDocument/2006/relationships/slideLayout" Target="../slideLayouts/slideLayout78.xml"/><Relationship Id="rId4" Type="http://schemas.openxmlformats.org/officeDocument/2006/relationships/slideLayout" Target="../slideLayouts/slideLayout63.xml"/><Relationship Id="rId9" Type="http://schemas.openxmlformats.org/officeDocument/2006/relationships/slideLayout" Target="../slideLayouts/slideLayout68.xml"/><Relationship Id="rId14" Type="http://schemas.openxmlformats.org/officeDocument/2006/relationships/slideLayout" Target="../slideLayouts/slideLayout73.xml"/><Relationship Id="rId22"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3" Type="http://schemas.openxmlformats.org/officeDocument/2006/relationships/slideLayout" Target="../slideLayouts/slideLayout83.xml"/><Relationship Id="rId2" Type="http://schemas.openxmlformats.org/officeDocument/2006/relationships/slideLayout" Target="../slideLayouts/slideLayout82.xml"/><Relationship Id="rId1" Type="http://schemas.openxmlformats.org/officeDocument/2006/relationships/slideLayout" Target="../slideLayouts/slideLayout81.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91.xml"/><Relationship Id="rId13" Type="http://schemas.openxmlformats.org/officeDocument/2006/relationships/image" Target="../media/image1.png"/><Relationship Id="rId3" Type="http://schemas.openxmlformats.org/officeDocument/2006/relationships/slideLayout" Target="../slideLayouts/slideLayout86.xml"/><Relationship Id="rId7" Type="http://schemas.openxmlformats.org/officeDocument/2006/relationships/slideLayout" Target="../slideLayouts/slideLayout90.xml"/><Relationship Id="rId12" Type="http://schemas.openxmlformats.org/officeDocument/2006/relationships/theme" Target="../theme/theme7.xml"/><Relationship Id="rId2" Type="http://schemas.openxmlformats.org/officeDocument/2006/relationships/slideLayout" Target="../slideLayouts/slideLayout85.xml"/><Relationship Id="rId1" Type="http://schemas.openxmlformats.org/officeDocument/2006/relationships/slideLayout" Target="../slideLayouts/slideLayout84.xml"/><Relationship Id="rId6" Type="http://schemas.openxmlformats.org/officeDocument/2006/relationships/slideLayout" Target="../slideLayouts/slideLayout89.xml"/><Relationship Id="rId11" Type="http://schemas.openxmlformats.org/officeDocument/2006/relationships/slideLayout" Target="../slideLayouts/slideLayout94.xml"/><Relationship Id="rId5" Type="http://schemas.openxmlformats.org/officeDocument/2006/relationships/slideLayout" Target="../slideLayouts/slideLayout88.xml"/><Relationship Id="rId10" Type="http://schemas.openxmlformats.org/officeDocument/2006/relationships/slideLayout" Target="../slideLayouts/slideLayout93.xml"/><Relationship Id="rId4" Type="http://schemas.openxmlformats.org/officeDocument/2006/relationships/slideLayout" Target="../slideLayouts/slideLayout87.xml"/><Relationship Id="rId9" Type="http://schemas.openxmlformats.org/officeDocument/2006/relationships/slideLayout" Target="../slideLayouts/slideLayout92.xml"/><Relationship Id="rId14" Type="http://schemas.openxmlformats.org/officeDocument/2006/relationships/image" Target="../media/image2.svg"/></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102.xml"/><Relationship Id="rId13" Type="http://schemas.openxmlformats.org/officeDocument/2006/relationships/slideLayout" Target="../slideLayouts/slideLayout107.xml"/><Relationship Id="rId3" Type="http://schemas.openxmlformats.org/officeDocument/2006/relationships/slideLayout" Target="../slideLayouts/slideLayout97.xml"/><Relationship Id="rId7" Type="http://schemas.openxmlformats.org/officeDocument/2006/relationships/slideLayout" Target="../slideLayouts/slideLayout101.xml"/><Relationship Id="rId12" Type="http://schemas.openxmlformats.org/officeDocument/2006/relationships/slideLayout" Target="../slideLayouts/slideLayout106.xml"/><Relationship Id="rId2" Type="http://schemas.openxmlformats.org/officeDocument/2006/relationships/slideLayout" Target="../slideLayouts/slideLayout96.xml"/><Relationship Id="rId16" Type="http://schemas.openxmlformats.org/officeDocument/2006/relationships/image" Target="../media/image4.svg"/><Relationship Id="rId1" Type="http://schemas.openxmlformats.org/officeDocument/2006/relationships/slideLayout" Target="../slideLayouts/slideLayout95.xml"/><Relationship Id="rId6" Type="http://schemas.openxmlformats.org/officeDocument/2006/relationships/slideLayout" Target="../slideLayouts/slideLayout100.xml"/><Relationship Id="rId11" Type="http://schemas.openxmlformats.org/officeDocument/2006/relationships/slideLayout" Target="../slideLayouts/slideLayout105.xml"/><Relationship Id="rId5" Type="http://schemas.openxmlformats.org/officeDocument/2006/relationships/slideLayout" Target="../slideLayouts/slideLayout99.xml"/><Relationship Id="rId15" Type="http://schemas.openxmlformats.org/officeDocument/2006/relationships/image" Target="../media/image3.png"/><Relationship Id="rId10" Type="http://schemas.openxmlformats.org/officeDocument/2006/relationships/slideLayout" Target="../slideLayouts/slideLayout104.xml"/><Relationship Id="rId4" Type="http://schemas.openxmlformats.org/officeDocument/2006/relationships/slideLayout" Target="../slideLayouts/slideLayout98.xml"/><Relationship Id="rId9" Type="http://schemas.openxmlformats.org/officeDocument/2006/relationships/slideLayout" Target="../slideLayouts/slideLayout103.xml"/><Relationship Id="rId14" Type="http://schemas.openxmlformats.org/officeDocument/2006/relationships/theme" Target="../theme/theme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8" name="Foliennummernplatzhalter 9">
            <a:extLst>
              <a:ext uri="{FF2B5EF4-FFF2-40B4-BE49-F238E27FC236}">
                <a16:creationId xmlns:a16="http://schemas.microsoft.com/office/drawing/2014/main" id="{804B8442-C573-4F72-B4E9-57061958D6FF}"/>
              </a:ext>
            </a:extLst>
          </p:cNvPr>
          <p:cNvSpPr>
            <a:spLocks noGrp="1"/>
          </p:cNvSpPr>
          <p:nvPr>
            <p:ph type="sldNum" sz="quarter" idx="4"/>
          </p:nvPr>
        </p:nvSpPr>
        <p:spPr>
          <a:xfrm>
            <a:off x="11443580" y="6372000"/>
            <a:ext cx="268995" cy="144000"/>
          </a:xfrm>
          <a:prstGeom prst="rect">
            <a:avLst/>
          </a:prstGeom>
        </p:spPr>
        <p:txBody>
          <a:bodyPr vert="horz" lIns="0" tIns="0" rIns="0" bIns="0" rtlCol="0" anchor="ctr"/>
          <a:lstStyle>
            <a:lvl1pPr algn="r">
              <a:lnSpc>
                <a:spcPts val="1000"/>
              </a:lnSpc>
              <a:defRPr lang="en-US" sz="800" b="1" kern="1200" smtClean="0">
                <a:solidFill>
                  <a:schemeClr val="bg1"/>
                </a:solidFill>
                <a:latin typeface="+mn-lt"/>
                <a:ea typeface="+mn-ea"/>
                <a:cs typeface="+mn-cs"/>
              </a:defRPr>
            </a:lvl1pPr>
          </a:lstStyle>
          <a:p>
            <a:fld id="{DDF60B60-82CA-4BB9-BA6E-A62FADF2374B}" type="slidenum">
              <a:rPr lang="en-US" smtClean="0"/>
              <a:t>‹#›</a:t>
            </a:fld>
            <a:endParaRPr lang="en-US"/>
          </a:p>
        </p:txBody>
      </p:sp>
      <p:sp>
        <p:nvSpPr>
          <p:cNvPr id="2" name="Titelplatzhalter 1">
            <a:extLst>
              <a:ext uri="{FF2B5EF4-FFF2-40B4-BE49-F238E27FC236}">
                <a16:creationId xmlns:a16="http://schemas.microsoft.com/office/drawing/2014/main" id="{1DE283E6-A5BA-4B3C-88E4-54966FAC3487}"/>
              </a:ext>
            </a:extLst>
          </p:cNvPr>
          <p:cNvSpPr>
            <a:spLocks noGrp="1"/>
          </p:cNvSpPr>
          <p:nvPr>
            <p:ph type="title"/>
          </p:nvPr>
        </p:nvSpPr>
        <p:spPr>
          <a:xfrm>
            <a:off x="479427" y="875309"/>
            <a:ext cx="9324974" cy="932854"/>
          </a:xfrm>
          <a:prstGeom prst="rect">
            <a:avLst/>
          </a:prstGeom>
        </p:spPr>
        <p:txBody>
          <a:bodyPr vert="horz" lIns="0" tIns="0" rIns="0" bIns="0" rtlCol="0" anchor="t" anchorCtr="0">
            <a:noAutofit/>
          </a:bodyPr>
          <a:lstStyle/>
          <a:p>
            <a:r>
              <a:rPr lang="en-US"/>
              <a:t>Click to edit Master title style</a:t>
            </a:r>
            <a:endParaRPr lang="en-US" dirty="0"/>
          </a:p>
        </p:txBody>
      </p:sp>
      <p:sp>
        <p:nvSpPr>
          <p:cNvPr id="3" name="Textplatzhalter 2">
            <a:extLst>
              <a:ext uri="{FF2B5EF4-FFF2-40B4-BE49-F238E27FC236}">
                <a16:creationId xmlns:a16="http://schemas.microsoft.com/office/drawing/2014/main" id="{9C845E14-909C-4B3E-8D6E-D6710B870348}"/>
              </a:ext>
            </a:extLst>
          </p:cNvPr>
          <p:cNvSpPr>
            <a:spLocks noGrp="1"/>
          </p:cNvSpPr>
          <p:nvPr>
            <p:ph type="body" idx="1"/>
          </p:nvPr>
        </p:nvSpPr>
        <p:spPr>
          <a:xfrm>
            <a:off x="479424" y="1808163"/>
            <a:ext cx="11233151" cy="4357687"/>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7" name="Grafik 6">
            <a:extLst>
              <a:ext uri="{FF2B5EF4-FFF2-40B4-BE49-F238E27FC236}">
                <a16:creationId xmlns:a16="http://schemas.microsoft.com/office/drawing/2014/main" id="{E69A9FCF-4D55-4AF3-8D50-049F0279B78E}"/>
              </a:ext>
              <a:ext uri="{C183D7F6-B498-43B3-948B-1728B52AA6E4}">
                <adec:decorative xmlns:adec="http://schemas.microsoft.com/office/drawing/2017/decorative" val="1"/>
              </a:ext>
            </a:extLst>
          </p:cNvPr>
          <p:cNvPicPr>
            <a:picLocks noChangeAspect="1"/>
          </p:cNvPicPr>
          <p:nvPr/>
        </p:nvPicPr>
        <p:blipFill>
          <a:blip r:embed="rId27" cstate="screen">
            <a:extLst>
              <a:ext uri="{28A0092B-C50C-407E-A947-70E740481C1C}">
                <a14:useLocalDpi xmlns:a14="http://schemas.microsoft.com/office/drawing/2010/main"/>
              </a:ext>
              <a:ext uri="{96DAC541-7B7A-43D3-8B79-37D633B846F1}">
                <asvg:svgBlip xmlns:asvg="http://schemas.microsoft.com/office/drawing/2016/SVG/main" r:embed="rId28"/>
              </a:ext>
            </a:extLst>
          </a:blip>
          <a:stretch>
            <a:fillRect/>
          </a:stretch>
        </p:blipFill>
        <p:spPr>
          <a:xfrm>
            <a:off x="10692000" y="504000"/>
            <a:ext cx="1017998" cy="252000"/>
          </a:xfrm>
          <a:prstGeom prst="rect">
            <a:avLst/>
          </a:prstGeom>
        </p:spPr>
      </p:pic>
    </p:spTree>
    <p:extLst>
      <p:ext uri="{BB962C8B-B14F-4D97-AF65-F5344CB8AC3E}">
        <p14:creationId xmlns:p14="http://schemas.microsoft.com/office/powerpoint/2010/main" val="3839467890"/>
      </p:ext>
    </p:extLst>
  </p:cSld>
  <p:clrMap bg1="dk1" tx1="lt1" bg2="dk2" tx2="lt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 id="2147483732" r:id="rId12"/>
    <p:sldLayoutId id="2147483733" r:id="rId13"/>
    <p:sldLayoutId id="2147483734" r:id="rId14"/>
    <p:sldLayoutId id="2147483735" r:id="rId15"/>
    <p:sldLayoutId id="2147483736" r:id="rId16"/>
    <p:sldLayoutId id="2147483737" r:id="rId17"/>
    <p:sldLayoutId id="2147483738" r:id="rId18"/>
    <p:sldLayoutId id="2147483739" r:id="rId19"/>
    <p:sldLayoutId id="2147483740" r:id="rId20"/>
    <p:sldLayoutId id="2147483741" r:id="rId21"/>
    <p:sldLayoutId id="2147483742" r:id="rId22"/>
    <p:sldLayoutId id="2147483743" r:id="rId23"/>
    <p:sldLayoutId id="2147483744" r:id="rId24"/>
    <p:sldLayoutId id="2147483745" r:id="rId25"/>
  </p:sldLayoutIdLst>
  <p:hf hdr="0"/>
  <p:txStyles>
    <p:titleStyle>
      <a:lvl1pPr algn="l" defTabSz="967710" rtl="0" eaLnBrk="1" latinLnBrk="0" hangingPunct="1">
        <a:lnSpc>
          <a:spcPts val="3800"/>
        </a:lnSpc>
        <a:spcBef>
          <a:spcPct val="0"/>
        </a:spcBef>
        <a:buNone/>
        <a:defRPr sz="3800" kern="120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0" indent="0" algn="l" defTabSz="967710" rtl="0" eaLnBrk="1" latinLnBrk="0" hangingPunct="1">
        <a:lnSpc>
          <a:spcPct val="100000"/>
        </a:lnSpc>
        <a:spcBef>
          <a:spcPts val="0"/>
        </a:spcBef>
        <a:buFont typeface="+mj-lt"/>
        <a:buNone/>
        <a:defRPr sz="2000" kern="1200">
          <a:solidFill>
            <a:schemeClr val="bg1"/>
          </a:solidFill>
          <a:latin typeface="+mn-lt"/>
          <a:ea typeface="+mn-ea"/>
          <a:cs typeface="+mn-cs"/>
        </a:defRPr>
      </a:lvl1pPr>
      <a:lvl2pPr marL="288000" indent="-288000" algn="l" defTabSz="967710" rtl="0" eaLnBrk="1" latinLnBrk="0" hangingPunct="1">
        <a:lnSpc>
          <a:spcPct val="100000"/>
        </a:lnSpc>
        <a:spcBef>
          <a:spcPts val="0"/>
        </a:spcBef>
        <a:buFont typeface="+mj-lt"/>
        <a:buAutoNum type="arabicPeriod"/>
        <a:defRPr sz="2000" kern="1200">
          <a:solidFill>
            <a:schemeClr val="bg1"/>
          </a:solidFill>
          <a:latin typeface="+mn-lt"/>
          <a:ea typeface="+mn-ea"/>
          <a:cs typeface="+mn-cs"/>
        </a:defRPr>
      </a:lvl2pPr>
      <a:lvl3pPr marL="288000" indent="-288000" algn="l" defTabSz="967710" rtl="0" eaLnBrk="1" latinLnBrk="0" hangingPunct="1">
        <a:lnSpc>
          <a:spcPct val="100000"/>
        </a:lnSpc>
        <a:spcBef>
          <a:spcPts val="0"/>
        </a:spcBef>
        <a:buFont typeface="Arial" panose="020B0604020202020204" pitchFamily="34" charset="0"/>
        <a:buChar char="•"/>
        <a:defRPr sz="2000" kern="1200">
          <a:solidFill>
            <a:schemeClr val="bg1"/>
          </a:solidFill>
          <a:latin typeface="+mn-lt"/>
          <a:ea typeface="+mn-ea"/>
          <a:cs typeface="+mn-cs"/>
        </a:defRPr>
      </a:lvl3pPr>
      <a:lvl4pPr marL="288000" indent="-288000" algn="l" defTabSz="967710" rtl="0" eaLnBrk="1" latinLnBrk="0" hangingPunct="1">
        <a:lnSpc>
          <a:spcPct val="100000"/>
        </a:lnSpc>
        <a:spcBef>
          <a:spcPts val="0"/>
        </a:spcBef>
        <a:buFont typeface="Symbol" panose="05050102010706020507" pitchFamily="18" charset="2"/>
        <a:buChar char="-"/>
        <a:defRPr sz="2000" kern="1200">
          <a:solidFill>
            <a:schemeClr val="bg1"/>
          </a:solidFill>
          <a:latin typeface="+mn-lt"/>
          <a:ea typeface="+mn-ea"/>
          <a:cs typeface="+mn-cs"/>
        </a:defRPr>
      </a:lvl4pPr>
      <a:lvl5pPr marL="576000" indent="-288000" algn="l" defTabSz="967710" rtl="0" eaLnBrk="1" latinLnBrk="0" hangingPunct="1">
        <a:lnSpc>
          <a:spcPct val="100000"/>
        </a:lnSpc>
        <a:spcBef>
          <a:spcPts val="0"/>
        </a:spcBef>
        <a:buFont typeface="Symbol" panose="05050102010706020507" pitchFamily="18" charset="2"/>
        <a:buChar char="-"/>
        <a:defRPr sz="2000" kern="1200">
          <a:solidFill>
            <a:schemeClr val="bg1"/>
          </a:solidFill>
          <a:latin typeface="+mn-lt"/>
          <a:ea typeface="+mn-ea"/>
          <a:cs typeface="+mn-cs"/>
        </a:defRPr>
      </a:lvl5pPr>
      <a:lvl6pPr marL="0" indent="0" algn="l" defTabSz="967710" rtl="0" eaLnBrk="1" latinLnBrk="0" hangingPunct="1">
        <a:lnSpc>
          <a:spcPct val="100000"/>
        </a:lnSpc>
        <a:spcBef>
          <a:spcPts val="2400"/>
        </a:spcBef>
        <a:buFont typeface="Arial" panose="020B0604020202020204" pitchFamily="34" charset="0"/>
        <a:buNone/>
        <a:defRPr sz="800" kern="1200">
          <a:solidFill>
            <a:schemeClr val="bg1"/>
          </a:solidFill>
          <a:latin typeface="+mn-lt"/>
          <a:ea typeface="+mn-ea"/>
          <a:cs typeface="+mn-cs"/>
        </a:defRPr>
      </a:lvl6pPr>
      <a:lvl7pPr marL="0" indent="0" algn="l" defTabSz="967710" rtl="0" eaLnBrk="1" latinLnBrk="0" hangingPunct="1">
        <a:lnSpc>
          <a:spcPct val="100000"/>
        </a:lnSpc>
        <a:spcBef>
          <a:spcPts val="600"/>
        </a:spcBef>
        <a:buFont typeface="Arial" panose="020B0604020202020204" pitchFamily="34" charset="0"/>
        <a:buNone/>
        <a:defRPr sz="1800" kern="1200">
          <a:solidFill>
            <a:srgbClr val="FF0000"/>
          </a:solidFill>
          <a:latin typeface="+mn-lt"/>
          <a:ea typeface="+mn-ea"/>
          <a:cs typeface="+mn-cs"/>
        </a:defRPr>
      </a:lvl7pPr>
      <a:lvl8pPr marL="3628911" indent="-241927" algn="l" defTabSz="967710" rtl="0" eaLnBrk="1" latinLnBrk="0" hangingPunct="1">
        <a:lnSpc>
          <a:spcPct val="90000"/>
        </a:lnSpc>
        <a:spcBef>
          <a:spcPts val="529"/>
        </a:spcBef>
        <a:buFont typeface="Arial" panose="020B0604020202020204" pitchFamily="34" charset="0"/>
        <a:buChar char="•"/>
        <a:defRPr sz="1905" kern="1200">
          <a:solidFill>
            <a:schemeClr val="tx1"/>
          </a:solidFill>
          <a:latin typeface="+mn-lt"/>
          <a:ea typeface="+mn-ea"/>
          <a:cs typeface="+mn-cs"/>
        </a:defRPr>
      </a:lvl8pPr>
      <a:lvl9pPr marL="4112765" indent="-241927" algn="l" defTabSz="967710" rtl="0" eaLnBrk="1" latinLnBrk="0" hangingPunct="1">
        <a:lnSpc>
          <a:spcPct val="90000"/>
        </a:lnSpc>
        <a:spcBef>
          <a:spcPts val="529"/>
        </a:spcBef>
        <a:buFont typeface="Arial" panose="020B0604020202020204" pitchFamily="34" charset="0"/>
        <a:buChar char="•"/>
        <a:defRPr sz="1905" kern="1200">
          <a:solidFill>
            <a:schemeClr val="tx1"/>
          </a:solidFill>
          <a:latin typeface="+mn-lt"/>
          <a:ea typeface="+mn-ea"/>
          <a:cs typeface="+mn-cs"/>
        </a:defRPr>
      </a:lvl9pPr>
    </p:bodyStyle>
    <p:otherStyle>
      <a:defPPr>
        <a:defRPr lang="en-US"/>
      </a:defPPr>
      <a:lvl1pPr marL="0" algn="l" defTabSz="967710" rtl="0" eaLnBrk="1" latinLnBrk="0" hangingPunct="1">
        <a:defRPr sz="1905" kern="1200">
          <a:solidFill>
            <a:schemeClr val="tx1"/>
          </a:solidFill>
          <a:latin typeface="+mn-lt"/>
          <a:ea typeface="+mn-ea"/>
          <a:cs typeface="+mn-cs"/>
        </a:defRPr>
      </a:lvl1pPr>
      <a:lvl2pPr marL="483855" algn="l" defTabSz="967710" rtl="0" eaLnBrk="1" latinLnBrk="0" hangingPunct="1">
        <a:defRPr sz="1905" kern="1200">
          <a:solidFill>
            <a:schemeClr val="tx1"/>
          </a:solidFill>
          <a:latin typeface="+mn-lt"/>
          <a:ea typeface="+mn-ea"/>
          <a:cs typeface="+mn-cs"/>
        </a:defRPr>
      </a:lvl2pPr>
      <a:lvl3pPr marL="967710" algn="l" defTabSz="967710" rtl="0" eaLnBrk="1" latinLnBrk="0" hangingPunct="1">
        <a:defRPr sz="1905" kern="1200">
          <a:solidFill>
            <a:schemeClr val="tx1"/>
          </a:solidFill>
          <a:latin typeface="+mn-lt"/>
          <a:ea typeface="+mn-ea"/>
          <a:cs typeface="+mn-cs"/>
        </a:defRPr>
      </a:lvl3pPr>
      <a:lvl4pPr marL="1451564" algn="l" defTabSz="967710" rtl="0" eaLnBrk="1" latinLnBrk="0" hangingPunct="1">
        <a:defRPr sz="1905" kern="1200">
          <a:solidFill>
            <a:schemeClr val="tx1"/>
          </a:solidFill>
          <a:latin typeface="+mn-lt"/>
          <a:ea typeface="+mn-ea"/>
          <a:cs typeface="+mn-cs"/>
        </a:defRPr>
      </a:lvl4pPr>
      <a:lvl5pPr marL="1935419" algn="l" defTabSz="967710" rtl="0" eaLnBrk="1" latinLnBrk="0" hangingPunct="1">
        <a:defRPr sz="1905" kern="1200">
          <a:solidFill>
            <a:schemeClr val="tx1"/>
          </a:solidFill>
          <a:latin typeface="+mn-lt"/>
          <a:ea typeface="+mn-ea"/>
          <a:cs typeface="+mn-cs"/>
        </a:defRPr>
      </a:lvl5pPr>
      <a:lvl6pPr marL="2419274" algn="l" defTabSz="967710" rtl="0" eaLnBrk="1" latinLnBrk="0" hangingPunct="1">
        <a:defRPr sz="1905" kern="1200">
          <a:solidFill>
            <a:schemeClr val="tx1"/>
          </a:solidFill>
          <a:latin typeface="+mn-lt"/>
          <a:ea typeface="+mn-ea"/>
          <a:cs typeface="+mn-cs"/>
        </a:defRPr>
      </a:lvl6pPr>
      <a:lvl7pPr marL="2903129" algn="l" defTabSz="967710" rtl="0" eaLnBrk="1" latinLnBrk="0" hangingPunct="1">
        <a:defRPr sz="1905" kern="1200">
          <a:solidFill>
            <a:schemeClr val="tx1"/>
          </a:solidFill>
          <a:latin typeface="+mn-lt"/>
          <a:ea typeface="+mn-ea"/>
          <a:cs typeface="+mn-cs"/>
        </a:defRPr>
      </a:lvl7pPr>
      <a:lvl8pPr marL="3386983" algn="l" defTabSz="967710" rtl="0" eaLnBrk="1" latinLnBrk="0" hangingPunct="1">
        <a:defRPr sz="1905" kern="1200">
          <a:solidFill>
            <a:schemeClr val="tx1"/>
          </a:solidFill>
          <a:latin typeface="+mn-lt"/>
          <a:ea typeface="+mn-ea"/>
          <a:cs typeface="+mn-cs"/>
        </a:defRPr>
      </a:lvl8pPr>
      <a:lvl9pPr marL="3870838" algn="l" defTabSz="967710" rtl="0" eaLnBrk="1" latinLnBrk="0" hangingPunct="1">
        <a:defRPr sz="1905"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2">
          <p15:clr>
            <a:srgbClr val="F26B43"/>
          </p15:clr>
        </p15:guide>
        <p15:guide id="2" pos="7378">
          <p15:clr>
            <a:srgbClr val="F26B43"/>
          </p15:clr>
        </p15:guide>
        <p15:guide id="3" orient="horz" pos="300">
          <p15:clr>
            <a:srgbClr val="F26B43"/>
          </p15:clr>
        </p15:guide>
        <p15:guide id="6" orient="horz" pos="3884">
          <p15:clr>
            <a:srgbClr val="F26B43"/>
          </p15:clr>
        </p15:guide>
        <p15:guide id="9" pos="1368">
          <p15:clr>
            <a:srgbClr val="F26B43"/>
          </p15:clr>
        </p15:guide>
        <p15:guide id="10" pos="1504">
          <p15:clr>
            <a:srgbClr val="F26B43"/>
          </p15:clr>
        </p15:guide>
        <p15:guide id="11" pos="2570">
          <p15:clr>
            <a:srgbClr val="F26B43"/>
          </p15:clr>
        </p15:guide>
        <p15:guide id="12" pos="2706">
          <p15:clr>
            <a:srgbClr val="F26B43"/>
          </p15:clr>
        </p15:guide>
        <p15:guide id="13" pos="3772">
          <p15:clr>
            <a:srgbClr val="F26B43"/>
          </p15:clr>
        </p15:guide>
        <p15:guide id="14" pos="3908">
          <p15:clr>
            <a:srgbClr val="F26B43"/>
          </p15:clr>
        </p15:guide>
        <p15:guide id="15" pos="4974">
          <p15:clr>
            <a:srgbClr val="F26B43"/>
          </p15:clr>
        </p15:guide>
        <p15:guide id="16" pos="5110">
          <p15:clr>
            <a:srgbClr val="F26B43"/>
          </p15:clr>
        </p15:guide>
        <p15:guide id="17" pos="6176">
          <p15:clr>
            <a:srgbClr val="F26B43"/>
          </p15:clr>
        </p15:guide>
        <p15:guide id="18" pos="6312">
          <p15:clr>
            <a:srgbClr val="F26B43"/>
          </p15:clr>
        </p15:guide>
        <p15:guide id="19" orient="horz" pos="550">
          <p15:clr>
            <a:srgbClr val="F26B43"/>
          </p15:clr>
        </p15:guide>
        <p15:guide id="22" orient="horz" pos="1139">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8" name="Foliennummernplatzhalter 9">
            <a:extLst>
              <a:ext uri="{FF2B5EF4-FFF2-40B4-BE49-F238E27FC236}">
                <a16:creationId xmlns:a16="http://schemas.microsoft.com/office/drawing/2014/main" id="{804B8442-C573-4F72-B4E9-57061958D6FF}"/>
              </a:ext>
            </a:extLst>
          </p:cNvPr>
          <p:cNvSpPr>
            <a:spLocks noGrp="1"/>
          </p:cNvSpPr>
          <p:nvPr>
            <p:ph type="sldNum" sz="quarter" idx="4"/>
          </p:nvPr>
        </p:nvSpPr>
        <p:spPr>
          <a:xfrm>
            <a:off x="11443580" y="6372000"/>
            <a:ext cx="268995" cy="144000"/>
          </a:xfrm>
          <a:prstGeom prst="rect">
            <a:avLst/>
          </a:prstGeom>
        </p:spPr>
        <p:txBody>
          <a:bodyPr vert="horz" lIns="0" tIns="0" rIns="0" bIns="0" rtlCol="0" anchor="ctr"/>
          <a:lstStyle>
            <a:lvl1pPr algn="r">
              <a:lnSpc>
                <a:spcPts val="1000"/>
              </a:lnSpc>
              <a:defRPr lang="en-US" sz="800" b="1" kern="1200" smtClean="0">
                <a:solidFill>
                  <a:schemeClr val="bg1"/>
                </a:solidFill>
                <a:latin typeface="+mn-lt"/>
                <a:ea typeface="+mn-ea"/>
                <a:cs typeface="+mn-cs"/>
              </a:defRPr>
            </a:lvl1pPr>
          </a:lstStyle>
          <a:p>
            <a:fld id="{56C449F3-BD9D-48DC-BFF1-0F66671DA7C6}" type="slidenum">
              <a:rPr lang="en-US" smtClean="0"/>
              <a:pPr/>
              <a:t>‹#›</a:t>
            </a:fld>
            <a:endParaRPr lang="en-US" dirty="0"/>
          </a:p>
        </p:txBody>
      </p:sp>
      <p:sp>
        <p:nvSpPr>
          <p:cNvPr id="2" name="Titelplatzhalter 1">
            <a:extLst>
              <a:ext uri="{FF2B5EF4-FFF2-40B4-BE49-F238E27FC236}">
                <a16:creationId xmlns:a16="http://schemas.microsoft.com/office/drawing/2014/main" id="{1DE283E6-A5BA-4B3C-88E4-54966FAC3487}"/>
              </a:ext>
            </a:extLst>
          </p:cNvPr>
          <p:cNvSpPr>
            <a:spLocks noGrp="1"/>
          </p:cNvSpPr>
          <p:nvPr>
            <p:ph type="title"/>
          </p:nvPr>
        </p:nvSpPr>
        <p:spPr>
          <a:xfrm>
            <a:off x="479427" y="875309"/>
            <a:ext cx="9324974" cy="932854"/>
          </a:xfrm>
          <a:prstGeom prst="rect">
            <a:avLst/>
          </a:prstGeom>
        </p:spPr>
        <p:txBody>
          <a:bodyPr vert="horz" lIns="0" tIns="0" rIns="0" bIns="0" rtlCol="0" anchor="t" anchorCtr="0">
            <a:noAutofit/>
          </a:bodyPr>
          <a:lstStyle/>
          <a:p>
            <a:r>
              <a:rPr lang="en-US"/>
              <a:t>Click to edit Master title style</a:t>
            </a:r>
            <a:endParaRPr lang="en-US" dirty="0"/>
          </a:p>
        </p:txBody>
      </p:sp>
      <p:sp>
        <p:nvSpPr>
          <p:cNvPr id="3" name="Textplatzhalter 2">
            <a:extLst>
              <a:ext uri="{FF2B5EF4-FFF2-40B4-BE49-F238E27FC236}">
                <a16:creationId xmlns:a16="http://schemas.microsoft.com/office/drawing/2014/main" id="{9C845E14-909C-4B3E-8D6E-D6710B870348}"/>
              </a:ext>
            </a:extLst>
          </p:cNvPr>
          <p:cNvSpPr>
            <a:spLocks noGrp="1"/>
          </p:cNvSpPr>
          <p:nvPr>
            <p:ph type="body" idx="1"/>
          </p:nvPr>
        </p:nvSpPr>
        <p:spPr>
          <a:xfrm>
            <a:off x="479424" y="1808163"/>
            <a:ext cx="11233151" cy="4357687"/>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7" name="Grafik 6">
            <a:extLst>
              <a:ext uri="{FF2B5EF4-FFF2-40B4-BE49-F238E27FC236}">
                <a16:creationId xmlns:a16="http://schemas.microsoft.com/office/drawing/2014/main" id="{E69A9FCF-4D55-4AF3-8D50-049F0279B78E}"/>
              </a:ext>
              <a:ext uri="{C183D7F6-B498-43B3-948B-1728B52AA6E4}">
                <adec:decorative xmlns:adec="http://schemas.microsoft.com/office/drawing/2017/decorative" val="1"/>
              </a:ext>
            </a:extLst>
          </p:cNvPr>
          <p:cNvPicPr>
            <a:picLocks noChangeAspect="1"/>
          </p:cNvPicPr>
          <p:nvPr/>
        </p:nvPicPr>
        <p:blipFill>
          <a:blip r:embed="rId9" cstate="screen">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10692000" y="504000"/>
            <a:ext cx="1017998" cy="252000"/>
          </a:xfrm>
          <a:prstGeom prst="rect">
            <a:avLst/>
          </a:prstGeom>
        </p:spPr>
      </p:pic>
      <p:sp>
        <p:nvSpPr>
          <p:cNvPr id="9" name="Fußzeilenplatzhalter 4">
            <a:extLst>
              <a:ext uri="{FF2B5EF4-FFF2-40B4-BE49-F238E27FC236}">
                <a16:creationId xmlns:a16="http://schemas.microsoft.com/office/drawing/2014/main" id="{DA2F4508-9777-4819-A665-39ABDE4929CC}"/>
              </a:ext>
            </a:extLst>
          </p:cNvPr>
          <p:cNvSpPr>
            <a:spLocks noGrp="1"/>
          </p:cNvSpPr>
          <p:nvPr>
            <p:ph type="ftr" sz="quarter" idx="3"/>
          </p:nvPr>
        </p:nvSpPr>
        <p:spPr>
          <a:xfrm>
            <a:off x="479426" y="6165850"/>
            <a:ext cx="9324974" cy="350150"/>
          </a:xfrm>
          <a:prstGeom prst="rect">
            <a:avLst/>
          </a:prstGeom>
        </p:spPr>
        <p:txBody>
          <a:bodyPr vert="horz" lIns="0" tIns="0" rIns="0" bIns="0" rtlCol="0" anchor="b" anchorCtr="0">
            <a:noAutofit/>
          </a:bodyPr>
          <a:lstStyle>
            <a:lvl1pPr algn="l">
              <a:lnSpc>
                <a:spcPct val="90000"/>
              </a:lnSpc>
              <a:defRPr sz="800" b="0" cap="none" spc="0" baseline="0">
                <a:solidFill>
                  <a:schemeClr val="bg1">
                    <a:alpha val="0"/>
                  </a:schemeClr>
                </a:solidFill>
              </a:defRPr>
            </a:lvl1pPr>
          </a:lstStyle>
          <a:p>
            <a:endParaRPr lang="en-US" dirty="0"/>
          </a:p>
        </p:txBody>
      </p:sp>
    </p:spTree>
    <p:extLst>
      <p:ext uri="{BB962C8B-B14F-4D97-AF65-F5344CB8AC3E}">
        <p14:creationId xmlns:p14="http://schemas.microsoft.com/office/powerpoint/2010/main" val="967956293"/>
      </p:ext>
    </p:extLst>
  </p:cSld>
  <p:clrMap bg1="dk1" tx1="lt1" bg2="dk2" tx2="lt2" accent1="accent1" accent2="accent2" accent3="accent3" accent4="accent4" accent5="accent5" accent6="accent6" hlink="hlink" folHlink="folHlink"/>
  <p:sldLayoutIdLst>
    <p:sldLayoutId id="2147483747" r:id="rId1"/>
    <p:sldLayoutId id="2147483748" r:id="rId2"/>
    <p:sldLayoutId id="2147483749" r:id="rId3"/>
    <p:sldLayoutId id="2147483750" r:id="rId4"/>
    <p:sldLayoutId id="2147483751" r:id="rId5"/>
    <p:sldLayoutId id="2147483752" r:id="rId6"/>
    <p:sldLayoutId id="2147483753" r:id="rId7"/>
  </p:sldLayoutIdLst>
  <p:hf hdr="0" ftr="0" dt="0"/>
  <p:txStyles>
    <p:titleStyle>
      <a:lvl1pPr algn="l" defTabSz="967710" rtl="0" eaLnBrk="1" latinLnBrk="0" hangingPunct="1">
        <a:lnSpc>
          <a:spcPts val="3800"/>
        </a:lnSpc>
        <a:spcBef>
          <a:spcPct val="0"/>
        </a:spcBef>
        <a:buNone/>
        <a:defRPr sz="3800" kern="120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0" indent="0" algn="l" defTabSz="967710" rtl="0" eaLnBrk="1" latinLnBrk="0" hangingPunct="1">
        <a:lnSpc>
          <a:spcPct val="100000"/>
        </a:lnSpc>
        <a:spcBef>
          <a:spcPts val="0"/>
        </a:spcBef>
        <a:buFont typeface="+mj-lt"/>
        <a:buNone/>
        <a:defRPr sz="2000" kern="1200">
          <a:solidFill>
            <a:schemeClr val="bg1"/>
          </a:solidFill>
          <a:latin typeface="+mn-lt"/>
          <a:ea typeface="+mn-ea"/>
          <a:cs typeface="+mn-cs"/>
        </a:defRPr>
      </a:lvl1pPr>
      <a:lvl2pPr marL="288000" indent="-288000" algn="l" defTabSz="967710" rtl="0" eaLnBrk="1" latinLnBrk="0" hangingPunct="1">
        <a:lnSpc>
          <a:spcPct val="100000"/>
        </a:lnSpc>
        <a:spcBef>
          <a:spcPts val="0"/>
        </a:spcBef>
        <a:buFont typeface="+mj-lt"/>
        <a:buAutoNum type="arabicPeriod"/>
        <a:defRPr sz="2000" kern="1200">
          <a:solidFill>
            <a:schemeClr val="bg1"/>
          </a:solidFill>
          <a:latin typeface="+mn-lt"/>
          <a:ea typeface="+mn-ea"/>
          <a:cs typeface="+mn-cs"/>
        </a:defRPr>
      </a:lvl2pPr>
      <a:lvl3pPr marL="288000" indent="-288000" algn="l" defTabSz="967710" rtl="0" eaLnBrk="1" latinLnBrk="0" hangingPunct="1">
        <a:lnSpc>
          <a:spcPct val="100000"/>
        </a:lnSpc>
        <a:spcBef>
          <a:spcPts val="0"/>
        </a:spcBef>
        <a:buFont typeface="Arial" panose="020B0604020202020204" pitchFamily="34" charset="0"/>
        <a:buChar char="•"/>
        <a:defRPr sz="2000" kern="1200">
          <a:solidFill>
            <a:schemeClr val="bg1"/>
          </a:solidFill>
          <a:latin typeface="+mn-lt"/>
          <a:ea typeface="+mn-ea"/>
          <a:cs typeface="+mn-cs"/>
        </a:defRPr>
      </a:lvl3pPr>
      <a:lvl4pPr marL="288000" indent="-288000" algn="l" defTabSz="967710" rtl="0" eaLnBrk="1" latinLnBrk="0" hangingPunct="1">
        <a:lnSpc>
          <a:spcPct val="100000"/>
        </a:lnSpc>
        <a:spcBef>
          <a:spcPts val="0"/>
        </a:spcBef>
        <a:buFont typeface="Symbol" panose="05050102010706020507" pitchFamily="18" charset="2"/>
        <a:buChar char="-"/>
        <a:defRPr sz="2000" kern="1200">
          <a:solidFill>
            <a:schemeClr val="bg1"/>
          </a:solidFill>
          <a:latin typeface="+mn-lt"/>
          <a:ea typeface="+mn-ea"/>
          <a:cs typeface="+mn-cs"/>
        </a:defRPr>
      </a:lvl4pPr>
      <a:lvl5pPr marL="576000" indent="-288000" algn="l" defTabSz="967710" rtl="0" eaLnBrk="1" latinLnBrk="0" hangingPunct="1">
        <a:lnSpc>
          <a:spcPct val="100000"/>
        </a:lnSpc>
        <a:spcBef>
          <a:spcPts val="0"/>
        </a:spcBef>
        <a:buFont typeface="Symbol" panose="05050102010706020507" pitchFamily="18" charset="2"/>
        <a:buChar char="-"/>
        <a:defRPr sz="2000" kern="1200">
          <a:solidFill>
            <a:schemeClr val="bg1"/>
          </a:solidFill>
          <a:latin typeface="+mn-lt"/>
          <a:ea typeface="+mn-ea"/>
          <a:cs typeface="+mn-cs"/>
        </a:defRPr>
      </a:lvl5pPr>
      <a:lvl6pPr marL="0" indent="0" algn="l" defTabSz="967710" rtl="0" eaLnBrk="1" latinLnBrk="0" hangingPunct="1">
        <a:lnSpc>
          <a:spcPct val="100000"/>
        </a:lnSpc>
        <a:spcBef>
          <a:spcPts val="2400"/>
        </a:spcBef>
        <a:buFont typeface="Arial" panose="020B0604020202020204" pitchFamily="34" charset="0"/>
        <a:buNone/>
        <a:defRPr sz="800" kern="1200">
          <a:solidFill>
            <a:schemeClr val="bg1"/>
          </a:solidFill>
          <a:latin typeface="+mn-lt"/>
          <a:ea typeface="+mn-ea"/>
          <a:cs typeface="+mn-cs"/>
        </a:defRPr>
      </a:lvl6pPr>
      <a:lvl7pPr marL="0" indent="0" algn="l" defTabSz="967710" rtl="0" eaLnBrk="1" latinLnBrk="0" hangingPunct="1">
        <a:lnSpc>
          <a:spcPct val="100000"/>
        </a:lnSpc>
        <a:spcBef>
          <a:spcPts val="600"/>
        </a:spcBef>
        <a:buFont typeface="Arial" panose="020B0604020202020204" pitchFamily="34" charset="0"/>
        <a:buNone/>
        <a:defRPr sz="1800" kern="1200">
          <a:solidFill>
            <a:srgbClr val="FF0000"/>
          </a:solidFill>
          <a:latin typeface="+mn-lt"/>
          <a:ea typeface="+mn-ea"/>
          <a:cs typeface="+mn-cs"/>
        </a:defRPr>
      </a:lvl7pPr>
      <a:lvl8pPr marL="3628911" indent="-241927" algn="l" defTabSz="967710" rtl="0" eaLnBrk="1" latinLnBrk="0" hangingPunct="1">
        <a:lnSpc>
          <a:spcPct val="90000"/>
        </a:lnSpc>
        <a:spcBef>
          <a:spcPts val="529"/>
        </a:spcBef>
        <a:buFont typeface="Arial" panose="020B0604020202020204" pitchFamily="34" charset="0"/>
        <a:buChar char="•"/>
        <a:defRPr sz="1905" kern="1200">
          <a:solidFill>
            <a:schemeClr val="tx1"/>
          </a:solidFill>
          <a:latin typeface="+mn-lt"/>
          <a:ea typeface="+mn-ea"/>
          <a:cs typeface="+mn-cs"/>
        </a:defRPr>
      </a:lvl8pPr>
      <a:lvl9pPr marL="4112765" indent="-241927" algn="l" defTabSz="967710" rtl="0" eaLnBrk="1" latinLnBrk="0" hangingPunct="1">
        <a:lnSpc>
          <a:spcPct val="90000"/>
        </a:lnSpc>
        <a:spcBef>
          <a:spcPts val="529"/>
        </a:spcBef>
        <a:buFont typeface="Arial" panose="020B0604020202020204" pitchFamily="34" charset="0"/>
        <a:buChar char="•"/>
        <a:defRPr sz="1905" kern="1200">
          <a:solidFill>
            <a:schemeClr val="tx1"/>
          </a:solidFill>
          <a:latin typeface="+mn-lt"/>
          <a:ea typeface="+mn-ea"/>
          <a:cs typeface="+mn-cs"/>
        </a:defRPr>
      </a:lvl9pPr>
    </p:bodyStyle>
    <p:otherStyle>
      <a:defPPr>
        <a:defRPr lang="en-US"/>
      </a:defPPr>
      <a:lvl1pPr marL="0" algn="l" defTabSz="967710" rtl="0" eaLnBrk="1" latinLnBrk="0" hangingPunct="1">
        <a:defRPr sz="1905" kern="1200">
          <a:solidFill>
            <a:schemeClr val="tx1"/>
          </a:solidFill>
          <a:latin typeface="+mn-lt"/>
          <a:ea typeface="+mn-ea"/>
          <a:cs typeface="+mn-cs"/>
        </a:defRPr>
      </a:lvl1pPr>
      <a:lvl2pPr marL="483855" algn="l" defTabSz="967710" rtl="0" eaLnBrk="1" latinLnBrk="0" hangingPunct="1">
        <a:defRPr sz="1905" kern="1200">
          <a:solidFill>
            <a:schemeClr val="tx1"/>
          </a:solidFill>
          <a:latin typeface="+mn-lt"/>
          <a:ea typeface="+mn-ea"/>
          <a:cs typeface="+mn-cs"/>
        </a:defRPr>
      </a:lvl2pPr>
      <a:lvl3pPr marL="967710" algn="l" defTabSz="967710" rtl="0" eaLnBrk="1" latinLnBrk="0" hangingPunct="1">
        <a:defRPr sz="1905" kern="1200">
          <a:solidFill>
            <a:schemeClr val="tx1"/>
          </a:solidFill>
          <a:latin typeface="+mn-lt"/>
          <a:ea typeface="+mn-ea"/>
          <a:cs typeface="+mn-cs"/>
        </a:defRPr>
      </a:lvl3pPr>
      <a:lvl4pPr marL="1451564" algn="l" defTabSz="967710" rtl="0" eaLnBrk="1" latinLnBrk="0" hangingPunct="1">
        <a:defRPr sz="1905" kern="1200">
          <a:solidFill>
            <a:schemeClr val="tx1"/>
          </a:solidFill>
          <a:latin typeface="+mn-lt"/>
          <a:ea typeface="+mn-ea"/>
          <a:cs typeface="+mn-cs"/>
        </a:defRPr>
      </a:lvl4pPr>
      <a:lvl5pPr marL="1935419" algn="l" defTabSz="967710" rtl="0" eaLnBrk="1" latinLnBrk="0" hangingPunct="1">
        <a:defRPr sz="1905" kern="1200">
          <a:solidFill>
            <a:schemeClr val="tx1"/>
          </a:solidFill>
          <a:latin typeface="+mn-lt"/>
          <a:ea typeface="+mn-ea"/>
          <a:cs typeface="+mn-cs"/>
        </a:defRPr>
      </a:lvl5pPr>
      <a:lvl6pPr marL="2419274" algn="l" defTabSz="967710" rtl="0" eaLnBrk="1" latinLnBrk="0" hangingPunct="1">
        <a:defRPr sz="1905" kern="1200">
          <a:solidFill>
            <a:schemeClr val="tx1"/>
          </a:solidFill>
          <a:latin typeface="+mn-lt"/>
          <a:ea typeface="+mn-ea"/>
          <a:cs typeface="+mn-cs"/>
        </a:defRPr>
      </a:lvl6pPr>
      <a:lvl7pPr marL="2903129" algn="l" defTabSz="967710" rtl="0" eaLnBrk="1" latinLnBrk="0" hangingPunct="1">
        <a:defRPr sz="1905" kern="1200">
          <a:solidFill>
            <a:schemeClr val="tx1"/>
          </a:solidFill>
          <a:latin typeface="+mn-lt"/>
          <a:ea typeface="+mn-ea"/>
          <a:cs typeface="+mn-cs"/>
        </a:defRPr>
      </a:lvl7pPr>
      <a:lvl8pPr marL="3386983" algn="l" defTabSz="967710" rtl="0" eaLnBrk="1" latinLnBrk="0" hangingPunct="1">
        <a:defRPr sz="1905" kern="1200">
          <a:solidFill>
            <a:schemeClr val="tx1"/>
          </a:solidFill>
          <a:latin typeface="+mn-lt"/>
          <a:ea typeface="+mn-ea"/>
          <a:cs typeface="+mn-cs"/>
        </a:defRPr>
      </a:lvl8pPr>
      <a:lvl9pPr marL="3870838" algn="l" defTabSz="967710" rtl="0" eaLnBrk="1" latinLnBrk="0" hangingPunct="1">
        <a:defRPr sz="1905"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2">
          <p15:clr>
            <a:srgbClr val="F26B43"/>
          </p15:clr>
        </p15:guide>
        <p15:guide id="2" pos="7378">
          <p15:clr>
            <a:srgbClr val="F26B43"/>
          </p15:clr>
        </p15:guide>
        <p15:guide id="3" orient="horz" pos="300">
          <p15:clr>
            <a:srgbClr val="F26B43"/>
          </p15:clr>
        </p15:guide>
        <p15:guide id="6" orient="horz" pos="3884">
          <p15:clr>
            <a:srgbClr val="F26B43"/>
          </p15:clr>
        </p15:guide>
        <p15:guide id="9" pos="1368">
          <p15:clr>
            <a:srgbClr val="F26B43"/>
          </p15:clr>
        </p15:guide>
        <p15:guide id="10" pos="1504">
          <p15:clr>
            <a:srgbClr val="F26B43"/>
          </p15:clr>
        </p15:guide>
        <p15:guide id="11" pos="2570">
          <p15:clr>
            <a:srgbClr val="F26B43"/>
          </p15:clr>
        </p15:guide>
        <p15:guide id="12" pos="2706">
          <p15:clr>
            <a:srgbClr val="F26B43"/>
          </p15:clr>
        </p15:guide>
        <p15:guide id="13" pos="3772">
          <p15:clr>
            <a:srgbClr val="F26B43"/>
          </p15:clr>
        </p15:guide>
        <p15:guide id="14" pos="3908">
          <p15:clr>
            <a:srgbClr val="F26B43"/>
          </p15:clr>
        </p15:guide>
        <p15:guide id="15" pos="4974">
          <p15:clr>
            <a:srgbClr val="F26B43"/>
          </p15:clr>
        </p15:guide>
        <p15:guide id="16" pos="5110">
          <p15:clr>
            <a:srgbClr val="F26B43"/>
          </p15:clr>
        </p15:guide>
        <p15:guide id="17" pos="6176">
          <p15:clr>
            <a:srgbClr val="F26B43"/>
          </p15:clr>
        </p15:guide>
        <p15:guide id="18" pos="6312">
          <p15:clr>
            <a:srgbClr val="F26B43"/>
          </p15:clr>
        </p15:guide>
        <p15:guide id="19" orient="horz" pos="550">
          <p15:clr>
            <a:srgbClr val="F26B43"/>
          </p15:clr>
        </p15:guide>
        <p15:guide id="22" orient="horz" pos="1139">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8" name="Foliennummernplatzhalter 9">
            <a:extLst>
              <a:ext uri="{FF2B5EF4-FFF2-40B4-BE49-F238E27FC236}">
                <a16:creationId xmlns:a16="http://schemas.microsoft.com/office/drawing/2014/main" id="{804B8442-C573-4F72-B4E9-57061958D6FF}"/>
              </a:ext>
            </a:extLst>
          </p:cNvPr>
          <p:cNvSpPr>
            <a:spLocks noGrp="1"/>
          </p:cNvSpPr>
          <p:nvPr>
            <p:ph type="sldNum" sz="quarter" idx="4"/>
          </p:nvPr>
        </p:nvSpPr>
        <p:spPr>
          <a:xfrm>
            <a:off x="11443580" y="6372000"/>
            <a:ext cx="268995" cy="144000"/>
          </a:xfrm>
          <a:prstGeom prst="rect">
            <a:avLst/>
          </a:prstGeom>
        </p:spPr>
        <p:txBody>
          <a:bodyPr vert="horz" lIns="0" tIns="0" rIns="0" bIns="0" rtlCol="0" anchor="ctr"/>
          <a:lstStyle>
            <a:lvl1pPr algn="r">
              <a:lnSpc>
                <a:spcPts val="1000"/>
              </a:lnSpc>
              <a:defRPr lang="en-US" sz="800" b="1" kern="1200" smtClean="0">
                <a:solidFill>
                  <a:schemeClr val="bg1"/>
                </a:solidFill>
                <a:latin typeface="+mn-lt"/>
                <a:ea typeface="+mn-ea"/>
                <a:cs typeface="+mn-cs"/>
              </a:defRPr>
            </a:lvl1pPr>
          </a:lstStyle>
          <a:p>
            <a:fld id="{56C449F3-BD9D-48DC-BFF1-0F66671DA7C6}" type="slidenum">
              <a:rPr lang="en-US" smtClean="0"/>
              <a:pPr/>
              <a:t>‹#›</a:t>
            </a:fld>
            <a:endParaRPr lang="en-US" dirty="0"/>
          </a:p>
        </p:txBody>
      </p:sp>
      <p:sp>
        <p:nvSpPr>
          <p:cNvPr id="2" name="Titelplatzhalter 1">
            <a:extLst>
              <a:ext uri="{FF2B5EF4-FFF2-40B4-BE49-F238E27FC236}">
                <a16:creationId xmlns:a16="http://schemas.microsoft.com/office/drawing/2014/main" id="{1DE283E6-A5BA-4B3C-88E4-54966FAC3487}"/>
              </a:ext>
            </a:extLst>
          </p:cNvPr>
          <p:cNvSpPr>
            <a:spLocks noGrp="1"/>
          </p:cNvSpPr>
          <p:nvPr>
            <p:ph type="title"/>
          </p:nvPr>
        </p:nvSpPr>
        <p:spPr>
          <a:xfrm>
            <a:off x="479427" y="875309"/>
            <a:ext cx="9324974" cy="932854"/>
          </a:xfrm>
          <a:prstGeom prst="rect">
            <a:avLst/>
          </a:prstGeom>
        </p:spPr>
        <p:txBody>
          <a:bodyPr vert="horz" lIns="0" tIns="0" rIns="0" bIns="0" rtlCol="0" anchor="t" anchorCtr="0">
            <a:noAutofit/>
          </a:bodyPr>
          <a:lstStyle/>
          <a:p>
            <a:r>
              <a:rPr lang="en-US"/>
              <a:t>Click to edit Master title style</a:t>
            </a:r>
            <a:endParaRPr lang="en-US" dirty="0"/>
          </a:p>
        </p:txBody>
      </p:sp>
      <p:sp>
        <p:nvSpPr>
          <p:cNvPr id="3" name="Textplatzhalter 2">
            <a:extLst>
              <a:ext uri="{FF2B5EF4-FFF2-40B4-BE49-F238E27FC236}">
                <a16:creationId xmlns:a16="http://schemas.microsoft.com/office/drawing/2014/main" id="{9C845E14-909C-4B3E-8D6E-D6710B870348}"/>
              </a:ext>
            </a:extLst>
          </p:cNvPr>
          <p:cNvSpPr>
            <a:spLocks noGrp="1"/>
          </p:cNvSpPr>
          <p:nvPr>
            <p:ph type="body" idx="1"/>
          </p:nvPr>
        </p:nvSpPr>
        <p:spPr>
          <a:xfrm>
            <a:off x="479424" y="1808163"/>
            <a:ext cx="11233151" cy="4357687"/>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ußzeilenplatzhalter 4">
            <a:extLst>
              <a:ext uri="{FF2B5EF4-FFF2-40B4-BE49-F238E27FC236}">
                <a16:creationId xmlns:a16="http://schemas.microsoft.com/office/drawing/2014/main" id="{288440D7-D4EC-4E78-AA22-CBC23D0FE46F}"/>
              </a:ext>
            </a:extLst>
          </p:cNvPr>
          <p:cNvSpPr>
            <a:spLocks noGrp="1"/>
          </p:cNvSpPr>
          <p:nvPr>
            <p:ph type="ftr" sz="quarter" idx="3"/>
          </p:nvPr>
        </p:nvSpPr>
        <p:spPr>
          <a:xfrm>
            <a:off x="479426" y="6165850"/>
            <a:ext cx="9324974" cy="350150"/>
          </a:xfrm>
          <a:prstGeom prst="rect">
            <a:avLst/>
          </a:prstGeom>
        </p:spPr>
        <p:txBody>
          <a:bodyPr vert="horz" lIns="0" tIns="0" rIns="0" bIns="0" rtlCol="0" anchor="b" anchorCtr="0">
            <a:noAutofit/>
          </a:bodyPr>
          <a:lstStyle>
            <a:lvl1pPr algn="l">
              <a:lnSpc>
                <a:spcPct val="90000"/>
              </a:lnSpc>
              <a:defRPr sz="800" b="0" cap="none" spc="0" baseline="0">
                <a:solidFill>
                  <a:schemeClr val="bg1"/>
                </a:solidFill>
              </a:defRPr>
            </a:lvl1pPr>
          </a:lstStyle>
          <a:p>
            <a:endParaRPr lang="en-US" dirty="0"/>
          </a:p>
        </p:txBody>
      </p:sp>
      <p:pic>
        <p:nvPicPr>
          <p:cNvPr id="7" name="Grafik 6">
            <a:extLst>
              <a:ext uri="{FF2B5EF4-FFF2-40B4-BE49-F238E27FC236}">
                <a16:creationId xmlns:a16="http://schemas.microsoft.com/office/drawing/2014/main" id="{E69A9FCF-4D55-4AF3-8D50-049F0279B78E}"/>
              </a:ext>
              <a:ext uri="{C183D7F6-B498-43B3-948B-1728B52AA6E4}">
                <adec:decorative xmlns:adec="http://schemas.microsoft.com/office/drawing/2017/decorative" val="1"/>
              </a:ext>
            </a:extLst>
          </p:cNvPr>
          <p:cNvPicPr>
            <a:picLocks noChangeAspect="1"/>
          </p:cNvPicPr>
          <p:nvPr/>
        </p:nvPicPr>
        <p:blipFill>
          <a:blip r:embed="rId20" cstate="screen">
            <a:extLst>
              <a:ext uri="{28A0092B-C50C-407E-A947-70E740481C1C}">
                <a14:useLocalDpi xmlns:a14="http://schemas.microsoft.com/office/drawing/2010/main"/>
              </a:ext>
              <a:ext uri="{96DAC541-7B7A-43D3-8B79-37D633B846F1}">
                <asvg:svgBlip xmlns:asvg="http://schemas.microsoft.com/office/drawing/2016/SVG/main" r:embed="rId21"/>
              </a:ext>
            </a:extLst>
          </a:blip>
          <a:stretch>
            <a:fillRect/>
          </a:stretch>
        </p:blipFill>
        <p:spPr>
          <a:xfrm>
            <a:off x="10692000" y="504000"/>
            <a:ext cx="1017998" cy="252000"/>
          </a:xfrm>
          <a:prstGeom prst="rect">
            <a:avLst/>
          </a:prstGeom>
        </p:spPr>
      </p:pic>
    </p:spTree>
    <p:extLst>
      <p:ext uri="{BB962C8B-B14F-4D97-AF65-F5344CB8AC3E}">
        <p14:creationId xmlns:p14="http://schemas.microsoft.com/office/powerpoint/2010/main" val="371574664"/>
      </p:ext>
    </p:extLst>
  </p:cSld>
  <p:clrMap bg1="dk1" tx1="lt1" bg2="dk2" tx2="lt2" accent1="accent1" accent2="accent2" accent3="accent3" accent4="accent4" accent5="accent5" accent6="accent6" hlink="hlink" folHlink="folHlink"/>
  <p:sldLayoutIdLst>
    <p:sldLayoutId id="2147483755" r:id="rId1"/>
    <p:sldLayoutId id="2147483756" r:id="rId2"/>
    <p:sldLayoutId id="2147483757" r:id="rId3"/>
    <p:sldLayoutId id="2147483758" r:id="rId4"/>
    <p:sldLayoutId id="2147483759" r:id="rId5"/>
    <p:sldLayoutId id="2147483760" r:id="rId6"/>
    <p:sldLayoutId id="2147483761" r:id="rId7"/>
    <p:sldLayoutId id="2147483762" r:id="rId8"/>
    <p:sldLayoutId id="2147483763" r:id="rId9"/>
    <p:sldLayoutId id="2147483764" r:id="rId10"/>
    <p:sldLayoutId id="2147483765" r:id="rId11"/>
    <p:sldLayoutId id="2147483766" r:id="rId12"/>
    <p:sldLayoutId id="2147483767" r:id="rId13"/>
    <p:sldLayoutId id="2147483768" r:id="rId14"/>
    <p:sldLayoutId id="2147483769" r:id="rId15"/>
    <p:sldLayoutId id="2147483770" r:id="rId16"/>
    <p:sldLayoutId id="2147483771" r:id="rId17"/>
    <p:sldLayoutId id="2147483772" r:id="rId18"/>
  </p:sldLayoutIdLst>
  <p:hf hdr="0" ftr="0" dt="0"/>
  <p:txStyles>
    <p:titleStyle>
      <a:lvl1pPr algn="l" defTabSz="967710" rtl="0" eaLnBrk="1" latinLnBrk="0" hangingPunct="1">
        <a:lnSpc>
          <a:spcPts val="3800"/>
        </a:lnSpc>
        <a:spcBef>
          <a:spcPct val="0"/>
        </a:spcBef>
        <a:buNone/>
        <a:defRPr sz="3800" kern="120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0" indent="0" algn="l" defTabSz="967710" rtl="0" eaLnBrk="1" latinLnBrk="0" hangingPunct="1">
        <a:lnSpc>
          <a:spcPct val="100000"/>
        </a:lnSpc>
        <a:spcBef>
          <a:spcPts val="0"/>
        </a:spcBef>
        <a:buFont typeface="+mj-lt"/>
        <a:buNone/>
        <a:defRPr sz="2000" kern="1200">
          <a:solidFill>
            <a:schemeClr val="bg1"/>
          </a:solidFill>
          <a:latin typeface="+mn-lt"/>
          <a:ea typeface="+mn-ea"/>
          <a:cs typeface="+mn-cs"/>
        </a:defRPr>
      </a:lvl1pPr>
      <a:lvl2pPr marL="288000" indent="-288000" algn="l" defTabSz="967710" rtl="0" eaLnBrk="1" latinLnBrk="0" hangingPunct="1">
        <a:lnSpc>
          <a:spcPct val="100000"/>
        </a:lnSpc>
        <a:spcBef>
          <a:spcPts val="0"/>
        </a:spcBef>
        <a:buFont typeface="+mj-lt"/>
        <a:buAutoNum type="arabicPeriod"/>
        <a:defRPr sz="2000" kern="1200">
          <a:solidFill>
            <a:schemeClr val="bg1"/>
          </a:solidFill>
          <a:latin typeface="+mn-lt"/>
          <a:ea typeface="+mn-ea"/>
          <a:cs typeface="+mn-cs"/>
        </a:defRPr>
      </a:lvl2pPr>
      <a:lvl3pPr marL="288000" indent="-288000" algn="l" defTabSz="967710" rtl="0" eaLnBrk="1" latinLnBrk="0" hangingPunct="1">
        <a:lnSpc>
          <a:spcPct val="100000"/>
        </a:lnSpc>
        <a:spcBef>
          <a:spcPts val="0"/>
        </a:spcBef>
        <a:buFont typeface="Arial" panose="020B0604020202020204" pitchFamily="34" charset="0"/>
        <a:buChar char="•"/>
        <a:defRPr sz="2000" kern="1200">
          <a:solidFill>
            <a:schemeClr val="bg1"/>
          </a:solidFill>
          <a:latin typeface="+mn-lt"/>
          <a:ea typeface="+mn-ea"/>
          <a:cs typeface="+mn-cs"/>
        </a:defRPr>
      </a:lvl3pPr>
      <a:lvl4pPr marL="288000" indent="-288000" algn="l" defTabSz="967710" rtl="0" eaLnBrk="1" latinLnBrk="0" hangingPunct="1">
        <a:lnSpc>
          <a:spcPct val="100000"/>
        </a:lnSpc>
        <a:spcBef>
          <a:spcPts val="0"/>
        </a:spcBef>
        <a:buFont typeface="Symbol" panose="05050102010706020507" pitchFamily="18" charset="2"/>
        <a:buChar char="-"/>
        <a:defRPr sz="2000" kern="1200">
          <a:solidFill>
            <a:schemeClr val="bg1"/>
          </a:solidFill>
          <a:latin typeface="+mn-lt"/>
          <a:ea typeface="+mn-ea"/>
          <a:cs typeface="+mn-cs"/>
        </a:defRPr>
      </a:lvl4pPr>
      <a:lvl5pPr marL="576000" indent="-288000" algn="l" defTabSz="967710" rtl="0" eaLnBrk="1" latinLnBrk="0" hangingPunct="1">
        <a:lnSpc>
          <a:spcPct val="100000"/>
        </a:lnSpc>
        <a:spcBef>
          <a:spcPts val="0"/>
        </a:spcBef>
        <a:buFont typeface="Symbol" panose="05050102010706020507" pitchFamily="18" charset="2"/>
        <a:buChar char="-"/>
        <a:defRPr sz="2000" kern="1200">
          <a:solidFill>
            <a:schemeClr val="bg1"/>
          </a:solidFill>
          <a:latin typeface="+mn-lt"/>
          <a:ea typeface="+mn-ea"/>
          <a:cs typeface="+mn-cs"/>
        </a:defRPr>
      </a:lvl5pPr>
      <a:lvl6pPr marL="0" indent="0" algn="l" defTabSz="967710" rtl="0" eaLnBrk="1" latinLnBrk="0" hangingPunct="1">
        <a:lnSpc>
          <a:spcPct val="100000"/>
        </a:lnSpc>
        <a:spcBef>
          <a:spcPts val="2400"/>
        </a:spcBef>
        <a:buFont typeface="Arial" panose="020B0604020202020204" pitchFamily="34" charset="0"/>
        <a:buNone/>
        <a:defRPr sz="800" kern="1200">
          <a:solidFill>
            <a:schemeClr val="bg1"/>
          </a:solidFill>
          <a:latin typeface="+mn-lt"/>
          <a:ea typeface="+mn-ea"/>
          <a:cs typeface="+mn-cs"/>
        </a:defRPr>
      </a:lvl6pPr>
      <a:lvl7pPr marL="0" indent="0" algn="l" defTabSz="967710" rtl="0" eaLnBrk="1" latinLnBrk="0" hangingPunct="1">
        <a:lnSpc>
          <a:spcPct val="100000"/>
        </a:lnSpc>
        <a:spcBef>
          <a:spcPts val="600"/>
        </a:spcBef>
        <a:buFont typeface="Arial" panose="020B0604020202020204" pitchFamily="34" charset="0"/>
        <a:buNone/>
        <a:defRPr sz="1800" kern="1200">
          <a:solidFill>
            <a:srgbClr val="FF0000"/>
          </a:solidFill>
          <a:latin typeface="+mn-lt"/>
          <a:ea typeface="+mn-ea"/>
          <a:cs typeface="+mn-cs"/>
        </a:defRPr>
      </a:lvl7pPr>
      <a:lvl8pPr marL="3628911" indent="-241927" algn="l" defTabSz="967710" rtl="0" eaLnBrk="1" latinLnBrk="0" hangingPunct="1">
        <a:lnSpc>
          <a:spcPct val="90000"/>
        </a:lnSpc>
        <a:spcBef>
          <a:spcPts val="529"/>
        </a:spcBef>
        <a:buFont typeface="Arial" panose="020B0604020202020204" pitchFamily="34" charset="0"/>
        <a:buChar char="•"/>
        <a:defRPr sz="1905" kern="1200">
          <a:solidFill>
            <a:schemeClr val="tx1"/>
          </a:solidFill>
          <a:latin typeface="+mn-lt"/>
          <a:ea typeface="+mn-ea"/>
          <a:cs typeface="+mn-cs"/>
        </a:defRPr>
      </a:lvl8pPr>
      <a:lvl9pPr marL="4112765" indent="-241927" algn="l" defTabSz="967710" rtl="0" eaLnBrk="1" latinLnBrk="0" hangingPunct="1">
        <a:lnSpc>
          <a:spcPct val="90000"/>
        </a:lnSpc>
        <a:spcBef>
          <a:spcPts val="529"/>
        </a:spcBef>
        <a:buFont typeface="Arial" panose="020B0604020202020204" pitchFamily="34" charset="0"/>
        <a:buChar char="•"/>
        <a:defRPr sz="1905" kern="1200">
          <a:solidFill>
            <a:schemeClr val="tx1"/>
          </a:solidFill>
          <a:latin typeface="+mn-lt"/>
          <a:ea typeface="+mn-ea"/>
          <a:cs typeface="+mn-cs"/>
        </a:defRPr>
      </a:lvl9pPr>
    </p:bodyStyle>
    <p:otherStyle>
      <a:defPPr>
        <a:defRPr lang="en-US"/>
      </a:defPPr>
      <a:lvl1pPr marL="0" algn="l" defTabSz="967710" rtl="0" eaLnBrk="1" latinLnBrk="0" hangingPunct="1">
        <a:defRPr sz="1905" kern="1200">
          <a:solidFill>
            <a:schemeClr val="tx1"/>
          </a:solidFill>
          <a:latin typeface="+mn-lt"/>
          <a:ea typeface="+mn-ea"/>
          <a:cs typeface="+mn-cs"/>
        </a:defRPr>
      </a:lvl1pPr>
      <a:lvl2pPr marL="483855" algn="l" defTabSz="967710" rtl="0" eaLnBrk="1" latinLnBrk="0" hangingPunct="1">
        <a:defRPr sz="1905" kern="1200">
          <a:solidFill>
            <a:schemeClr val="tx1"/>
          </a:solidFill>
          <a:latin typeface="+mn-lt"/>
          <a:ea typeface="+mn-ea"/>
          <a:cs typeface="+mn-cs"/>
        </a:defRPr>
      </a:lvl2pPr>
      <a:lvl3pPr marL="967710" algn="l" defTabSz="967710" rtl="0" eaLnBrk="1" latinLnBrk="0" hangingPunct="1">
        <a:defRPr sz="1905" kern="1200">
          <a:solidFill>
            <a:schemeClr val="tx1"/>
          </a:solidFill>
          <a:latin typeface="+mn-lt"/>
          <a:ea typeface="+mn-ea"/>
          <a:cs typeface="+mn-cs"/>
        </a:defRPr>
      </a:lvl3pPr>
      <a:lvl4pPr marL="1451564" algn="l" defTabSz="967710" rtl="0" eaLnBrk="1" latinLnBrk="0" hangingPunct="1">
        <a:defRPr sz="1905" kern="1200">
          <a:solidFill>
            <a:schemeClr val="tx1"/>
          </a:solidFill>
          <a:latin typeface="+mn-lt"/>
          <a:ea typeface="+mn-ea"/>
          <a:cs typeface="+mn-cs"/>
        </a:defRPr>
      </a:lvl4pPr>
      <a:lvl5pPr marL="1935419" algn="l" defTabSz="967710" rtl="0" eaLnBrk="1" latinLnBrk="0" hangingPunct="1">
        <a:defRPr sz="1905" kern="1200">
          <a:solidFill>
            <a:schemeClr val="tx1"/>
          </a:solidFill>
          <a:latin typeface="+mn-lt"/>
          <a:ea typeface="+mn-ea"/>
          <a:cs typeface="+mn-cs"/>
        </a:defRPr>
      </a:lvl5pPr>
      <a:lvl6pPr marL="2419274" algn="l" defTabSz="967710" rtl="0" eaLnBrk="1" latinLnBrk="0" hangingPunct="1">
        <a:defRPr sz="1905" kern="1200">
          <a:solidFill>
            <a:schemeClr val="tx1"/>
          </a:solidFill>
          <a:latin typeface="+mn-lt"/>
          <a:ea typeface="+mn-ea"/>
          <a:cs typeface="+mn-cs"/>
        </a:defRPr>
      </a:lvl6pPr>
      <a:lvl7pPr marL="2903129" algn="l" defTabSz="967710" rtl="0" eaLnBrk="1" latinLnBrk="0" hangingPunct="1">
        <a:defRPr sz="1905" kern="1200">
          <a:solidFill>
            <a:schemeClr val="tx1"/>
          </a:solidFill>
          <a:latin typeface="+mn-lt"/>
          <a:ea typeface="+mn-ea"/>
          <a:cs typeface="+mn-cs"/>
        </a:defRPr>
      </a:lvl7pPr>
      <a:lvl8pPr marL="3386983" algn="l" defTabSz="967710" rtl="0" eaLnBrk="1" latinLnBrk="0" hangingPunct="1">
        <a:defRPr sz="1905" kern="1200">
          <a:solidFill>
            <a:schemeClr val="tx1"/>
          </a:solidFill>
          <a:latin typeface="+mn-lt"/>
          <a:ea typeface="+mn-ea"/>
          <a:cs typeface="+mn-cs"/>
        </a:defRPr>
      </a:lvl8pPr>
      <a:lvl9pPr marL="3870838" algn="l" defTabSz="967710" rtl="0" eaLnBrk="1" latinLnBrk="0" hangingPunct="1">
        <a:defRPr sz="1905"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2">
          <p15:clr>
            <a:srgbClr val="F26B43"/>
          </p15:clr>
        </p15:guide>
        <p15:guide id="2" pos="7378">
          <p15:clr>
            <a:srgbClr val="F26B43"/>
          </p15:clr>
        </p15:guide>
        <p15:guide id="3" orient="horz" pos="300">
          <p15:clr>
            <a:srgbClr val="F26B43"/>
          </p15:clr>
        </p15:guide>
        <p15:guide id="6" orient="horz" pos="3884">
          <p15:clr>
            <a:srgbClr val="F26B43"/>
          </p15:clr>
        </p15:guide>
        <p15:guide id="9" pos="1368">
          <p15:clr>
            <a:srgbClr val="F26B43"/>
          </p15:clr>
        </p15:guide>
        <p15:guide id="10" pos="1504">
          <p15:clr>
            <a:srgbClr val="F26B43"/>
          </p15:clr>
        </p15:guide>
        <p15:guide id="11" pos="2570">
          <p15:clr>
            <a:srgbClr val="F26B43"/>
          </p15:clr>
        </p15:guide>
        <p15:guide id="12" pos="2706">
          <p15:clr>
            <a:srgbClr val="F26B43"/>
          </p15:clr>
        </p15:guide>
        <p15:guide id="13" pos="3772">
          <p15:clr>
            <a:srgbClr val="F26B43"/>
          </p15:clr>
        </p15:guide>
        <p15:guide id="14" pos="3908">
          <p15:clr>
            <a:srgbClr val="F26B43"/>
          </p15:clr>
        </p15:guide>
        <p15:guide id="15" pos="4974">
          <p15:clr>
            <a:srgbClr val="F26B43"/>
          </p15:clr>
        </p15:guide>
        <p15:guide id="16" pos="5110">
          <p15:clr>
            <a:srgbClr val="F26B43"/>
          </p15:clr>
        </p15:guide>
        <p15:guide id="17" pos="6176">
          <p15:clr>
            <a:srgbClr val="F26B43"/>
          </p15:clr>
        </p15:guide>
        <p15:guide id="18" pos="6312">
          <p15:clr>
            <a:srgbClr val="F26B43"/>
          </p15:clr>
        </p15:guide>
        <p15:guide id="19" orient="horz" pos="550">
          <p15:clr>
            <a:srgbClr val="F26B43"/>
          </p15:clr>
        </p15:guide>
        <p15:guide id="22" orient="horz" pos="1139">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rgbClr val="122B54"/>
        </a:solidFill>
        <a:effectLst/>
      </p:bgPr>
    </p:bg>
    <p:spTree>
      <p:nvGrpSpPr>
        <p:cNvPr id="1" name=""/>
        <p:cNvGrpSpPr/>
        <p:nvPr/>
      </p:nvGrpSpPr>
      <p:grpSpPr>
        <a:xfrm>
          <a:off x="0" y="0"/>
          <a:ext cx="0" cy="0"/>
          <a:chOff x="0" y="0"/>
          <a:chExt cx="0" cy="0"/>
        </a:xfrm>
      </p:grpSpPr>
      <p:sp>
        <p:nvSpPr>
          <p:cNvPr id="11" name="Foliennummernplatzhalter 9">
            <a:extLst>
              <a:ext uri="{FF2B5EF4-FFF2-40B4-BE49-F238E27FC236}">
                <a16:creationId xmlns:a16="http://schemas.microsoft.com/office/drawing/2014/main" id="{135B86A6-138A-4A28-AB13-4C24B97CD432}"/>
              </a:ext>
            </a:extLst>
          </p:cNvPr>
          <p:cNvSpPr>
            <a:spLocks noGrp="1"/>
          </p:cNvSpPr>
          <p:nvPr>
            <p:ph type="sldNum" sz="quarter" idx="4"/>
          </p:nvPr>
        </p:nvSpPr>
        <p:spPr>
          <a:xfrm>
            <a:off x="11443580" y="6372000"/>
            <a:ext cx="268995" cy="144000"/>
          </a:xfrm>
          <a:prstGeom prst="rect">
            <a:avLst/>
          </a:prstGeom>
        </p:spPr>
        <p:txBody>
          <a:bodyPr vert="horz" lIns="0" tIns="0" rIns="0" bIns="0" rtlCol="0" anchor="ctr"/>
          <a:lstStyle>
            <a:lvl1pPr algn="r">
              <a:lnSpc>
                <a:spcPts val="1000"/>
              </a:lnSpc>
              <a:defRPr lang="en-US" sz="800" b="1" kern="1200" smtClean="0">
                <a:solidFill>
                  <a:schemeClr val="tx1"/>
                </a:solidFill>
                <a:latin typeface="+mn-lt"/>
                <a:ea typeface="+mn-ea"/>
                <a:cs typeface="+mn-cs"/>
              </a:defRPr>
            </a:lvl1pPr>
          </a:lstStyle>
          <a:p>
            <a:fld id="{56C449F3-BD9D-48DC-BFF1-0F66671DA7C6}" type="slidenum">
              <a:rPr lang="en-US" smtClean="0"/>
              <a:pPr/>
              <a:t>‹#›</a:t>
            </a:fld>
            <a:endParaRPr lang="en-US" dirty="0"/>
          </a:p>
        </p:txBody>
      </p:sp>
      <p:sp>
        <p:nvSpPr>
          <p:cNvPr id="7" name="Titelplatzhalter 1">
            <a:extLst>
              <a:ext uri="{FF2B5EF4-FFF2-40B4-BE49-F238E27FC236}">
                <a16:creationId xmlns:a16="http://schemas.microsoft.com/office/drawing/2014/main" id="{C537BF08-75BA-421A-99FE-E0E5618D75C3}"/>
              </a:ext>
            </a:extLst>
          </p:cNvPr>
          <p:cNvSpPr>
            <a:spLocks noGrp="1"/>
          </p:cNvSpPr>
          <p:nvPr>
            <p:ph type="title"/>
          </p:nvPr>
        </p:nvSpPr>
        <p:spPr>
          <a:xfrm>
            <a:off x="479427" y="875309"/>
            <a:ext cx="9324974" cy="932854"/>
          </a:xfrm>
          <a:prstGeom prst="rect">
            <a:avLst/>
          </a:prstGeom>
        </p:spPr>
        <p:txBody>
          <a:bodyPr vert="horz" lIns="0" tIns="0" rIns="0" bIns="0" rtlCol="0" anchor="t" anchorCtr="0">
            <a:noAutofit/>
          </a:bodyPr>
          <a:lstStyle/>
          <a:p>
            <a:r>
              <a:rPr lang="en-US"/>
              <a:t>Click to edit Master title style</a:t>
            </a:r>
            <a:endParaRPr lang="en-US" dirty="0"/>
          </a:p>
        </p:txBody>
      </p:sp>
      <p:sp>
        <p:nvSpPr>
          <p:cNvPr id="8" name="Textplatzhalter 2">
            <a:extLst>
              <a:ext uri="{FF2B5EF4-FFF2-40B4-BE49-F238E27FC236}">
                <a16:creationId xmlns:a16="http://schemas.microsoft.com/office/drawing/2014/main" id="{6B4F9080-C8C2-406E-9CAD-3E76991ABDBB}"/>
              </a:ext>
            </a:extLst>
          </p:cNvPr>
          <p:cNvSpPr>
            <a:spLocks noGrp="1"/>
          </p:cNvSpPr>
          <p:nvPr>
            <p:ph type="body" idx="1"/>
          </p:nvPr>
        </p:nvSpPr>
        <p:spPr>
          <a:xfrm>
            <a:off x="479424" y="1808163"/>
            <a:ext cx="11233151" cy="4357687"/>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0" name="Grafik 9">
            <a:extLst>
              <a:ext uri="{FF2B5EF4-FFF2-40B4-BE49-F238E27FC236}">
                <a16:creationId xmlns:a16="http://schemas.microsoft.com/office/drawing/2014/main" id="{31AF2E81-26A4-440F-A8A4-A0986FA3C603}"/>
              </a:ext>
              <a:ext uri="{C183D7F6-B498-43B3-948B-1728B52AA6E4}">
                <adec:decorative xmlns:adec="http://schemas.microsoft.com/office/drawing/2017/decorative" val="1"/>
              </a:ext>
            </a:extLst>
          </p:cNvPr>
          <p:cNvPicPr>
            <a:picLocks noChangeAspect="1"/>
          </p:cNvPicPr>
          <p:nvPr/>
        </p:nvPicPr>
        <p:blipFill>
          <a:blip r:embed="rId11" cstate="screen">
            <a:extLst>
              <a:ext uri="{28A0092B-C50C-407E-A947-70E740481C1C}">
                <a14:useLocalDpi xmlns:a14="http://schemas.microsoft.com/office/drawing/2010/main"/>
              </a:ext>
              <a:ext uri="{96DAC541-7B7A-43D3-8B79-37D633B846F1}">
                <asvg:svgBlip xmlns:asvg="http://schemas.microsoft.com/office/drawing/2016/SVG/main" r:embed="rId12"/>
              </a:ext>
            </a:extLst>
          </a:blip>
          <a:stretch>
            <a:fillRect/>
          </a:stretch>
        </p:blipFill>
        <p:spPr>
          <a:xfrm>
            <a:off x="10692000" y="504000"/>
            <a:ext cx="1017998" cy="252000"/>
          </a:xfrm>
          <a:prstGeom prst="rect">
            <a:avLst/>
          </a:prstGeom>
        </p:spPr>
      </p:pic>
      <p:sp>
        <p:nvSpPr>
          <p:cNvPr id="12" name="Fußzeilenplatzhalter 4">
            <a:extLst>
              <a:ext uri="{FF2B5EF4-FFF2-40B4-BE49-F238E27FC236}">
                <a16:creationId xmlns:a16="http://schemas.microsoft.com/office/drawing/2014/main" id="{D88D4DA1-666E-4D7E-9EEA-96C021035FA4}"/>
              </a:ext>
            </a:extLst>
          </p:cNvPr>
          <p:cNvSpPr>
            <a:spLocks noGrp="1"/>
          </p:cNvSpPr>
          <p:nvPr>
            <p:ph type="ftr" sz="quarter" idx="3"/>
          </p:nvPr>
        </p:nvSpPr>
        <p:spPr>
          <a:xfrm>
            <a:off x="479426" y="6165850"/>
            <a:ext cx="9324974" cy="350150"/>
          </a:xfrm>
          <a:prstGeom prst="rect">
            <a:avLst/>
          </a:prstGeom>
        </p:spPr>
        <p:txBody>
          <a:bodyPr vert="horz" lIns="0" tIns="0" rIns="0" bIns="0" rtlCol="0" anchor="b" anchorCtr="0">
            <a:noAutofit/>
          </a:bodyPr>
          <a:lstStyle>
            <a:lvl1pPr algn="l">
              <a:lnSpc>
                <a:spcPct val="90000"/>
              </a:lnSpc>
              <a:defRPr sz="800" b="0" cap="none" spc="0" baseline="0">
                <a:solidFill>
                  <a:schemeClr val="tx1"/>
                </a:solidFill>
              </a:defRPr>
            </a:lvl1pPr>
          </a:lstStyle>
          <a:p>
            <a:endParaRPr lang="en-US" dirty="0"/>
          </a:p>
        </p:txBody>
      </p:sp>
    </p:spTree>
    <p:extLst>
      <p:ext uri="{BB962C8B-B14F-4D97-AF65-F5344CB8AC3E}">
        <p14:creationId xmlns:p14="http://schemas.microsoft.com/office/powerpoint/2010/main" val="1807857454"/>
      </p:ext>
    </p:extLst>
  </p:cSld>
  <p:clrMap bg1="dk1" tx1="lt1" bg2="dk2" tx2="lt2" accent1="accent1" accent2="accent2" accent3="accent3" accent4="accent4" accent5="accent5" accent6="accent6" hlink="hlink" folHlink="folHlink"/>
  <p:sldLayoutIdLst>
    <p:sldLayoutId id="2147483774" r:id="rId1"/>
    <p:sldLayoutId id="2147483775" r:id="rId2"/>
    <p:sldLayoutId id="2147483776" r:id="rId3"/>
    <p:sldLayoutId id="2147483777" r:id="rId4"/>
    <p:sldLayoutId id="2147483778" r:id="rId5"/>
    <p:sldLayoutId id="2147483779" r:id="rId6"/>
    <p:sldLayoutId id="2147483780" r:id="rId7"/>
    <p:sldLayoutId id="2147483781" r:id="rId8"/>
    <p:sldLayoutId id="2147483782" r:id="rId9"/>
  </p:sldLayoutIdLst>
  <p:hf hdr="0" ftr="0" dt="0"/>
  <p:txStyles>
    <p:titleStyle>
      <a:lvl1pPr algn="l" defTabSz="967710" rtl="0" eaLnBrk="1" latinLnBrk="0" hangingPunct="1">
        <a:lnSpc>
          <a:spcPts val="3800"/>
        </a:lnSpc>
        <a:spcBef>
          <a:spcPct val="0"/>
        </a:spcBef>
        <a:buNone/>
        <a:defRPr sz="3800"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0" indent="0" algn="l" defTabSz="967710" rtl="0" eaLnBrk="1" latinLnBrk="0" hangingPunct="1">
        <a:lnSpc>
          <a:spcPct val="100000"/>
        </a:lnSpc>
        <a:spcBef>
          <a:spcPts val="0"/>
        </a:spcBef>
        <a:buFont typeface="+mj-lt"/>
        <a:buNone/>
        <a:defRPr sz="2000" kern="1200">
          <a:solidFill>
            <a:schemeClr val="tx1"/>
          </a:solidFill>
          <a:latin typeface="+mn-lt"/>
          <a:ea typeface="+mn-ea"/>
          <a:cs typeface="+mn-cs"/>
        </a:defRPr>
      </a:lvl1pPr>
      <a:lvl2pPr marL="288000" indent="-288000" algn="l" defTabSz="967710" rtl="0" eaLnBrk="1" latinLnBrk="0" hangingPunct="1">
        <a:lnSpc>
          <a:spcPct val="100000"/>
        </a:lnSpc>
        <a:spcBef>
          <a:spcPts val="0"/>
        </a:spcBef>
        <a:buFont typeface="+mj-lt"/>
        <a:buAutoNum type="arabicPeriod"/>
        <a:defRPr sz="2000" kern="1200">
          <a:solidFill>
            <a:schemeClr val="tx1"/>
          </a:solidFill>
          <a:latin typeface="+mn-lt"/>
          <a:ea typeface="+mn-ea"/>
          <a:cs typeface="+mn-cs"/>
        </a:defRPr>
      </a:lvl2pPr>
      <a:lvl3pPr marL="288000" indent="-288000" algn="l" defTabSz="967710" rtl="0" eaLnBrk="1" latinLnBrk="0" hangingPunct="1">
        <a:lnSpc>
          <a:spcPct val="100000"/>
        </a:lnSpc>
        <a:spcBef>
          <a:spcPts val="0"/>
        </a:spcBef>
        <a:buFont typeface="Arial" panose="020B0604020202020204" pitchFamily="34" charset="0"/>
        <a:buChar char="•"/>
        <a:defRPr sz="2000" kern="1200">
          <a:solidFill>
            <a:schemeClr val="tx1"/>
          </a:solidFill>
          <a:latin typeface="+mn-lt"/>
          <a:ea typeface="+mn-ea"/>
          <a:cs typeface="+mn-cs"/>
        </a:defRPr>
      </a:lvl3pPr>
      <a:lvl4pPr marL="288000" indent="-288000" algn="l" defTabSz="967710" rtl="0" eaLnBrk="1" latinLnBrk="0" hangingPunct="1">
        <a:lnSpc>
          <a:spcPct val="100000"/>
        </a:lnSpc>
        <a:spcBef>
          <a:spcPts val="0"/>
        </a:spcBef>
        <a:buFont typeface="Symbol" panose="05050102010706020507" pitchFamily="18" charset="2"/>
        <a:buChar char="-"/>
        <a:defRPr sz="2000" kern="1200">
          <a:solidFill>
            <a:schemeClr val="tx1"/>
          </a:solidFill>
          <a:latin typeface="+mn-lt"/>
          <a:ea typeface="+mn-ea"/>
          <a:cs typeface="+mn-cs"/>
        </a:defRPr>
      </a:lvl4pPr>
      <a:lvl5pPr marL="576000" indent="-288000" algn="l" defTabSz="967710" rtl="0" eaLnBrk="1" latinLnBrk="0" hangingPunct="1">
        <a:lnSpc>
          <a:spcPct val="100000"/>
        </a:lnSpc>
        <a:spcBef>
          <a:spcPts val="0"/>
        </a:spcBef>
        <a:buFont typeface="Symbol" panose="05050102010706020507" pitchFamily="18" charset="2"/>
        <a:buChar char="-"/>
        <a:defRPr sz="2000" kern="1200">
          <a:solidFill>
            <a:schemeClr val="tx1"/>
          </a:solidFill>
          <a:latin typeface="+mn-lt"/>
          <a:ea typeface="+mn-ea"/>
          <a:cs typeface="+mn-cs"/>
        </a:defRPr>
      </a:lvl5pPr>
      <a:lvl6pPr marL="0" indent="0" algn="l" defTabSz="967710" rtl="0" eaLnBrk="1" latinLnBrk="0" hangingPunct="1">
        <a:lnSpc>
          <a:spcPct val="100000"/>
        </a:lnSpc>
        <a:spcBef>
          <a:spcPts val="2400"/>
        </a:spcBef>
        <a:buFont typeface="Arial" panose="020B0604020202020204" pitchFamily="34" charset="0"/>
        <a:buNone/>
        <a:defRPr sz="800" kern="1200">
          <a:solidFill>
            <a:schemeClr val="tx1"/>
          </a:solidFill>
          <a:latin typeface="+mn-lt"/>
          <a:ea typeface="+mn-ea"/>
          <a:cs typeface="+mn-cs"/>
        </a:defRPr>
      </a:lvl6pPr>
      <a:lvl7pPr marL="0" indent="0" algn="l" defTabSz="967710" rtl="0" eaLnBrk="1" latinLnBrk="0" hangingPunct="1">
        <a:lnSpc>
          <a:spcPct val="90000"/>
        </a:lnSpc>
        <a:spcBef>
          <a:spcPts val="600"/>
        </a:spcBef>
        <a:buFont typeface="Arial" panose="020B0604020202020204" pitchFamily="34" charset="0"/>
        <a:buNone/>
        <a:defRPr sz="1800" kern="1200">
          <a:solidFill>
            <a:srgbClr val="FF0000"/>
          </a:solidFill>
          <a:latin typeface="+mn-lt"/>
          <a:ea typeface="+mn-ea"/>
          <a:cs typeface="+mn-cs"/>
        </a:defRPr>
      </a:lvl7pPr>
      <a:lvl8pPr marL="3628911" indent="-241927" algn="l" defTabSz="967710" rtl="0" eaLnBrk="1" latinLnBrk="0" hangingPunct="1">
        <a:lnSpc>
          <a:spcPct val="90000"/>
        </a:lnSpc>
        <a:spcBef>
          <a:spcPts val="529"/>
        </a:spcBef>
        <a:buFont typeface="Arial" panose="020B0604020202020204" pitchFamily="34" charset="0"/>
        <a:buChar char="•"/>
        <a:defRPr sz="1905" kern="1200">
          <a:solidFill>
            <a:schemeClr val="tx1"/>
          </a:solidFill>
          <a:latin typeface="+mn-lt"/>
          <a:ea typeface="+mn-ea"/>
          <a:cs typeface="+mn-cs"/>
        </a:defRPr>
      </a:lvl8pPr>
      <a:lvl9pPr marL="4112765" indent="-241927" algn="l" defTabSz="967710" rtl="0" eaLnBrk="1" latinLnBrk="0" hangingPunct="1">
        <a:lnSpc>
          <a:spcPct val="90000"/>
        </a:lnSpc>
        <a:spcBef>
          <a:spcPts val="529"/>
        </a:spcBef>
        <a:buFont typeface="Arial" panose="020B0604020202020204" pitchFamily="34" charset="0"/>
        <a:buChar char="•"/>
        <a:defRPr sz="1905" kern="1200">
          <a:solidFill>
            <a:schemeClr val="tx1"/>
          </a:solidFill>
          <a:latin typeface="+mn-lt"/>
          <a:ea typeface="+mn-ea"/>
          <a:cs typeface="+mn-cs"/>
        </a:defRPr>
      </a:lvl9pPr>
    </p:bodyStyle>
    <p:otherStyle>
      <a:defPPr>
        <a:defRPr lang="en-US"/>
      </a:defPPr>
      <a:lvl1pPr marL="0" algn="l" defTabSz="967710" rtl="0" eaLnBrk="1" latinLnBrk="0" hangingPunct="1">
        <a:defRPr sz="1905" kern="1200">
          <a:solidFill>
            <a:schemeClr val="tx1"/>
          </a:solidFill>
          <a:latin typeface="+mn-lt"/>
          <a:ea typeface="+mn-ea"/>
          <a:cs typeface="+mn-cs"/>
        </a:defRPr>
      </a:lvl1pPr>
      <a:lvl2pPr marL="483855" algn="l" defTabSz="967710" rtl="0" eaLnBrk="1" latinLnBrk="0" hangingPunct="1">
        <a:defRPr sz="1905" kern="1200">
          <a:solidFill>
            <a:schemeClr val="tx1"/>
          </a:solidFill>
          <a:latin typeface="+mn-lt"/>
          <a:ea typeface="+mn-ea"/>
          <a:cs typeface="+mn-cs"/>
        </a:defRPr>
      </a:lvl2pPr>
      <a:lvl3pPr marL="967710" algn="l" defTabSz="967710" rtl="0" eaLnBrk="1" latinLnBrk="0" hangingPunct="1">
        <a:defRPr sz="1905" kern="1200">
          <a:solidFill>
            <a:schemeClr val="tx1"/>
          </a:solidFill>
          <a:latin typeface="+mn-lt"/>
          <a:ea typeface="+mn-ea"/>
          <a:cs typeface="+mn-cs"/>
        </a:defRPr>
      </a:lvl3pPr>
      <a:lvl4pPr marL="1451564" algn="l" defTabSz="967710" rtl="0" eaLnBrk="1" latinLnBrk="0" hangingPunct="1">
        <a:defRPr sz="1905" kern="1200">
          <a:solidFill>
            <a:schemeClr val="tx1"/>
          </a:solidFill>
          <a:latin typeface="+mn-lt"/>
          <a:ea typeface="+mn-ea"/>
          <a:cs typeface="+mn-cs"/>
        </a:defRPr>
      </a:lvl4pPr>
      <a:lvl5pPr marL="1935419" algn="l" defTabSz="967710" rtl="0" eaLnBrk="1" latinLnBrk="0" hangingPunct="1">
        <a:defRPr sz="1905" kern="1200">
          <a:solidFill>
            <a:schemeClr val="tx1"/>
          </a:solidFill>
          <a:latin typeface="+mn-lt"/>
          <a:ea typeface="+mn-ea"/>
          <a:cs typeface="+mn-cs"/>
        </a:defRPr>
      </a:lvl5pPr>
      <a:lvl6pPr marL="2419274" algn="l" defTabSz="967710" rtl="0" eaLnBrk="1" latinLnBrk="0" hangingPunct="1">
        <a:defRPr sz="1905" kern="1200">
          <a:solidFill>
            <a:schemeClr val="tx1"/>
          </a:solidFill>
          <a:latin typeface="+mn-lt"/>
          <a:ea typeface="+mn-ea"/>
          <a:cs typeface="+mn-cs"/>
        </a:defRPr>
      </a:lvl6pPr>
      <a:lvl7pPr marL="2903129" algn="l" defTabSz="967710" rtl="0" eaLnBrk="1" latinLnBrk="0" hangingPunct="1">
        <a:defRPr sz="1905" kern="1200">
          <a:solidFill>
            <a:schemeClr val="tx1"/>
          </a:solidFill>
          <a:latin typeface="+mn-lt"/>
          <a:ea typeface="+mn-ea"/>
          <a:cs typeface="+mn-cs"/>
        </a:defRPr>
      </a:lvl7pPr>
      <a:lvl8pPr marL="3386983" algn="l" defTabSz="967710" rtl="0" eaLnBrk="1" latinLnBrk="0" hangingPunct="1">
        <a:defRPr sz="1905" kern="1200">
          <a:solidFill>
            <a:schemeClr val="tx1"/>
          </a:solidFill>
          <a:latin typeface="+mn-lt"/>
          <a:ea typeface="+mn-ea"/>
          <a:cs typeface="+mn-cs"/>
        </a:defRPr>
      </a:lvl8pPr>
      <a:lvl9pPr marL="3870838" algn="l" defTabSz="967710" rtl="0" eaLnBrk="1" latinLnBrk="0" hangingPunct="1">
        <a:defRPr sz="1905"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2">
          <p15:clr>
            <a:srgbClr val="F26B43"/>
          </p15:clr>
        </p15:guide>
        <p15:guide id="2" pos="7378">
          <p15:clr>
            <a:srgbClr val="F26B43"/>
          </p15:clr>
        </p15:guide>
        <p15:guide id="3" orient="horz" pos="300">
          <p15:clr>
            <a:srgbClr val="F26B43"/>
          </p15:clr>
        </p15:guide>
        <p15:guide id="6" orient="horz" pos="3884">
          <p15:clr>
            <a:srgbClr val="F26B43"/>
          </p15:clr>
        </p15:guide>
        <p15:guide id="9" pos="1368">
          <p15:clr>
            <a:srgbClr val="F26B43"/>
          </p15:clr>
        </p15:guide>
        <p15:guide id="10" pos="1504">
          <p15:clr>
            <a:srgbClr val="F26B43"/>
          </p15:clr>
        </p15:guide>
        <p15:guide id="11" pos="2570">
          <p15:clr>
            <a:srgbClr val="F26B43"/>
          </p15:clr>
        </p15:guide>
        <p15:guide id="12" pos="2706">
          <p15:clr>
            <a:srgbClr val="F26B43"/>
          </p15:clr>
        </p15:guide>
        <p15:guide id="13" pos="3772">
          <p15:clr>
            <a:srgbClr val="F26B43"/>
          </p15:clr>
        </p15:guide>
        <p15:guide id="14" pos="3908">
          <p15:clr>
            <a:srgbClr val="F26B43"/>
          </p15:clr>
        </p15:guide>
        <p15:guide id="15" pos="5110">
          <p15:clr>
            <a:srgbClr val="F26B43"/>
          </p15:clr>
        </p15:guide>
        <p15:guide id="16" pos="4974">
          <p15:clr>
            <a:srgbClr val="F26B43"/>
          </p15:clr>
        </p15:guide>
        <p15:guide id="17" pos="6312">
          <p15:clr>
            <a:srgbClr val="F26B43"/>
          </p15:clr>
        </p15:guide>
        <p15:guide id="18" pos="6176">
          <p15:clr>
            <a:srgbClr val="F26B43"/>
          </p15:clr>
        </p15:guide>
        <p15:guide id="19" orient="horz" pos="550">
          <p15:clr>
            <a:srgbClr val="F26B43"/>
          </p15:clr>
        </p15:guide>
        <p15:guide id="21" orient="horz" pos="1139">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8" name="Foliennummernplatzhalter 9">
            <a:extLst>
              <a:ext uri="{FF2B5EF4-FFF2-40B4-BE49-F238E27FC236}">
                <a16:creationId xmlns:a16="http://schemas.microsoft.com/office/drawing/2014/main" id="{804B8442-C573-4F72-B4E9-57061958D6FF}"/>
              </a:ext>
            </a:extLst>
          </p:cNvPr>
          <p:cNvSpPr>
            <a:spLocks noGrp="1"/>
          </p:cNvSpPr>
          <p:nvPr>
            <p:ph type="sldNum" sz="quarter" idx="4"/>
          </p:nvPr>
        </p:nvSpPr>
        <p:spPr>
          <a:xfrm>
            <a:off x="11443580" y="6372000"/>
            <a:ext cx="268995" cy="144000"/>
          </a:xfrm>
          <a:prstGeom prst="rect">
            <a:avLst/>
          </a:prstGeom>
        </p:spPr>
        <p:txBody>
          <a:bodyPr vert="horz" lIns="0" tIns="0" rIns="0" bIns="0" rtlCol="0" anchor="ctr"/>
          <a:lstStyle>
            <a:lvl1pPr algn="r">
              <a:lnSpc>
                <a:spcPts val="1000"/>
              </a:lnSpc>
              <a:defRPr lang="en-US" sz="800" b="1" kern="1200" smtClean="0">
                <a:solidFill>
                  <a:schemeClr val="bg1"/>
                </a:solidFill>
                <a:latin typeface="+mn-lt"/>
                <a:ea typeface="+mn-ea"/>
                <a:cs typeface="+mn-cs"/>
              </a:defRPr>
            </a:lvl1pPr>
          </a:lstStyle>
          <a:p>
            <a:fld id="{56C449F3-BD9D-48DC-BFF1-0F66671DA7C6}" type="slidenum">
              <a:rPr lang="en-US" smtClean="0"/>
              <a:pPr/>
              <a:t>‹#›</a:t>
            </a:fld>
            <a:endParaRPr lang="en-US" dirty="0"/>
          </a:p>
        </p:txBody>
      </p:sp>
      <p:sp>
        <p:nvSpPr>
          <p:cNvPr id="2" name="Titelplatzhalter 1">
            <a:extLst>
              <a:ext uri="{FF2B5EF4-FFF2-40B4-BE49-F238E27FC236}">
                <a16:creationId xmlns:a16="http://schemas.microsoft.com/office/drawing/2014/main" id="{1DE283E6-A5BA-4B3C-88E4-54966FAC3487}"/>
              </a:ext>
            </a:extLst>
          </p:cNvPr>
          <p:cNvSpPr>
            <a:spLocks noGrp="1"/>
          </p:cNvSpPr>
          <p:nvPr>
            <p:ph type="title"/>
          </p:nvPr>
        </p:nvSpPr>
        <p:spPr>
          <a:xfrm>
            <a:off x="479427" y="875309"/>
            <a:ext cx="9324974" cy="932854"/>
          </a:xfrm>
          <a:prstGeom prst="rect">
            <a:avLst/>
          </a:prstGeom>
        </p:spPr>
        <p:txBody>
          <a:bodyPr vert="horz" lIns="0" tIns="0" rIns="0" bIns="0" rtlCol="0" anchor="t" anchorCtr="0">
            <a:noAutofit/>
          </a:bodyPr>
          <a:lstStyle/>
          <a:p>
            <a:r>
              <a:rPr lang="en-US"/>
              <a:t>Click to edit Master title style</a:t>
            </a:r>
            <a:endParaRPr lang="en-US" dirty="0"/>
          </a:p>
        </p:txBody>
      </p:sp>
      <p:sp>
        <p:nvSpPr>
          <p:cNvPr id="3" name="Textplatzhalter 2">
            <a:extLst>
              <a:ext uri="{FF2B5EF4-FFF2-40B4-BE49-F238E27FC236}">
                <a16:creationId xmlns:a16="http://schemas.microsoft.com/office/drawing/2014/main" id="{9C845E14-909C-4B3E-8D6E-D6710B870348}"/>
              </a:ext>
            </a:extLst>
          </p:cNvPr>
          <p:cNvSpPr>
            <a:spLocks noGrp="1"/>
          </p:cNvSpPr>
          <p:nvPr>
            <p:ph type="body" idx="1"/>
          </p:nvPr>
        </p:nvSpPr>
        <p:spPr>
          <a:xfrm>
            <a:off x="479424" y="1808163"/>
            <a:ext cx="11233151" cy="4357687"/>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ußzeilenplatzhalter 4">
            <a:extLst>
              <a:ext uri="{FF2B5EF4-FFF2-40B4-BE49-F238E27FC236}">
                <a16:creationId xmlns:a16="http://schemas.microsoft.com/office/drawing/2014/main" id="{288440D7-D4EC-4E78-AA22-CBC23D0FE46F}"/>
              </a:ext>
            </a:extLst>
          </p:cNvPr>
          <p:cNvSpPr>
            <a:spLocks noGrp="1"/>
          </p:cNvSpPr>
          <p:nvPr>
            <p:ph type="ftr" sz="quarter" idx="3"/>
          </p:nvPr>
        </p:nvSpPr>
        <p:spPr>
          <a:xfrm>
            <a:off x="479426" y="6165850"/>
            <a:ext cx="9324974" cy="350150"/>
          </a:xfrm>
          <a:prstGeom prst="rect">
            <a:avLst/>
          </a:prstGeom>
        </p:spPr>
        <p:txBody>
          <a:bodyPr vert="horz" lIns="0" tIns="0" rIns="0" bIns="0" rtlCol="0" anchor="b" anchorCtr="0">
            <a:noAutofit/>
          </a:bodyPr>
          <a:lstStyle>
            <a:lvl1pPr algn="l">
              <a:lnSpc>
                <a:spcPct val="90000"/>
              </a:lnSpc>
              <a:defRPr sz="800" b="0" cap="none" spc="0" baseline="0">
                <a:solidFill>
                  <a:schemeClr val="bg1"/>
                </a:solidFill>
              </a:defRPr>
            </a:lvl1pPr>
          </a:lstStyle>
          <a:p>
            <a:endParaRPr lang="en-US" dirty="0"/>
          </a:p>
        </p:txBody>
      </p:sp>
      <p:pic>
        <p:nvPicPr>
          <p:cNvPr id="7" name="Grafik 6">
            <a:extLst>
              <a:ext uri="{FF2B5EF4-FFF2-40B4-BE49-F238E27FC236}">
                <a16:creationId xmlns:a16="http://schemas.microsoft.com/office/drawing/2014/main" id="{E69A9FCF-4D55-4AF3-8D50-049F0279B78E}"/>
              </a:ext>
              <a:ext uri="{C183D7F6-B498-43B3-948B-1728B52AA6E4}">
                <adec:decorative xmlns:adec="http://schemas.microsoft.com/office/drawing/2017/decorative" val="1"/>
              </a:ext>
            </a:extLst>
          </p:cNvPr>
          <p:cNvPicPr>
            <a:picLocks noChangeAspect="1"/>
          </p:cNvPicPr>
          <p:nvPr/>
        </p:nvPicPr>
        <p:blipFill>
          <a:blip r:embed="rId23" cstate="screen">
            <a:extLst>
              <a:ext uri="{28A0092B-C50C-407E-A947-70E740481C1C}">
                <a14:useLocalDpi xmlns:a14="http://schemas.microsoft.com/office/drawing/2010/main"/>
              </a:ext>
              <a:ext uri="{96DAC541-7B7A-43D3-8B79-37D633B846F1}">
                <asvg:svgBlip xmlns:asvg="http://schemas.microsoft.com/office/drawing/2016/SVG/main" r:embed="rId24"/>
              </a:ext>
            </a:extLst>
          </a:blip>
          <a:stretch>
            <a:fillRect/>
          </a:stretch>
        </p:blipFill>
        <p:spPr>
          <a:xfrm>
            <a:off x="10692000" y="504000"/>
            <a:ext cx="1017998" cy="252000"/>
          </a:xfrm>
          <a:prstGeom prst="rect">
            <a:avLst/>
          </a:prstGeom>
        </p:spPr>
      </p:pic>
      <p:pic>
        <p:nvPicPr>
          <p:cNvPr id="4" name="Grafik 6">
            <a:extLst>
              <a:ext uri="{FF2B5EF4-FFF2-40B4-BE49-F238E27FC236}">
                <a16:creationId xmlns:a16="http://schemas.microsoft.com/office/drawing/2014/main" id="{B616FC83-F96A-F975-06C0-FE6570C5AF74}"/>
              </a:ext>
              <a:ext uri="{C183D7F6-B498-43B3-948B-1728B52AA6E4}">
                <adec:decorative xmlns:adec="http://schemas.microsoft.com/office/drawing/2017/decorative" val="1"/>
              </a:ext>
            </a:extLst>
          </p:cNvPr>
          <p:cNvPicPr>
            <a:picLocks noChangeAspect="1"/>
          </p:cNvPicPr>
          <p:nvPr/>
        </p:nvPicPr>
        <p:blipFill>
          <a:blip r:embed="rId23" cstate="screen">
            <a:extLst>
              <a:ext uri="{28A0092B-C50C-407E-A947-70E740481C1C}">
                <a14:useLocalDpi xmlns:a14="http://schemas.microsoft.com/office/drawing/2010/main"/>
              </a:ext>
              <a:ext uri="{96DAC541-7B7A-43D3-8B79-37D633B846F1}">
                <asvg:svgBlip xmlns:asvg="http://schemas.microsoft.com/office/drawing/2016/SVG/main" r:embed="rId24"/>
              </a:ext>
            </a:extLst>
          </a:blip>
          <a:stretch>
            <a:fillRect/>
          </a:stretch>
        </p:blipFill>
        <p:spPr>
          <a:xfrm>
            <a:off x="10692000" y="504000"/>
            <a:ext cx="1017998" cy="252000"/>
          </a:xfrm>
          <a:prstGeom prst="rect">
            <a:avLst/>
          </a:prstGeom>
        </p:spPr>
      </p:pic>
    </p:spTree>
    <p:extLst>
      <p:ext uri="{BB962C8B-B14F-4D97-AF65-F5344CB8AC3E}">
        <p14:creationId xmlns:p14="http://schemas.microsoft.com/office/powerpoint/2010/main" val="3082542216"/>
      </p:ext>
    </p:extLst>
  </p:cSld>
  <p:clrMap bg1="dk1" tx1="lt1" bg2="dk2" tx2="lt2" accent1="accent1" accent2="accent2" accent3="accent3" accent4="accent4" accent5="accent5" accent6="accent6" hlink="hlink" folHlink="folHlink"/>
  <p:sldLayoutIdLst>
    <p:sldLayoutId id="2147483784" r:id="rId1"/>
    <p:sldLayoutId id="2147483785" r:id="rId2"/>
    <p:sldLayoutId id="2147483786" r:id="rId3"/>
    <p:sldLayoutId id="2147483787" r:id="rId4"/>
    <p:sldLayoutId id="2147483788" r:id="rId5"/>
    <p:sldLayoutId id="2147483789" r:id="rId6"/>
    <p:sldLayoutId id="2147483790" r:id="rId7"/>
    <p:sldLayoutId id="2147483791" r:id="rId8"/>
    <p:sldLayoutId id="2147483792" r:id="rId9"/>
    <p:sldLayoutId id="2147483793" r:id="rId10"/>
    <p:sldLayoutId id="2147483794" r:id="rId11"/>
    <p:sldLayoutId id="2147483795" r:id="rId12"/>
    <p:sldLayoutId id="2147483796" r:id="rId13"/>
    <p:sldLayoutId id="2147483797" r:id="rId14"/>
    <p:sldLayoutId id="2147483798" r:id="rId15"/>
    <p:sldLayoutId id="2147483799" r:id="rId16"/>
    <p:sldLayoutId id="2147483800" r:id="rId17"/>
    <p:sldLayoutId id="2147483801" r:id="rId18"/>
    <p:sldLayoutId id="2147483802" r:id="rId19"/>
    <p:sldLayoutId id="2147483803" r:id="rId20"/>
    <p:sldLayoutId id="2147483804" r:id="rId21"/>
  </p:sldLayoutIdLst>
  <p:hf hdr="0" ftr="0" dt="0"/>
  <p:txStyles>
    <p:titleStyle>
      <a:lvl1pPr algn="l" defTabSz="967710" rtl="0" eaLnBrk="1" latinLnBrk="0" hangingPunct="1">
        <a:lnSpc>
          <a:spcPts val="3800"/>
        </a:lnSpc>
        <a:spcBef>
          <a:spcPct val="0"/>
        </a:spcBef>
        <a:buNone/>
        <a:defRPr sz="3800" kern="120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0" indent="0" algn="l" defTabSz="967710" rtl="0" eaLnBrk="1" latinLnBrk="0" hangingPunct="1">
        <a:lnSpc>
          <a:spcPct val="100000"/>
        </a:lnSpc>
        <a:spcBef>
          <a:spcPts val="0"/>
        </a:spcBef>
        <a:buFont typeface="+mj-lt"/>
        <a:buNone/>
        <a:defRPr sz="2000" kern="1200">
          <a:solidFill>
            <a:schemeClr val="bg1"/>
          </a:solidFill>
          <a:latin typeface="+mn-lt"/>
          <a:ea typeface="+mn-ea"/>
          <a:cs typeface="+mn-cs"/>
        </a:defRPr>
      </a:lvl1pPr>
      <a:lvl2pPr marL="288000" indent="-288000" algn="l" defTabSz="967710" rtl="0" eaLnBrk="1" latinLnBrk="0" hangingPunct="1">
        <a:lnSpc>
          <a:spcPct val="100000"/>
        </a:lnSpc>
        <a:spcBef>
          <a:spcPts val="0"/>
        </a:spcBef>
        <a:buFont typeface="+mj-lt"/>
        <a:buAutoNum type="arabicPeriod"/>
        <a:defRPr sz="2000" kern="1200">
          <a:solidFill>
            <a:schemeClr val="bg1"/>
          </a:solidFill>
          <a:latin typeface="+mn-lt"/>
          <a:ea typeface="+mn-ea"/>
          <a:cs typeface="+mn-cs"/>
        </a:defRPr>
      </a:lvl2pPr>
      <a:lvl3pPr marL="288000" indent="-288000" algn="l" defTabSz="967710" rtl="0" eaLnBrk="1" latinLnBrk="0" hangingPunct="1">
        <a:lnSpc>
          <a:spcPct val="100000"/>
        </a:lnSpc>
        <a:spcBef>
          <a:spcPts val="0"/>
        </a:spcBef>
        <a:buFont typeface="Arial" panose="020B0604020202020204" pitchFamily="34" charset="0"/>
        <a:buChar char="•"/>
        <a:defRPr sz="2000" kern="1200">
          <a:solidFill>
            <a:schemeClr val="bg1"/>
          </a:solidFill>
          <a:latin typeface="+mn-lt"/>
          <a:ea typeface="+mn-ea"/>
          <a:cs typeface="+mn-cs"/>
        </a:defRPr>
      </a:lvl3pPr>
      <a:lvl4pPr marL="288000" indent="-288000" algn="l" defTabSz="967710" rtl="0" eaLnBrk="1" latinLnBrk="0" hangingPunct="1">
        <a:lnSpc>
          <a:spcPct val="100000"/>
        </a:lnSpc>
        <a:spcBef>
          <a:spcPts val="0"/>
        </a:spcBef>
        <a:buFont typeface="Symbol" panose="05050102010706020507" pitchFamily="18" charset="2"/>
        <a:buChar char="-"/>
        <a:defRPr sz="2000" kern="1200">
          <a:solidFill>
            <a:schemeClr val="bg1"/>
          </a:solidFill>
          <a:latin typeface="+mn-lt"/>
          <a:ea typeface="+mn-ea"/>
          <a:cs typeface="+mn-cs"/>
        </a:defRPr>
      </a:lvl4pPr>
      <a:lvl5pPr marL="576000" indent="-288000" algn="l" defTabSz="967710" rtl="0" eaLnBrk="1" latinLnBrk="0" hangingPunct="1">
        <a:lnSpc>
          <a:spcPct val="100000"/>
        </a:lnSpc>
        <a:spcBef>
          <a:spcPts val="0"/>
        </a:spcBef>
        <a:buFont typeface="Symbol" panose="05050102010706020507" pitchFamily="18" charset="2"/>
        <a:buChar char="-"/>
        <a:defRPr sz="2000" kern="1200">
          <a:solidFill>
            <a:schemeClr val="bg1"/>
          </a:solidFill>
          <a:latin typeface="+mn-lt"/>
          <a:ea typeface="+mn-ea"/>
          <a:cs typeface="+mn-cs"/>
        </a:defRPr>
      </a:lvl5pPr>
      <a:lvl6pPr marL="0" indent="0" algn="l" defTabSz="967710" rtl="0" eaLnBrk="1" latinLnBrk="0" hangingPunct="1">
        <a:lnSpc>
          <a:spcPct val="100000"/>
        </a:lnSpc>
        <a:spcBef>
          <a:spcPts val="2400"/>
        </a:spcBef>
        <a:buFont typeface="Arial" panose="020B0604020202020204" pitchFamily="34" charset="0"/>
        <a:buNone/>
        <a:defRPr sz="800" kern="1200">
          <a:solidFill>
            <a:schemeClr val="bg1"/>
          </a:solidFill>
          <a:latin typeface="+mn-lt"/>
          <a:ea typeface="+mn-ea"/>
          <a:cs typeface="+mn-cs"/>
        </a:defRPr>
      </a:lvl6pPr>
      <a:lvl7pPr marL="0" indent="0" algn="l" defTabSz="967710" rtl="0" eaLnBrk="1" latinLnBrk="0" hangingPunct="1">
        <a:lnSpc>
          <a:spcPct val="100000"/>
        </a:lnSpc>
        <a:spcBef>
          <a:spcPts val="600"/>
        </a:spcBef>
        <a:buFont typeface="Arial" panose="020B0604020202020204" pitchFamily="34" charset="0"/>
        <a:buNone/>
        <a:defRPr sz="1800" kern="1200">
          <a:solidFill>
            <a:srgbClr val="FF0000"/>
          </a:solidFill>
          <a:latin typeface="+mn-lt"/>
          <a:ea typeface="+mn-ea"/>
          <a:cs typeface="+mn-cs"/>
        </a:defRPr>
      </a:lvl7pPr>
      <a:lvl8pPr marL="3628911" indent="-241927" algn="l" defTabSz="967710" rtl="0" eaLnBrk="1" latinLnBrk="0" hangingPunct="1">
        <a:lnSpc>
          <a:spcPct val="90000"/>
        </a:lnSpc>
        <a:spcBef>
          <a:spcPts val="529"/>
        </a:spcBef>
        <a:buFont typeface="Arial" panose="020B0604020202020204" pitchFamily="34" charset="0"/>
        <a:buChar char="•"/>
        <a:defRPr sz="1905" kern="1200">
          <a:solidFill>
            <a:schemeClr val="tx1"/>
          </a:solidFill>
          <a:latin typeface="+mn-lt"/>
          <a:ea typeface="+mn-ea"/>
          <a:cs typeface="+mn-cs"/>
        </a:defRPr>
      </a:lvl8pPr>
      <a:lvl9pPr marL="4112765" indent="-241927" algn="l" defTabSz="967710" rtl="0" eaLnBrk="1" latinLnBrk="0" hangingPunct="1">
        <a:lnSpc>
          <a:spcPct val="90000"/>
        </a:lnSpc>
        <a:spcBef>
          <a:spcPts val="529"/>
        </a:spcBef>
        <a:buFont typeface="Arial" panose="020B0604020202020204" pitchFamily="34" charset="0"/>
        <a:buChar char="•"/>
        <a:defRPr sz="1905" kern="1200">
          <a:solidFill>
            <a:schemeClr val="tx1"/>
          </a:solidFill>
          <a:latin typeface="+mn-lt"/>
          <a:ea typeface="+mn-ea"/>
          <a:cs typeface="+mn-cs"/>
        </a:defRPr>
      </a:lvl9pPr>
    </p:bodyStyle>
    <p:otherStyle>
      <a:defPPr>
        <a:defRPr lang="en-US"/>
      </a:defPPr>
      <a:lvl1pPr marL="0" algn="l" defTabSz="967710" rtl="0" eaLnBrk="1" latinLnBrk="0" hangingPunct="1">
        <a:defRPr sz="1905" kern="1200">
          <a:solidFill>
            <a:schemeClr val="tx1"/>
          </a:solidFill>
          <a:latin typeface="+mn-lt"/>
          <a:ea typeface="+mn-ea"/>
          <a:cs typeface="+mn-cs"/>
        </a:defRPr>
      </a:lvl1pPr>
      <a:lvl2pPr marL="483855" algn="l" defTabSz="967710" rtl="0" eaLnBrk="1" latinLnBrk="0" hangingPunct="1">
        <a:defRPr sz="1905" kern="1200">
          <a:solidFill>
            <a:schemeClr val="tx1"/>
          </a:solidFill>
          <a:latin typeface="+mn-lt"/>
          <a:ea typeface="+mn-ea"/>
          <a:cs typeface="+mn-cs"/>
        </a:defRPr>
      </a:lvl2pPr>
      <a:lvl3pPr marL="967710" algn="l" defTabSz="967710" rtl="0" eaLnBrk="1" latinLnBrk="0" hangingPunct="1">
        <a:defRPr sz="1905" kern="1200">
          <a:solidFill>
            <a:schemeClr val="tx1"/>
          </a:solidFill>
          <a:latin typeface="+mn-lt"/>
          <a:ea typeface="+mn-ea"/>
          <a:cs typeface="+mn-cs"/>
        </a:defRPr>
      </a:lvl3pPr>
      <a:lvl4pPr marL="1451564" algn="l" defTabSz="967710" rtl="0" eaLnBrk="1" latinLnBrk="0" hangingPunct="1">
        <a:defRPr sz="1905" kern="1200">
          <a:solidFill>
            <a:schemeClr val="tx1"/>
          </a:solidFill>
          <a:latin typeface="+mn-lt"/>
          <a:ea typeface="+mn-ea"/>
          <a:cs typeface="+mn-cs"/>
        </a:defRPr>
      </a:lvl4pPr>
      <a:lvl5pPr marL="1935419" algn="l" defTabSz="967710" rtl="0" eaLnBrk="1" latinLnBrk="0" hangingPunct="1">
        <a:defRPr sz="1905" kern="1200">
          <a:solidFill>
            <a:schemeClr val="tx1"/>
          </a:solidFill>
          <a:latin typeface="+mn-lt"/>
          <a:ea typeface="+mn-ea"/>
          <a:cs typeface="+mn-cs"/>
        </a:defRPr>
      </a:lvl5pPr>
      <a:lvl6pPr marL="2419274" algn="l" defTabSz="967710" rtl="0" eaLnBrk="1" latinLnBrk="0" hangingPunct="1">
        <a:defRPr sz="1905" kern="1200">
          <a:solidFill>
            <a:schemeClr val="tx1"/>
          </a:solidFill>
          <a:latin typeface="+mn-lt"/>
          <a:ea typeface="+mn-ea"/>
          <a:cs typeface="+mn-cs"/>
        </a:defRPr>
      </a:lvl6pPr>
      <a:lvl7pPr marL="2903129" algn="l" defTabSz="967710" rtl="0" eaLnBrk="1" latinLnBrk="0" hangingPunct="1">
        <a:defRPr sz="1905" kern="1200">
          <a:solidFill>
            <a:schemeClr val="tx1"/>
          </a:solidFill>
          <a:latin typeface="+mn-lt"/>
          <a:ea typeface="+mn-ea"/>
          <a:cs typeface="+mn-cs"/>
        </a:defRPr>
      </a:lvl7pPr>
      <a:lvl8pPr marL="3386983" algn="l" defTabSz="967710" rtl="0" eaLnBrk="1" latinLnBrk="0" hangingPunct="1">
        <a:defRPr sz="1905" kern="1200">
          <a:solidFill>
            <a:schemeClr val="tx1"/>
          </a:solidFill>
          <a:latin typeface="+mn-lt"/>
          <a:ea typeface="+mn-ea"/>
          <a:cs typeface="+mn-cs"/>
        </a:defRPr>
      </a:lvl8pPr>
      <a:lvl9pPr marL="3870838" algn="l" defTabSz="967710" rtl="0" eaLnBrk="1" latinLnBrk="0" hangingPunct="1">
        <a:defRPr sz="1905" kern="1200">
          <a:solidFill>
            <a:schemeClr val="tx1"/>
          </a:solidFill>
          <a:latin typeface="+mn-lt"/>
          <a:ea typeface="+mn-ea"/>
          <a:cs typeface="+mn-cs"/>
        </a:defRPr>
      </a:lvl9pPr>
    </p:otherStyle>
  </p:txStyles>
  <p:extLst>
    <p:ext uri="{27BBF7A9-308A-43DC-89C8-2F10F3537804}">
      <p15:sldGuideLst xmlns:p15="http://schemas.microsoft.com/office/powerpoint/2012/main">
        <p15:guide id="23" pos="302">
          <p15:clr>
            <a:srgbClr val="F26B43"/>
          </p15:clr>
        </p15:guide>
        <p15:guide id="24" pos="7378">
          <p15:clr>
            <a:srgbClr val="F26B43"/>
          </p15:clr>
        </p15:guide>
        <p15:guide id="25" orient="horz" pos="300">
          <p15:clr>
            <a:srgbClr val="F26B43"/>
          </p15:clr>
        </p15:guide>
        <p15:guide id="26" orient="horz" pos="3884">
          <p15:clr>
            <a:srgbClr val="F26B43"/>
          </p15:clr>
        </p15:guide>
        <p15:guide id="27" pos="1368">
          <p15:clr>
            <a:srgbClr val="F26B43"/>
          </p15:clr>
        </p15:guide>
        <p15:guide id="28" pos="1504">
          <p15:clr>
            <a:srgbClr val="F26B43"/>
          </p15:clr>
        </p15:guide>
        <p15:guide id="29" pos="2570">
          <p15:clr>
            <a:srgbClr val="F26B43"/>
          </p15:clr>
        </p15:guide>
        <p15:guide id="30" pos="2706">
          <p15:clr>
            <a:srgbClr val="F26B43"/>
          </p15:clr>
        </p15:guide>
        <p15:guide id="31" pos="3772">
          <p15:clr>
            <a:srgbClr val="F26B43"/>
          </p15:clr>
        </p15:guide>
        <p15:guide id="32" pos="3908">
          <p15:clr>
            <a:srgbClr val="F26B43"/>
          </p15:clr>
        </p15:guide>
        <p15:guide id="33" pos="4974">
          <p15:clr>
            <a:srgbClr val="F26B43"/>
          </p15:clr>
        </p15:guide>
        <p15:guide id="34" pos="5110">
          <p15:clr>
            <a:srgbClr val="F26B43"/>
          </p15:clr>
        </p15:guide>
        <p15:guide id="35" pos="6176">
          <p15:clr>
            <a:srgbClr val="F26B43"/>
          </p15:clr>
        </p15:guide>
        <p15:guide id="36" pos="6312">
          <p15:clr>
            <a:srgbClr val="F26B43"/>
          </p15:clr>
        </p15:guide>
        <p15:guide id="37" orient="horz" pos="550">
          <p15:clr>
            <a:srgbClr val="F26B43"/>
          </p15:clr>
        </p15:guide>
        <p15:guide id="38" orient="horz" pos="1139">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8" name="Foliennummernplatzhalter 9">
            <a:extLst>
              <a:ext uri="{FF2B5EF4-FFF2-40B4-BE49-F238E27FC236}">
                <a16:creationId xmlns:a16="http://schemas.microsoft.com/office/drawing/2014/main" id="{804B8442-C573-4F72-B4E9-57061958D6FF}"/>
              </a:ext>
            </a:extLst>
          </p:cNvPr>
          <p:cNvSpPr>
            <a:spLocks noGrp="1"/>
          </p:cNvSpPr>
          <p:nvPr>
            <p:ph type="sldNum" sz="quarter" idx="4"/>
          </p:nvPr>
        </p:nvSpPr>
        <p:spPr>
          <a:xfrm>
            <a:off x="11443580" y="6372000"/>
            <a:ext cx="268995" cy="144000"/>
          </a:xfrm>
          <a:prstGeom prst="rect">
            <a:avLst/>
          </a:prstGeom>
        </p:spPr>
        <p:txBody>
          <a:bodyPr vert="horz" lIns="0" tIns="0" rIns="0" bIns="0" rtlCol="0" anchor="ctr"/>
          <a:lstStyle>
            <a:lvl1pPr algn="r">
              <a:lnSpc>
                <a:spcPts val="1000"/>
              </a:lnSpc>
              <a:defRPr lang="en-US" sz="800" b="1" kern="1200" smtClean="0">
                <a:solidFill>
                  <a:schemeClr val="bg1"/>
                </a:solidFill>
                <a:latin typeface="+mn-lt"/>
                <a:ea typeface="+mn-ea"/>
                <a:cs typeface="+mn-cs"/>
              </a:defRPr>
            </a:lvl1pPr>
          </a:lstStyle>
          <a:p>
            <a:fld id="{56C449F3-BD9D-48DC-BFF1-0F66671DA7C6}" type="slidenum">
              <a:rPr lang="en-US" smtClean="0"/>
              <a:pPr/>
              <a:t>‹#›</a:t>
            </a:fld>
            <a:endParaRPr lang="en-US" dirty="0"/>
          </a:p>
        </p:txBody>
      </p:sp>
      <p:sp>
        <p:nvSpPr>
          <p:cNvPr id="2" name="Titelplatzhalter 1">
            <a:extLst>
              <a:ext uri="{FF2B5EF4-FFF2-40B4-BE49-F238E27FC236}">
                <a16:creationId xmlns:a16="http://schemas.microsoft.com/office/drawing/2014/main" id="{1DE283E6-A5BA-4B3C-88E4-54966FAC3487}"/>
              </a:ext>
            </a:extLst>
          </p:cNvPr>
          <p:cNvSpPr>
            <a:spLocks noGrp="1"/>
          </p:cNvSpPr>
          <p:nvPr>
            <p:ph type="title"/>
          </p:nvPr>
        </p:nvSpPr>
        <p:spPr>
          <a:xfrm>
            <a:off x="479427" y="875309"/>
            <a:ext cx="9324974" cy="932854"/>
          </a:xfrm>
          <a:prstGeom prst="rect">
            <a:avLst/>
          </a:prstGeom>
        </p:spPr>
        <p:txBody>
          <a:bodyPr vert="horz" lIns="0" tIns="0" rIns="0" bIns="0" rtlCol="0" anchor="t" anchorCtr="0">
            <a:noAutofit/>
          </a:bodyPr>
          <a:lstStyle/>
          <a:p>
            <a:r>
              <a:rPr lang="en-US"/>
              <a:t>Click to edit Master title style</a:t>
            </a:r>
            <a:endParaRPr lang="en-US" dirty="0"/>
          </a:p>
        </p:txBody>
      </p:sp>
      <p:sp>
        <p:nvSpPr>
          <p:cNvPr id="3" name="Textplatzhalter 2">
            <a:extLst>
              <a:ext uri="{FF2B5EF4-FFF2-40B4-BE49-F238E27FC236}">
                <a16:creationId xmlns:a16="http://schemas.microsoft.com/office/drawing/2014/main" id="{9C845E14-909C-4B3E-8D6E-D6710B870348}"/>
              </a:ext>
            </a:extLst>
          </p:cNvPr>
          <p:cNvSpPr>
            <a:spLocks noGrp="1"/>
          </p:cNvSpPr>
          <p:nvPr>
            <p:ph type="body" idx="1"/>
          </p:nvPr>
        </p:nvSpPr>
        <p:spPr>
          <a:xfrm>
            <a:off x="479424" y="1808163"/>
            <a:ext cx="11233151" cy="4357687"/>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7" name="Grafik 6">
            <a:extLst>
              <a:ext uri="{FF2B5EF4-FFF2-40B4-BE49-F238E27FC236}">
                <a16:creationId xmlns:a16="http://schemas.microsoft.com/office/drawing/2014/main" id="{E69A9FCF-4D55-4AF3-8D50-049F0279B78E}"/>
              </a:ext>
              <a:ext uri="{C183D7F6-B498-43B3-948B-1728B52AA6E4}">
                <adec:decorative xmlns:adec="http://schemas.microsoft.com/office/drawing/2017/decorative" val="1"/>
              </a:ext>
            </a:extLst>
          </p:cNvPr>
          <p:cNvPicPr>
            <a:picLocks noChangeAspect="1"/>
          </p:cNvPicPr>
          <p:nvPr/>
        </p:nvPicPr>
        <p:blipFill>
          <a:blip r:embed="rId5"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0692000" y="504000"/>
            <a:ext cx="1017998" cy="252000"/>
          </a:xfrm>
          <a:prstGeom prst="rect">
            <a:avLst/>
          </a:prstGeom>
        </p:spPr>
      </p:pic>
    </p:spTree>
    <p:extLst>
      <p:ext uri="{BB962C8B-B14F-4D97-AF65-F5344CB8AC3E}">
        <p14:creationId xmlns:p14="http://schemas.microsoft.com/office/powerpoint/2010/main" val="2402128535"/>
      </p:ext>
    </p:extLst>
  </p:cSld>
  <p:clrMap bg1="dk1" tx1="lt1" bg2="dk2" tx2="lt2" accent1="accent1" accent2="accent2" accent3="accent3" accent4="accent4" accent5="accent5" accent6="accent6" hlink="hlink" folHlink="folHlink"/>
  <p:sldLayoutIdLst>
    <p:sldLayoutId id="2147483806" r:id="rId1"/>
    <p:sldLayoutId id="2147483807" r:id="rId2"/>
    <p:sldLayoutId id="2147483808" r:id="rId3"/>
  </p:sldLayoutIdLst>
  <p:hf hdr="0" ftr="0" dt="0"/>
  <p:txStyles>
    <p:titleStyle>
      <a:lvl1pPr algn="l" defTabSz="967710" rtl="0" eaLnBrk="1" latinLnBrk="0" hangingPunct="1">
        <a:lnSpc>
          <a:spcPts val="3800"/>
        </a:lnSpc>
        <a:spcBef>
          <a:spcPct val="0"/>
        </a:spcBef>
        <a:buNone/>
        <a:defRPr sz="3800" kern="120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0" indent="0" algn="l" defTabSz="967710" rtl="0" eaLnBrk="1" latinLnBrk="0" hangingPunct="1">
        <a:lnSpc>
          <a:spcPct val="100000"/>
        </a:lnSpc>
        <a:spcBef>
          <a:spcPts val="0"/>
        </a:spcBef>
        <a:buFont typeface="+mj-lt"/>
        <a:buNone/>
        <a:defRPr sz="2000" kern="1200">
          <a:solidFill>
            <a:schemeClr val="bg1"/>
          </a:solidFill>
          <a:latin typeface="+mn-lt"/>
          <a:ea typeface="+mn-ea"/>
          <a:cs typeface="+mn-cs"/>
        </a:defRPr>
      </a:lvl1pPr>
      <a:lvl2pPr marL="288000" indent="-288000" algn="l" defTabSz="967710" rtl="0" eaLnBrk="1" latinLnBrk="0" hangingPunct="1">
        <a:lnSpc>
          <a:spcPct val="100000"/>
        </a:lnSpc>
        <a:spcBef>
          <a:spcPts val="0"/>
        </a:spcBef>
        <a:buFont typeface="+mj-lt"/>
        <a:buAutoNum type="arabicPeriod"/>
        <a:defRPr sz="2000" kern="1200">
          <a:solidFill>
            <a:schemeClr val="bg1"/>
          </a:solidFill>
          <a:latin typeface="+mn-lt"/>
          <a:ea typeface="+mn-ea"/>
          <a:cs typeface="+mn-cs"/>
        </a:defRPr>
      </a:lvl2pPr>
      <a:lvl3pPr marL="288000" indent="-288000" algn="l" defTabSz="967710" rtl="0" eaLnBrk="1" latinLnBrk="0" hangingPunct="1">
        <a:lnSpc>
          <a:spcPct val="100000"/>
        </a:lnSpc>
        <a:spcBef>
          <a:spcPts val="0"/>
        </a:spcBef>
        <a:buFont typeface="Arial" panose="020B0604020202020204" pitchFamily="34" charset="0"/>
        <a:buChar char="•"/>
        <a:defRPr sz="2000" kern="1200">
          <a:solidFill>
            <a:schemeClr val="bg1"/>
          </a:solidFill>
          <a:latin typeface="+mn-lt"/>
          <a:ea typeface="+mn-ea"/>
          <a:cs typeface="+mn-cs"/>
        </a:defRPr>
      </a:lvl3pPr>
      <a:lvl4pPr marL="288000" indent="-288000" algn="l" defTabSz="967710" rtl="0" eaLnBrk="1" latinLnBrk="0" hangingPunct="1">
        <a:lnSpc>
          <a:spcPct val="100000"/>
        </a:lnSpc>
        <a:spcBef>
          <a:spcPts val="0"/>
        </a:spcBef>
        <a:buFont typeface="Symbol" panose="05050102010706020507" pitchFamily="18" charset="2"/>
        <a:buChar char="-"/>
        <a:defRPr sz="2000" kern="1200">
          <a:solidFill>
            <a:schemeClr val="bg1"/>
          </a:solidFill>
          <a:latin typeface="+mn-lt"/>
          <a:ea typeface="+mn-ea"/>
          <a:cs typeface="+mn-cs"/>
        </a:defRPr>
      </a:lvl4pPr>
      <a:lvl5pPr marL="576000" indent="-288000" algn="l" defTabSz="967710" rtl="0" eaLnBrk="1" latinLnBrk="0" hangingPunct="1">
        <a:lnSpc>
          <a:spcPct val="100000"/>
        </a:lnSpc>
        <a:spcBef>
          <a:spcPts val="0"/>
        </a:spcBef>
        <a:buFont typeface="Symbol" panose="05050102010706020507" pitchFamily="18" charset="2"/>
        <a:buChar char="-"/>
        <a:defRPr sz="2000" kern="1200">
          <a:solidFill>
            <a:schemeClr val="bg1"/>
          </a:solidFill>
          <a:latin typeface="+mn-lt"/>
          <a:ea typeface="+mn-ea"/>
          <a:cs typeface="+mn-cs"/>
        </a:defRPr>
      </a:lvl5pPr>
      <a:lvl6pPr marL="0" indent="0" algn="l" defTabSz="967710" rtl="0" eaLnBrk="1" latinLnBrk="0" hangingPunct="1">
        <a:lnSpc>
          <a:spcPct val="100000"/>
        </a:lnSpc>
        <a:spcBef>
          <a:spcPts val="2400"/>
        </a:spcBef>
        <a:buFont typeface="Arial" panose="020B0604020202020204" pitchFamily="34" charset="0"/>
        <a:buNone/>
        <a:defRPr sz="800" kern="1200">
          <a:solidFill>
            <a:schemeClr val="bg1"/>
          </a:solidFill>
          <a:latin typeface="+mn-lt"/>
          <a:ea typeface="+mn-ea"/>
          <a:cs typeface="+mn-cs"/>
        </a:defRPr>
      </a:lvl6pPr>
      <a:lvl7pPr marL="0" indent="0" algn="l" defTabSz="967710" rtl="0" eaLnBrk="1" latinLnBrk="0" hangingPunct="1">
        <a:lnSpc>
          <a:spcPct val="100000"/>
        </a:lnSpc>
        <a:spcBef>
          <a:spcPts val="600"/>
        </a:spcBef>
        <a:buFont typeface="Arial" panose="020B0604020202020204" pitchFamily="34" charset="0"/>
        <a:buNone/>
        <a:defRPr sz="1800" kern="1200">
          <a:solidFill>
            <a:srgbClr val="FF0000"/>
          </a:solidFill>
          <a:latin typeface="+mn-lt"/>
          <a:ea typeface="+mn-ea"/>
          <a:cs typeface="+mn-cs"/>
        </a:defRPr>
      </a:lvl7pPr>
      <a:lvl8pPr marL="3628911" indent="-241927" algn="l" defTabSz="967710" rtl="0" eaLnBrk="1" latinLnBrk="0" hangingPunct="1">
        <a:lnSpc>
          <a:spcPct val="90000"/>
        </a:lnSpc>
        <a:spcBef>
          <a:spcPts val="529"/>
        </a:spcBef>
        <a:buFont typeface="Arial" panose="020B0604020202020204" pitchFamily="34" charset="0"/>
        <a:buChar char="•"/>
        <a:defRPr sz="1905" kern="1200">
          <a:solidFill>
            <a:schemeClr val="tx1"/>
          </a:solidFill>
          <a:latin typeface="+mn-lt"/>
          <a:ea typeface="+mn-ea"/>
          <a:cs typeface="+mn-cs"/>
        </a:defRPr>
      </a:lvl8pPr>
      <a:lvl9pPr marL="4112765" indent="-241927" algn="l" defTabSz="967710" rtl="0" eaLnBrk="1" latinLnBrk="0" hangingPunct="1">
        <a:lnSpc>
          <a:spcPct val="90000"/>
        </a:lnSpc>
        <a:spcBef>
          <a:spcPts val="529"/>
        </a:spcBef>
        <a:buFont typeface="Arial" panose="020B0604020202020204" pitchFamily="34" charset="0"/>
        <a:buChar char="•"/>
        <a:defRPr sz="1905" kern="1200">
          <a:solidFill>
            <a:schemeClr val="tx1"/>
          </a:solidFill>
          <a:latin typeface="+mn-lt"/>
          <a:ea typeface="+mn-ea"/>
          <a:cs typeface="+mn-cs"/>
        </a:defRPr>
      </a:lvl9pPr>
    </p:bodyStyle>
    <p:otherStyle>
      <a:defPPr>
        <a:defRPr lang="en-US"/>
      </a:defPPr>
      <a:lvl1pPr marL="0" algn="l" defTabSz="967710" rtl="0" eaLnBrk="1" latinLnBrk="0" hangingPunct="1">
        <a:defRPr sz="1905" kern="1200">
          <a:solidFill>
            <a:schemeClr val="tx1"/>
          </a:solidFill>
          <a:latin typeface="+mn-lt"/>
          <a:ea typeface="+mn-ea"/>
          <a:cs typeface="+mn-cs"/>
        </a:defRPr>
      </a:lvl1pPr>
      <a:lvl2pPr marL="483855" algn="l" defTabSz="967710" rtl="0" eaLnBrk="1" latinLnBrk="0" hangingPunct="1">
        <a:defRPr sz="1905" kern="1200">
          <a:solidFill>
            <a:schemeClr val="tx1"/>
          </a:solidFill>
          <a:latin typeface="+mn-lt"/>
          <a:ea typeface="+mn-ea"/>
          <a:cs typeface="+mn-cs"/>
        </a:defRPr>
      </a:lvl2pPr>
      <a:lvl3pPr marL="967710" algn="l" defTabSz="967710" rtl="0" eaLnBrk="1" latinLnBrk="0" hangingPunct="1">
        <a:defRPr sz="1905" kern="1200">
          <a:solidFill>
            <a:schemeClr val="tx1"/>
          </a:solidFill>
          <a:latin typeface="+mn-lt"/>
          <a:ea typeface="+mn-ea"/>
          <a:cs typeface="+mn-cs"/>
        </a:defRPr>
      </a:lvl3pPr>
      <a:lvl4pPr marL="1451564" algn="l" defTabSz="967710" rtl="0" eaLnBrk="1" latinLnBrk="0" hangingPunct="1">
        <a:defRPr sz="1905" kern="1200">
          <a:solidFill>
            <a:schemeClr val="tx1"/>
          </a:solidFill>
          <a:latin typeface="+mn-lt"/>
          <a:ea typeface="+mn-ea"/>
          <a:cs typeface="+mn-cs"/>
        </a:defRPr>
      </a:lvl4pPr>
      <a:lvl5pPr marL="1935419" algn="l" defTabSz="967710" rtl="0" eaLnBrk="1" latinLnBrk="0" hangingPunct="1">
        <a:defRPr sz="1905" kern="1200">
          <a:solidFill>
            <a:schemeClr val="tx1"/>
          </a:solidFill>
          <a:latin typeface="+mn-lt"/>
          <a:ea typeface="+mn-ea"/>
          <a:cs typeface="+mn-cs"/>
        </a:defRPr>
      </a:lvl5pPr>
      <a:lvl6pPr marL="2419274" algn="l" defTabSz="967710" rtl="0" eaLnBrk="1" latinLnBrk="0" hangingPunct="1">
        <a:defRPr sz="1905" kern="1200">
          <a:solidFill>
            <a:schemeClr val="tx1"/>
          </a:solidFill>
          <a:latin typeface="+mn-lt"/>
          <a:ea typeface="+mn-ea"/>
          <a:cs typeface="+mn-cs"/>
        </a:defRPr>
      </a:lvl6pPr>
      <a:lvl7pPr marL="2903129" algn="l" defTabSz="967710" rtl="0" eaLnBrk="1" latinLnBrk="0" hangingPunct="1">
        <a:defRPr sz="1905" kern="1200">
          <a:solidFill>
            <a:schemeClr val="tx1"/>
          </a:solidFill>
          <a:latin typeface="+mn-lt"/>
          <a:ea typeface="+mn-ea"/>
          <a:cs typeface="+mn-cs"/>
        </a:defRPr>
      </a:lvl7pPr>
      <a:lvl8pPr marL="3386983" algn="l" defTabSz="967710" rtl="0" eaLnBrk="1" latinLnBrk="0" hangingPunct="1">
        <a:defRPr sz="1905" kern="1200">
          <a:solidFill>
            <a:schemeClr val="tx1"/>
          </a:solidFill>
          <a:latin typeface="+mn-lt"/>
          <a:ea typeface="+mn-ea"/>
          <a:cs typeface="+mn-cs"/>
        </a:defRPr>
      </a:lvl8pPr>
      <a:lvl9pPr marL="3870838" algn="l" defTabSz="967710" rtl="0" eaLnBrk="1" latinLnBrk="0" hangingPunct="1">
        <a:defRPr sz="1905"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2">
          <p15:clr>
            <a:srgbClr val="F26B43"/>
          </p15:clr>
        </p15:guide>
        <p15:guide id="2" pos="7378">
          <p15:clr>
            <a:srgbClr val="F26B43"/>
          </p15:clr>
        </p15:guide>
        <p15:guide id="3" orient="horz" pos="300">
          <p15:clr>
            <a:srgbClr val="F26B43"/>
          </p15:clr>
        </p15:guide>
        <p15:guide id="6" orient="horz" pos="3884">
          <p15:clr>
            <a:srgbClr val="F26B43"/>
          </p15:clr>
        </p15:guide>
        <p15:guide id="9" pos="1368">
          <p15:clr>
            <a:srgbClr val="F26B43"/>
          </p15:clr>
        </p15:guide>
        <p15:guide id="10" pos="1504">
          <p15:clr>
            <a:srgbClr val="F26B43"/>
          </p15:clr>
        </p15:guide>
        <p15:guide id="11" pos="2570">
          <p15:clr>
            <a:srgbClr val="F26B43"/>
          </p15:clr>
        </p15:guide>
        <p15:guide id="12" pos="2706">
          <p15:clr>
            <a:srgbClr val="F26B43"/>
          </p15:clr>
        </p15:guide>
        <p15:guide id="13" pos="3772">
          <p15:clr>
            <a:srgbClr val="F26B43"/>
          </p15:clr>
        </p15:guide>
        <p15:guide id="14" pos="3908">
          <p15:clr>
            <a:srgbClr val="F26B43"/>
          </p15:clr>
        </p15:guide>
        <p15:guide id="15" pos="4974">
          <p15:clr>
            <a:srgbClr val="F26B43"/>
          </p15:clr>
        </p15:guide>
        <p15:guide id="16" pos="5110">
          <p15:clr>
            <a:srgbClr val="F26B43"/>
          </p15:clr>
        </p15:guide>
        <p15:guide id="17" pos="6176">
          <p15:clr>
            <a:srgbClr val="F26B43"/>
          </p15:clr>
        </p15:guide>
        <p15:guide id="18" pos="6312">
          <p15:clr>
            <a:srgbClr val="F26B43"/>
          </p15:clr>
        </p15:guide>
        <p15:guide id="19" orient="horz" pos="550">
          <p15:clr>
            <a:srgbClr val="F26B43"/>
          </p15:clr>
        </p15:guide>
        <p15:guide id="22" orient="horz" pos="1139">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8" name="Foliennummernplatzhalter 9">
            <a:extLst>
              <a:ext uri="{FF2B5EF4-FFF2-40B4-BE49-F238E27FC236}">
                <a16:creationId xmlns:a16="http://schemas.microsoft.com/office/drawing/2014/main" id="{804B8442-C573-4F72-B4E9-57061958D6FF}"/>
              </a:ext>
            </a:extLst>
          </p:cNvPr>
          <p:cNvSpPr>
            <a:spLocks noGrp="1"/>
          </p:cNvSpPr>
          <p:nvPr>
            <p:ph type="sldNum" sz="quarter" idx="4"/>
          </p:nvPr>
        </p:nvSpPr>
        <p:spPr>
          <a:xfrm>
            <a:off x="11443580" y="6372000"/>
            <a:ext cx="268995" cy="144000"/>
          </a:xfrm>
          <a:prstGeom prst="rect">
            <a:avLst/>
          </a:prstGeom>
        </p:spPr>
        <p:txBody>
          <a:bodyPr vert="horz" lIns="0" tIns="0" rIns="0" bIns="0" rtlCol="0" anchor="ctr"/>
          <a:lstStyle>
            <a:lvl1pPr algn="r">
              <a:lnSpc>
                <a:spcPts val="1000"/>
              </a:lnSpc>
              <a:defRPr lang="en-US" sz="800" b="1" kern="1200" smtClean="0">
                <a:solidFill>
                  <a:schemeClr val="bg1"/>
                </a:solidFill>
                <a:latin typeface="+mn-lt"/>
                <a:ea typeface="+mn-ea"/>
                <a:cs typeface="+mn-cs"/>
              </a:defRPr>
            </a:lvl1pPr>
          </a:lstStyle>
          <a:p>
            <a:fld id="{56C449F3-BD9D-48DC-BFF1-0F66671DA7C6}" type="slidenum">
              <a:rPr lang="en-US" smtClean="0"/>
              <a:pPr/>
              <a:t>‹#›</a:t>
            </a:fld>
            <a:endParaRPr lang="en-US" dirty="0"/>
          </a:p>
        </p:txBody>
      </p:sp>
      <p:sp>
        <p:nvSpPr>
          <p:cNvPr id="2" name="Titelplatzhalter 1">
            <a:extLst>
              <a:ext uri="{FF2B5EF4-FFF2-40B4-BE49-F238E27FC236}">
                <a16:creationId xmlns:a16="http://schemas.microsoft.com/office/drawing/2014/main" id="{1DE283E6-A5BA-4B3C-88E4-54966FAC3487}"/>
              </a:ext>
            </a:extLst>
          </p:cNvPr>
          <p:cNvSpPr>
            <a:spLocks noGrp="1"/>
          </p:cNvSpPr>
          <p:nvPr>
            <p:ph type="title"/>
          </p:nvPr>
        </p:nvSpPr>
        <p:spPr>
          <a:xfrm>
            <a:off x="479427" y="875309"/>
            <a:ext cx="9324974" cy="932854"/>
          </a:xfrm>
          <a:prstGeom prst="rect">
            <a:avLst/>
          </a:prstGeom>
        </p:spPr>
        <p:txBody>
          <a:bodyPr vert="horz" lIns="0" tIns="0" rIns="0" bIns="0" rtlCol="0" anchor="t" anchorCtr="0">
            <a:noAutofit/>
          </a:bodyPr>
          <a:lstStyle/>
          <a:p>
            <a:r>
              <a:rPr lang="en-US"/>
              <a:t>Click to edit Master title style</a:t>
            </a:r>
            <a:endParaRPr lang="en-US" dirty="0"/>
          </a:p>
        </p:txBody>
      </p:sp>
      <p:sp>
        <p:nvSpPr>
          <p:cNvPr id="3" name="Textplatzhalter 2">
            <a:extLst>
              <a:ext uri="{FF2B5EF4-FFF2-40B4-BE49-F238E27FC236}">
                <a16:creationId xmlns:a16="http://schemas.microsoft.com/office/drawing/2014/main" id="{9C845E14-909C-4B3E-8D6E-D6710B870348}"/>
              </a:ext>
            </a:extLst>
          </p:cNvPr>
          <p:cNvSpPr>
            <a:spLocks noGrp="1"/>
          </p:cNvSpPr>
          <p:nvPr>
            <p:ph type="body" idx="1"/>
          </p:nvPr>
        </p:nvSpPr>
        <p:spPr>
          <a:xfrm>
            <a:off x="479424" y="1808163"/>
            <a:ext cx="11233151" cy="4357687"/>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7" name="Grafik 6">
            <a:extLst>
              <a:ext uri="{FF2B5EF4-FFF2-40B4-BE49-F238E27FC236}">
                <a16:creationId xmlns:a16="http://schemas.microsoft.com/office/drawing/2014/main" id="{E69A9FCF-4D55-4AF3-8D50-049F0279B78E}"/>
              </a:ext>
              <a:ext uri="{C183D7F6-B498-43B3-948B-1728B52AA6E4}">
                <adec:decorative xmlns:adec="http://schemas.microsoft.com/office/drawing/2017/decorative" val="1"/>
              </a:ext>
            </a:extLst>
          </p:cNvPr>
          <p:cNvPicPr>
            <a:picLocks noChangeAspect="1"/>
          </p:cNvPicPr>
          <p:nvPr/>
        </p:nvPicPr>
        <p:blipFill>
          <a:blip r:embed="rId13" cstate="screen">
            <a:extLst>
              <a:ext uri="{28A0092B-C50C-407E-A947-70E740481C1C}">
                <a14:useLocalDpi xmlns:a14="http://schemas.microsoft.com/office/drawing/2010/main"/>
              </a:ext>
              <a:ext uri="{96DAC541-7B7A-43D3-8B79-37D633B846F1}">
                <asvg:svgBlip xmlns:asvg="http://schemas.microsoft.com/office/drawing/2016/SVG/main" r:embed="rId14"/>
              </a:ext>
            </a:extLst>
          </a:blip>
          <a:stretch>
            <a:fillRect/>
          </a:stretch>
        </p:blipFill>
        <p:spPr>
          <a:xfrm>
            <a:off x="10692000" y="504000"/>
            <a:ext cx="1017998" cy="252000"/>
          </a:xfrm>
          <a:prstGeom prst="rect">
            <a:avLst/>
          </a:prstGeom>
        </p:spPr>
      </p:pic>
      <p:sp>
        <p:nvSpPr>
          <p:cNvPr id="9" name="Fußzeilenplatzhalter 4">
            <a:extLst>
              <a:ext uri="{FF2B5EF4-FFF2-40B4-BE49-F238E27FC236}">
                <a16:creationId xmlns:a16="http://schemas.microsoft.com/office/drawing/2014/main" id="{DA2F4508-9777-4819-A665-39ABDE4929CC}"/>
              </a:ext>
            </a:extLst>
          </p:cNvPr>
          <p:cNvSpPr>
            <a:spLocks noGrp="1"/>
          </p:cNvSpPr>
          <p:nvPr>
            <p:ph type="ftr" sz="quarter" idx="3"/>
          </p:nvPr>
        </p:nvSpPr>
        <p:spPr>
          <a:xfrm>
            <a:off x="479426" y="6165850"/>
            <a:ext cx="9324974" cy="350150"/>
          </a:xfrm>
          <a:prstGeom prst="rect">
            <a:avLst/>
          </a:prstGeom>
        </p:spPr>
        <p:txBody>
          <a:bodyPr vert="horz" lIns="0" tIns="0" rIns="0" bIns="0" rtlCol="0" anchor="b" anchorCtr="0">
            <a:noAutofit/>
          </a:bodyPr>
          <a:lstStyle>
            <a:lvl1pPr algn="l">
              <a:lnSpc>
                <a:spcPct val="90000"/>
              </a:lnSpc>
              <a:defRPr sz="800" b="0" cap="none" spc="0" baseline="0">
                <a:solidFill>
                  <a:schemeClr val="bg1">
                    <a:alpha val="0"/>
                  </a:schemeClr>
                </a:solidFill>
              </a:defRPr>
            </a:lvl1pPr>
          </a:lstStyle>
          <a:p>
            <a:endParaRPr lang="en-US" dirty="0"/>
          </a:p>
        </p:txBody>
      </p:sp>
    </p:spTree>
    <p:extLst>
      <p:ext uri="{BB962C8B-B14F-4D97-AF65-F5344CB8AC3E}">
        <p14:creationId xmlns:p14="http://schemas.microsoft.com/office/powerpoint/2010/main" val="2248842287"/>
      </p:ext>
    </p:extLst>
  </p:cSld>
  <p:clrMap bg1="dk1" tx1="lt1" bg2="dk2" tx2="lt2" accent1="accent1" accent2="accent2" accent3="accent3" accent4="accent4" accent5="accent5" accent6="accent6" hlink="hlink" folHlink="folHlink"/>
  <p:sldLayoutIdLst>
    <p:sldLayoutId id="2147483810" r:id="rId1"/>
    <p:sldLayoutId id="2147483811" r:id="rId2"/>
    <p:sldLayoutId id="2147483812" r:id="rId3"/>
    <p:sldLayoutId id="2147483813" r:id="rId4"/>
    <p:sldLayoutId id="2147483814" r:id="rId5"/>
    <p:sldLayoutId id="2147483815" r:id="rId6"/>
    <p:sldLayoutId id="2147483816" r:id="rId7"/>
    <p:sldLayoutId id="2147483831" r:id="rId8"/>
    <p:sldLayoutId id="2147483832" r:id="rId9"/>
    <p:sldLayoutId id="2147483833" r:id="rId10"/>
    <p:sldLayoutId id="2147483834" r:id="rId11"/>
  </p:sldLayoutIdLst>
  <p:hf hdr="0" ftr="0" dt="0"/>
  <p:txStyles>
    <p:titleStyle>
      <a:lvl1pPr algn="l" defTabSz="967710" rtl="0" eaLnBrk="1" latinLnBrk="0" hangingPunct="1">
        <a:lnSpc>
          <a:spcPts val="3800"/>
        </a:lnSpc>
        <a:spcBef>
          <a:spcPct val="0"/>
        </a:spcBef>
        <a:buNone/>
        <a:defRPr sz="3800" kern="120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0" indent="0" algn="l" defTabSz="967710" rtl="0" eaLnBrk="1" latinLnBrk="0" hangingPunct="1">
        <a:lnSpc>
          <a:spcPct val="100000"/>
        </a:lnSpc>
        <a:spcBef>
          <a:spcPts val="0"/>
        </a:spcBef>
        <a:buFont typeface="+mj-lt"/>
        <a:buNone/>
        <a:defRPr sz="2000" kern="1200">
          <a:solidFill>
            <a:schemeClr val="bg1"/>
          </a:solidFill>
          <a:latin typeface="+mn-lt"/>
          <a:ea typeface="+mn-ea"/>
          <a:cs typeface="+mn-cs"/>
        </a:defRPr>
      </a:lvl1pPr>
      <a:lvl2pPr marL="288000" indent="-288000" algn="l" defTabSz="967710" rtl="0" eaLnBrk="1" latinLnBrk="0" hangingPunct="1">
        <a:lnSpc>
          <a:spcPct val="100000"/>
        </a:lnSpc>
        <a:spcBef>
          <a:spcPts val="0"/>
        </a:spcBef>
        <a:buFont typeface="+mj-lt"/>
        <a:buAutoNum type="arabicPeriod"/>
        <a:defRPr sz="2000" kern="1200">
          <a:solidFill>
            <a:schemeClr val="bg1"/>
          </a:solidFill>
          <a:latin typeface="+mn-lt"/>
          <a:ea typeface="+mn-ea"/>
          <a:cs typeface="+mn-cs"/>
        </a:defRPr>
      </a:lvl2pPr>
      <a:lvl3pPr marL="288000" indent="-288000" algn="l" defTabSz="967710" rtl="0" eaLnBrk="1" latinLnBrk="0" hangingPunct="1">
        <a:lnSpc>
          <a:spcPct val="100000"/>
        </a:lnSpc>
        <a:spcBef>
          <a:spcPts val="0"/>
        </a:spcBef>
        <a:buFont typeface="Arial" panose="020B0604020202020204" pitchFamily="34" charset="0"/>
        <a:buChar char="•"/>
        <a:defRPr sz="2000" kern="1200">
          <a:solidFill>
            <a:schemeClr val="bg1"/>
          </a:solidFill>
          <a:latin typeface="+mn-lt"/>
          <a:ea typeface="+mn-ea"/>
          <a:cs typeface="+mn-cs"/>
        </a:defRPr>
      </a:lvl3pPr>
      <a:lvl4pPr marL="288000" indent="-288000" algn="l" defTabSz="967710" rtl="0" eaLnBrk="1" latinLnBrk="0" hangingPunct="1">
        <a:lnSpc>
          <a:spcPct val="100000"/>
        </a:lnSpc>
        <a:spcBef>
          <a:spcPts val="0"/>
        </a:spcBef>
        <a:buFont typeface="Symbol" panose="05050102010706020507" pitchFamily="18" charset="2"/>
        <a:buChar char="-"/>
        <a:defRPr sz="2000" kern="1200">
          <a:solidFill>
            <a:schemeClr val="bg1"/>
          </a:solidFill>
          <a:latin typeface="+mn-lt"/>
          <a:ea typeface="+mn-ea"/>
          <a:cs typeface="+mn-cs"/>
        </a:defRPr>
      </a:lvl4pPr>
      <a:lvl5pPr marL="576000" indent="-288000" algn="l" defTabSz="967710" rtl="0" eaLnBrk="1" latinLnBrk="0" hangingPunct="1">
        <a:lnSpc>
          <a:spcPct val="100000"/>
        </a:lnSpc>
        <a:spcBef>
          <a:spcPts val="0"/>
        </a:spcBef>
        <a:buFont typeface="Symbol" panose="05050102010706020507" pitchFamily="18" charset="2"/>
        <a:buChar char="-"/>
        <a:defRPr sz="2000" kern="1200">
          <a:solidFill>
            <a:schemeClr val="bg1"/>
          </a:solidFill>
          <a:latin typeface="+mn-lt"/>
          <a:ea typeface="+mn-ea"/>
          <a:cs typeface="+mn-cs"/>
        </a:defRPr>
      </a:lvl5pPr>
      <a:lvl6pPr marL="0" indent="0" algn="l" defTabSz="967710" rtl="0" eaLnBrk="1" latinLnBrk="0" hangingPunct="1">
        <a:lnSpc>
          <a:spcPct val="100000"/>
        </a:lnSpc>
        <a:spcBef>
          <a:spcPts val="2400"/>
        </a:spcBef>
        <a:buFont typeface="Arial" panose="020B0604020202020204" pitchFamily="34" charset="0"/>
        <a:buNone/>
        <a:defRPr sz="800" kern="1200">
          <a:solidFill>
            <a:schemeClr val="bg1"/>
          </a:solidFill>
          <a:latin typeface="+mn-lt"/>
          <a:ea typeface="+mn-ea"/>
          <a:cs typeface="+mn-cs"/>
        </a:defRPr>
      </a:lvl6pPr>
      <a:lvl7pPr marL="0" indent="0" algn="l" defTabSz="967710" rtl="0" eaLnBrk="1" latinLnBrk="0" hangingPunct="1">
        <a:lnSpc>
          <a:spcPct val="100000"/>
        </a:lnSpc>
        <a:spcBef>
          <a:spcPts val="600"/>
        </a:spcBef>
        <a:buFont typeface="Arial" panose="020B0604020202020204" pitchFamily="34" charset="0"/>
        <a:buNone/>
        <a:defRPr sz="1800" kern="1200">
          <a:solidFill>
            <a:srgbClr val="FF0000"/>
          </a:solidFill>
          <a:latin typeface="+mn-lt"/>
          <a:ea typeface="+mn-ea"/>
          <a:cs typeface="+mn-cs"/>
        </a:defRPr>
      </a:lvl7pPr>
      <a:lvl8pPr marL="3628911" indent="-241927" algn="l" defTabSz="967710" rtl="0" eaLnBrk="1" latinLnBrk="0" hangingPunct="1">
        <a:lnSpc>
          <a:spcPct val="90000"/>
        </a:lnSpc>
        <a:spcBef>
          <a:spcPts val="529"/>
        </a:spcBef>
        <a:buFont typeface="Arial" panose="020B0604020202020204" pitchFamily="34" charset="0"/>
        <a:buChar char="•"/>
        <a:defRPr sz="1905" kern="1200">
          <a:solidFill>
            <a:schemeClr val="tx1"/>
          </a:solidFill>
          <a:latin typeface="+mn-lt"/>
          <a:ea typeface="+mn-ea"/>
          <a:cs typeface="+mn-cs"/>
        </a:defRPr>
      </a:lvl8pPr>
      <a:lvl9pPr marL="4112765" indent="-241927" algn="l" defTabSz="967710" rtl="0" eaLnBrk="1" latinLnBrk="0" hangingPunct="1">
        <a:lnSpc>
          <a:spcPct val="90000"/>
        </a:lnSpc>
        <a:spcBef>
          <a:spcPts val="529"/>
        </a:spcBef>
        <a:buFont typeface="Arial" panose="020B0604020202020204" pitchFamily="34" charset="0"/>
        <a:buChar char="•"/>
        <a:defRPr sz="1905" kern="1200">
          <a:solidFill>
            <a:schemeClr val="tx1"/>
          </a:solidFill>
          <a:latin typeface="+mn-lt"/>
          <a:ea typeface="+mn-ea"/>
          <a:cs typeface="+mn-cs"/>
        </a:defRPr>
      </a:lvl9pPr>
    </p:bodyStyle>
    <p:otherStyle>
      <a:defPPr>
        <a:defRPr lang="en-US"/>
      </a:defPPr>
      <a:lvl1pPr marL="0" algn="l" defTabSz="967710" rtl="0" eaLnBrk="1" latinLnBrk="0" hangingPunct="1">
        <a:defRPr sz="1905" kern="1200">
          <a:solidFill>
            <a:schemeClr val="tx1"/>
          </a:solidFill>
          <a:latin typeface="+mn-lt"/>
          <a:ea typeface="+mn-ea"/>
          <a:cs typeface="+mn-cs"/>
        </a:defRPr>
      </a:lvl1pPr>
      <a:lvl2pPr marL="483855" algn="l" defTabSz="967710" rtl="0" eaLnBrk="1" latinLnBrk="0" hangingPunct="1">
        <a:defRPr sz="1905" kern="1200">
          <a:solidFill>
            <a:schemeClr val="tx1"/>
          </a:solidFill>
          <a:latin typeface="+mn-lt"/>
          <a:ea typeface="+mn-ea"/>
          <a:cs typeface="+mn-cs"/>
        </a:defRPr>
      </a:lvl2pPr>
      <a:lvl3pPr marL="967710" algn="l" defTabSz="967710" rtl="0" eaLnBrk="1" latinLnBrk="0" hangingPunct="1">
        <a:defRPr sz="1905" kern="1200">
          <a:solidFill>
            <a:schemeClr val="tx1"/>
          </a:solidFill>
          <a:latin typeface="+mn-lt"/>
          <a:ea typeface="+mn-ea"/>
          <a:cs typeface="+mn-cs"/>
        </a:defRPr>
      </a:lvl3pPr>
      <a:lvl4pPr marL="1451564" algn="l" defTabSz="967710" rtl="0" eaLnBrk="1" latinLnBrk="0" hangingPunct="1">
        <a:defRPr sz="1905" kern="1200">
          <a:solidFill>
            <a:schemeClr val="tx1"/>
          </a:solidFill>
          <a:latin typeface="+mn-lt"/>
          <a:ea typeface="+mn-ea"/>
          <a:cs typeface="+mn-cs"/>
        </a:defRPr>
      </a:lvl4pPr>
      <a:lvl5pPr marL="1935419" algn="l" defTabSz="967710" rtl="0" eaLnBrk="1" latinLnBrk="0" hangingPunct="1">
        <a:defRPr sz="1905" kern="1200">
          <a:solidFill>
            <a:schemeClr val="tx1"/>
          </a:solidFill>
          <a:latin typeface="+mn-lt"/>
          <a:ea typeface="+mn-ea"/>
          <a:cs typeface="+mn-cs"/>
        </a:defRPr>
      </a:lvl5pPr>
      <a:lvl6pPr marL="2419274" algn="l" defTabSz="967710" rtl="0" eaLnBrk="1" latinLnBrk="0" hangingPunct="1">
        <a:defRPr sz="1905" kern="1200">
          <a:solidFill>
            <a:schemeClr val="tx1"/>
          </a:solidFill>
          <a:latin typeface="+mn-lt"/>
          <a:ea typeface="+mn-ea"/>
          <a:cs typeface="+mn-cs"/>
        </a:defRPr>
      </a:lvl6pPr>
      <a:lvl7pPr marL="2903129" algn="l" defTabSz="967710" rtl="0" eaLnBrk="1" latinLnBrk="0" hangingPunct="1">
        <a:defRPr sz="1905" kern="1200">
          <a:solidFill>
            <a:schemeClr val="tx1"/>
          </a:solidFill>
          <a:latin typeface="+mn-lt"/>
          <a:ea typeface="+mn-ea"/>
          <a:cs typeface="+mn-cs"/>
        </a:defRPr>
      </a:lvl7pPr>
      <a:lvl8pPr marL="3386983" algn="l" defTabSz="967710" rtl="0" eaLnBrk="1" latinLnBrk="0" hangingPunct="1">
        <a:defRPr sz="1905" kern="1200">
          <a:solidFill>
            <a:schemeClr val="tx1"/>
          </a:solidFill>
          <a:latin typeface="+mn-lt"/>
          <a:ea typeface="+mn-ea"/>
          <a:cs typeface="+mn-cs"/>
        </a:defRPr>
      </a:lvl8pPr>
      <a:lvl9pPr marL="3870838" algn="l" defTabSz="967710" rtl="0" eaLnBrk="1" latinLnBrk="0" hangingPunct="1">
        <a:defRPr sz="1905"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2">
          <p15:clr>
            <a:srgbClr val="F26B43"/>
          </p15:clr>
        </p15:guide>
        <p15:guide id="2" pos="7378">
          <p15:clr>
            <a:srgbClr val="F26B43"/>
          </p15:clr>
        </p15:guide>
        <p15:guide id="3" orient="horz" pos="300">
          <p15:clr>
            <a:srgbClr val="F26B43"/>
          </p15:clr>
        </p15:guide>
        <p15:guide id="6" orient="horz" pos="3884">
          <p15:clr>
            <a:srgbClr val="F26B43"/>
          </p15:clr>
        </p15:guide>
        <p15:guide id="9" pos="1368">
          <p15:clr>
            <a:srgbClr val="F26B43"/>
          </p15:clr>
        </p15:guide>
        <p15:guide id="10" pos="1504">
          <p15:clr>
            <a:srgbClr val="F26B43"/>
          </p15:clr>
        </p15:guide>
        <p15:guide id="11" pos="2570">
          <p15:clr>
            <a:srgbClr val="F26B43"/>
          </p15:clr>
        </p15:guide>
        <p15:guide id="12" pos="2706">
          <p15:clr>
            <a:srgbClr val="F26B43"/>
          </p15:clr>
        </p15:guide>
        <p15:guide id="13" pos="3772">
          <p15:clr>
            <a:srgbClr val="F26B43"/>
          </p15:clr>
        </p15:guide>
        <p15:guide id="14" pos="3908">
          <p15:clr>
            <a:srgbClr val="F26B43"/>
          </p15:clr>
        </p15:guide>
        <p15:guide id="15" pos="4974">
          <p15:clr>
            <a:srgbClr val="F26B43"/>
          </p15:clr>
        </p15:guide>
        <p15:guide id="16" pos="5110">
          <p15:clr>
            <a:srgbClr val="F26B43"/>
          </p15:clr>
        </p15:guide>
        <p15:guide id="17" pos="6176">
          <p15:clr>
            <a:srgbClr val="F26B43"/>
          </p15:clr>
        </p15:guide>
        <p15:guide id="18" pos="6312">
          <p15:clr>
            <a:srgbClr val="F26B43"/>
          </p15:clr>
        </p15:guide>
        <p15:guide id="19" orient="horz" pos="550">
          <p15:clr>
            <a:srgbClr val="F26B43"/>
          </p15:clr>
        </p15:guide>
        <p15:guide id="22" orient="horz" pos="1139">
          <p15:clr>
            <a:srgbClr val="F26B43"/>
          </p15:clr>
        </p15:guide>
      </p15:sldGuideLst>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rgbClr val="122B54"/>
        </a:solidFill>
        <a:effectLst/>
      </p:bgPr>
    </p:bg>
    <p:spTree>
      <p:nvGrpSpPr>
        <p:cNvPr id="1" name=""/>
        <p:cNvGrpSpPr/>
        <p:nvPr/>
      </p:nvGrpSpPr>
      <p:grpSpPr>
        <a:xfrm>
          <a:off x="0" y="0"/>
          <a:ext cx="0" cy="0"/>
          <a:chOff x="0" y="0"/>
          <a:chExt cx="0" cy="0"/>
        </a:xfrm>
      </p:grpSpPr>
      <p:sp>
        <p:nvSpPr>
          <p:cNvPr id="11" name="Foliennummernplatzhalter 9">
            <a:extLst>
              <a:ext uri="{FF2B5EF4-FFF2-40B4-BE49-F238E27FC236}">
                <a16:creationId xmlns:a16="http://schemas.microsoft.com/office/drawing/2014/main" id="{135B86A6-138A-4A28-AB13-4C24B97CD432}"/>
              </a:ext>
            </a:extLst>
          </p:cNvPr>
          <p:cNvSpPr>
            <a:spLocks noGrp="1"/>
          </p:cNvSpPr>
          <p:nvPr>
            <p:ph type="sldNum" sz="quarter" idx="4"/>
          </p:nvPr>
        </p:nvSpPr>
        <p:spPr>
          <a:xfrm>
            <a:off x="11443580" y="6372000"/>
            <a:ext cx="268995" cy="144000"/>
          </a:xfrm>
          <a:prstGeom prst="rect">
            <a:avLst/>
          </a:prstGeom>
        </p:spPr>
        <p:txBody>
          <a:bodyPr vert="horz" lIns="0" tIns="0" rIns="0" bIns="0" rtlCol="0" anchor="ctr"/>
          <a:lstStyle>
            <a:lvl1pPr algn="r">
              <a:lnSpc>
                <a:spcPts val="1000"/>
              </a:lnSpc>
              <a:defRPr lang="en-US" sz="800" b="1" kern="1200" smtClean="0">
                <a:solidFill>
                  <a:schemeClr val="tx1"/>
                </a:solidFill>
                <a:latin typeface="+mn-lt"/>
                <a:ea typeface="+mn-ea"/>
                <a:cs typeface="+mn-cs"/>
              </a:defRPr>
            </a:lvl1pPr>
          </a:lstStyle>
          <a:p>
            <a:fld id="{56C449F3-BD9D-48DC-BFF1-0F66671DA7C6}" type="slidenum">
              <a:rPr lang="en-US" smtClean="0"/>
              <a:pPr/>
              <a:t>‹#›</a:t>
            </a:fld>
            <a:endParaRPr lang="en-US" dirty="0"/>
          </a:p>
        </p:txBody>
      </p:sp>
      <p:sp>
        <p:nvSpPr>
          <p:cNvPr id="7" name="Titelplatzhalter 1">
            <a:extLst>
              <a:ext uri="{FF2B5EF4-FFF2-40B4-BE49-F238E27FC236}">
                <a16:creationId xmlns:a16="http://schemas.microsoft.com/office/drawing/2014/main" id="{C537BF08-75BA-421A-99FE-E0E5618D75C3}"/>
              </a:ext>
            </a:extLst>
          </p:cNvPr>
          <p:cNvSpPr>
            <a:spLocks noGrp="1"/>
          </p:cNvSpPr>
          <p:nvPr>
            <p:ph type="title"/>
          </p:nvPr>
        </p:nvSpPr>
        <p:spPr>
          <a:xfrm>
            <a:off x="479427" y="875309"/>
            <a:ext cx="9324974" cy="932854"/>
          </a:xfrm>
          <a:prstGeom prst="rect">
            <a:avLst/>
          </a:prstGeom>
        </p:spPr>
        <p:txBody>
          <a:bodyPr vert="horz" lIns="0" tIns="0" rIns="0" bIns="0" rtlCol="0" anchor="t" anchorCtr="0">
            <a:noAutofit/>
          </a:bodyPr>
          <a:lstStyle/>
          <a:p>
            <a:r>
              <a:rPr lang="en-US"/>
              <a:t>Click to edit Master title style</a:t>
            </a:r>
            <a:endParaRPr lang="en-US" dirty="0"/>
          </a:p>
        </p:txBody>
      </p:sp>
      <p:sp>
        <p:nvSpPr>
          <p:cNvPr id="8" name="Textplatzhalter 2">
            <a:extLst>
              <a:ext uri="{FF2B5EF4-FFF2-40B4-BE49-F238E27FC236}">
                <a16:creationId xmlns:a16="http://schemas.microsoft.com/office/drawing/2014/main" id="{6B4F9080-C8C2-406E-9CAD-3E76991ABDBB}"/>
              </a:ext>
            </a:extLst>
          </p:cNvPr>
          <p:cNvSpPr>
            <a:spLocks noGrp="1"/>
          </p:cNvSpPr>
          <p:nvPr>
            <p:ph type="body" idx="1"/>
          </p:nvPr>
        </p:nvSpPr>
        <p:spPr>
          <a:xfrm>
            <a:off x="479424" y="1808163"/>
            <a:ext cx="11233151" cy="4357687"/>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0" name="Grafik 9">
            <a:extLst>
              <a:ext uri="{FF2B5EF4-FFF2-40B4-BE49-F238E27FC236}">
                <a16:creationId xmlns:a16="http://schemas.microsoft.com/office/drawing/2014/main" id="{31AF2E81-26A4-440F-A8A4-A0986FA3C603}"/>
              </a:ext>
              <a:ext uri="{C183D7F6-B498-43B3-948B-1728B52AA6E4}">
                <adec:decorative xmlns:adec="http://schemas.microsoft.com/office/drawing/2017/decorative" val="1"/>
              </a:ext>
            </a:extLst>
          </p:cNvPr>
          <p:cNvPicPr>
            <a:picLocks noChangeAspect="1"/>
          </p:cNvPicPr>
          <p:nvPr/>
        </p:nvPicPr>
        <p:blipFill>
          <a:blip r:embed="rId15" cstate="screen">
            <a:extLst>
              <a:ext uri="{28A0092B-C50C-407E-A947-70E740481C1C}">
                <a14:useLocalDpi xmlns:a14="http://schemas.microsoft.com/office/drawing/2010/main"/>
              </a:ext>
              <a:ext uri="{96DAC541-7B7A-43D3-8B79-37D633B846F1}">
                <asvg:svgBlip xmlns:asvg="http://schemas.microsoft.com/office/drawing/2016/SVG/main" r:embed="rId16"/>
              </a:ext>
            </a:extLst>
          </a:blip>
          <a:stretch>
            <a:fillRect/>
          </a:stretch>
        </p:blipFill>
        <p:spPr>
          <a:xfrm>
            <a:off x="10692000" y="504000"/>
            <a:ext cx="1017998" cy="252000"/>
          </a:xfrm>
          <a:prstGeom prst="rect">
            <a:avLst/>
          </a:prstGeom>
        </p:spPr>
      </p:pic>
      <p:sp>
        <p:nvSpPr>
          <p:cNvPr id="12" name="Fußzeilenplatzhalter 4">
            <a:extLst>
              <a:ext uri="{FF2B5EF4-FFF2-40B4-BE49-F238E27FC236}">
                <a16:creationId xmlns:a16="http://schemas.microsoft.com/office/drawing/2014/main" id="{D88D4DA1-666E-4D7E-9EEA-96C021035FA4}"/>
              </a:ext>
            </a:extLst>
          </p:cNvPr>
          <p:cNvSpPr>
            <a:spLocks noGrp="1"/>
          </p:cNvSpPr>
          <p:nvPr>
            <p:ph type="ftr" sz="quarter" idx="3"/>
          </p:nvPr>
        </p:nvSpPr>
        <p:spPr>
          <a:xfrm>
            <a:off x="479426" y="6165850"/>
            <a:ext cx="9324974" cy="350150"/>
          </a:xfrm>
          <a:prstGeom prst="rect">
            <a:avLst/>
          </a:prstGeom>
        </p:spPr>
        <p:txBody>
          <a:bodyPr vert="horz" lIns="0" tIns="0" rIns="0" bIns="0" rtlCol="0" anchor="b" anchorCtr="0">
            <a:noAutofit/>
          </a:bodyPr>
          <a:lstStyle>
            <a:lvl1pPr algn="l">
              <a:lnSpc>
                <a:spcPct val="90000"/>
              </a:lnSpc>
              <a:defRPr sz="800" b="0" cap="none" spc="0" baseline="0">
                <a:solidFill>
                  <a:schemeClr val="tx1"/>
                </a:solidFill>
              </a:defRPr>
            </a:lvl1pPr>
          </a:lstStyle>
          <a:p>
            <a:endParaRPr lang="en-US" dirty="0"/>
          </a:p>
        </p:txBody>
      </p:sp>
    </p:spTree>
    <p:extLst>
      <p:ext uri="{BB962C8B-B14F-4D97-AF65-F5344CB8AC3E}">
        <p14:creationId xmlns:p14="http://schemas.microsoft.com/office/powerpoint/2010/main" val="1874977800"/>
      </p:ext>
    </p:extLst>
  </p:cSld>
  <p:clrMap bg1="dk1" tx1="lt1" bg2="dk2" tx2="lt2" accent1="accent1" accent2="accent2" accent3="accent3" accent4="accent4" accent5="accent5" accent6="accent6" hlink="hlink" folHlink="folHlink"/>
  <p:sldLayoutIdLst>
    <p:sldLayoutId id="2147483818" r:id="rId1"/>
    <p:sldLayoutId id="2147483819" r:id="rId2"/>
    <p:sldLayoutId id="2147483820" r:id="rId3"/>
    <p:sldLayoutId id="2147483821" r:id="rId4"/>
    <p:sldLayoutId id="2147483822" r:id="rId5"/>
    <p:sldLayoutId id="2147483823" r:id="rId6"/>
    <p:sldLayoutId id="2147483824" r:id="rId7"/>
    <p:sldLayoutId id="2147483825" r:id="rId8"/>
    <p:sldLayoutId id="2147483826" r:id="rId9"/>
    <p:sldLayoutId id="2147483827" r:id="rId10"/>
    <p:sldLayoutId id="2147483828" r:id="rId11"/>
    <p:sldLayoutId id="2147483829" r:id="rId12"/>
    <p:sldLayoutId id="2147483830" r:id="rId13"/>
  </p:sldLayoutIdLst>
  <p:hf hdr="0" ftr="0" dt="0"/>
  <p:txStyles>
    <p:titleStyle>
      <a:lvl1pPr algn="l" defTabSz="967710" rtl="0" eaLnBrk="1" latinLnBrk="0" hangingPunct="1">
        <a:lnSpc>
          <a:spcPts val="3800"/>
        </a:lnSpc>
        <a:spcBef>
          <a:spcPct val="0"/>
        </a:spcBef>
        <a:buNone/>
        <a:defRPr sz="3800"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0" indent="0" algn="l" defTabSz="967710" rtl="0" eaLnBrk="1" latinLnBrk="0" hangingPunct="1">
        <a:lnSpc>
          <a:spcPct val="100000"/>
        </a:lnSpc>
        <a:spcBef>
          <a:spcPts val="0"/>
        </a:spcBef>
        <a:buFont typeface="+mj-lt"/>
        <a:buNone/>
        <a:defRPr sz="2000" kern="1200">
          <a:solidFill>
            <a:schemeClr val="tx1"/>
          </a:solidFill>
          <a:latin typeface="+mn-lt"/>
          <a:ea typeface="+mn-ea"/>
          <a:cs typeface="+mn-cs"/>
        </a:defRPr>
      </a:lvl1pPr>
      <a:lvl2pPr marL="288000" indent="-288000" algn="l" defTabSz="967710" rtl="0" eaLnBrk="1" latinLnBrk="0" hangingPunct="1">
        <a:lnSpc>
          <a:spcPct val="100000"/>
        </a:lnSpc>
        <a:spcBef>
          <a:spcPts val="0"/>
        </a:spcBef>
        <a:buFont typeface="+mj-lt"/>
        <a:buAutoNum type="arabicPeriod"/>
        <a:defRPr sz="2000" kern="1200">
          <a:solidFill>
            <a:schemeClr val="tx1"/>
          </a:solidFill>
          <a:latin typeface="+mn-lt"/>
          <a:ea typeface="+mn-ea"/>
          <a:cs typeface="+mn-cs"/>
        </a:defRPr>
      </a:lvl2pPr>
      <a:lvl3pPr marL="288000" indent="-288000" algn="l" defTabSz="967710" rtl="0" eaLnBrk="1" latinLnBrk="0" hangingPunct="1">
        <a:lnSpc>
          <a:spcPct val="100000"/>
        </a:lnSpc>
        <a:spcBef>
          <a:spcPts val="0"/>
        </a:spcBef>
        <a:buFont typeface="Arial" panose="020B0604020202020204" pitchFamily="34" charset="0"/>
        <a:buChar char="•"/>
        <a:defRPr sz="2000" kern="1200">
          <a:solidFill>
            <a:schemeClr val="tx1"/>
          </a:solidFill>
          <a:latin typeface="+mn-lt"/>
          <a:ea typeface="+mn-ea"/>
          <a:cs typeface="+mn-cs"/>
        </a:defRPr>
      </a:lvl3pPr>
      <a:lvl4pPr marL="288000" indent="-288000" algn="l" defTabSz="967710" rtl="0" eaLnBrk="1" latinLnBrk="0" hangingPunct="1">
        <a:lnSpc>
          <a:spcPct val="100000"/>
        </a:lnSpc>
        <a:spcBef>
          <a:spcPts val="0"/>
        </a:spcBef>
        <a:buFont typeface="Symbol" panose="05050102010706020507" pitchFamily="18" charset="2"/>
        <a:buChar char="-"/>
        <a:defRPr sz="2000" kern="1200">
          <a:solidFill>
            <a:schemeClr val="tx1"/>
          </a:solidFill>
          <a:latin typeface="+mn-lt"/>
          <a:ea typeface="+mn-ea"/>
          <a:cs typeface="+mn-cs"/>
        </a:defRPr>
      </a:lvl4pPr>
      <a:lvl5pPr marL="576000" indent="-288000" algn="l" defTabSz="967710" rtl="0" eaLnBrk="1" latinLnBrk="0" hangingPunct="1">
        <a:lnSpc>
          <a:spcPct val="100000"/>
        </a:lnSpc>
        <a:spcBef>
          <a:spcPts val="0"/>
        </a:spcBef>
        <a:buFont typeface="Symbol" panose="05050102010706020507" pitchFamily="18" charset="2"/>
        <a:buChar char="-"/>
        <a:defRPr sz="2000" kern="1200">
          <a:solidFill>
            <a:schemeClr val="tx1"/>
          </a:solidFill>
          <a:latin typeface="+mn-lt"/>
          <a:ea typeface="+mn-ea"/>
          <a:cs typeface="+mn-cs"/>
        </a:defRPr>
      </a:lvl5pPr>
      <a:lvl6pPr marL="0" indent="0" algn="l" defTabSz="967710" rtl="0" eaLnBrk="1" latinLnBrk="0" hangingPunct="1">
        <a:lnSpc>
          <a:spcPct val="100000"/>
        </a:lnSpc>
        <a:spcBef>
          <a:spcPts val="2400"/>
        </a:spcBef>
        <a:buFont typeface="Arial" panose="020B0604020202020204" pitchFamily="34" charset="0"/>
        <a:buNone/>
        <a:defRPr sz="800" kern="1200">
          <a:solidFill>
            <a:schemeClr val="tx1"/>
          </a:solidFill>
          <a:latin typeface="+mn-lt"/>
          <a:ea typeface="+mn-ea"/>
          <a:cs typeface="+mn-cs"/>
        </a:defRPr>
      </a:lvl6pPr>
      <a:lvl7pPr marL="0" indent="0" algn="l" defTabSz="967710" rtl="0" eaLnBrk="1" latinLnBrk="0" hangingPunct="1">
        <a:lnSpc>
          <a:spcPct val="90000"/>
        </a:lnSpc>
        <a:spcBef>
          <a:spcPts val="600"/>
        </a:spcBef>
        <a:buFont typeface="Arial" panose="020B0604020202020204" pitchFamily="34" charset="0"/>
        <a:buNone/>
        <a:defRPr sz="1800" kern="1200">
          <a:solidFill>
            <a:srgbClr val="FF0000"/>
          </a:solidFill>
          <a:latin typeface="+mn-lt"/>
          <a:ea typeface="+mn-ea"/>
          <a:cs typeface="+mn-cs"/>
        </a:defRPr>
      </a:lvl7pPr>
      <a:lvl8pPr marL="3628911" indent="-241927" algn="l" defTabSz="967710" rtl="0" eaLnBrk="1" latinLnBrk="0" hangingPunct="1">
        <a:lnSpc>
          <a:spcPct val="90000"/>
        </a:lnSpc>
        <a:spcBef>
          <a:spcPts val="529"/>
        </a:spcBef>
        <a:buFont typeface="Arial" panose="020B0604020202020204" pitchFamily="34" charset="0"/>
        <a:buChar char="•"/>
        <a:defRPr sz="1905" kern="1200">
          <a:solidFill>
            <a:schemeClr val="tx1"/>
          </a:solidFill>
          <a:latin typeface="+mn-lt"/>
          <a:ea typeface="+mn-ea"/>
          <a:cs typeface="+mn-cs"/>
        </a:defRPr>
      </a:lvl8pPr>
      <a:lvl9pPr marL="4112765" indent="-241927" algn="l" defTabSz="967710" rtl="0" eaLnBrk="1" latinLnBrk="0" hangingPunct="1">
        <a:lnSpc>
          <a:spcPct val="90000"/>
        </a:lnSpc>
        <a:spcBef>
          <a:spcPts val="529"/>
        </a:spcBef>
        <a:buFont typeface="Arial" panose="020B0604020202020204" pitchFamily="34" charset="0"/>
        <a:buChar char="•"/>
        <a:defRPr sz="1905" kern="1200">
          <a:solidFill>
            <a:schemeClr val="tx1"/>
          </a:solidFill>
          <a:latin typeface="+mn-lt"/>
          <a:ea typeface="+mn-ea"/>
          <a:cs typeface="+mn-cs"/>
        </a:defRPr>
      </a:lvl9pPr>
    </p:bodyStyle>
    <p:otherStyle>
      <a:defPPr>
        <a:defRPr lang="en-US"/>
      </a:defPPr>
      <a:lvl1pPr marL="0" algn="l" defTabSz="967710" rtl="0" eaLnBrk="1" latinLnBrk="0" hangingPunct="1">
        <a:defRPr sz="1905" kern="1200">
          <a:solidFill>
            <a:schemeClr val="tx1"/>
          </a:solidFill>
          <a:latin typeface="+mn-lt"/>
          <a:ea typeface="+mn-ea"/>
          <a:cs typeface="+mn-cs"/>
        </a:defRPr>
      </a:lvl1pPr>
      <a:lvl2pPr marL="483855" algn="l" defTabSz="967710" rtl="0" eaLnBrk="1" latinLnBrk="0" hangingPunct="1">
        <a:defRPr sz="1905" kern="1200">
          <a:solidFill>
            <a:schemeClr val="tx1"/>
          </a:solidFill>
          <a:latin typeface="+mn-lt"/>
          <a:ea typeface="+mn-ea"/>
          <a:cs typeface="+mn-cs"/>
        </a:defRPr>
      </a:lvl2pPr>
      <a:lvl3pPr marL="967710" algn="l" defTabSz="967710" rtl="0" eaLnBrk="1" latinLnBrk="0" hangingPunct="1">
        <a:defRPr sz="1905" kern="1200">
          <a:solidFill>
            <a:schemeClr val="tx1"/>
          </a:solidFill>
          <a:latin typeface="+mn-lt"/>
          <a:ea typeface="+mn-ea"/>
          <a:cs typeface="+mn-cs"/>
        </a:defRPr>
      </a:lvl3pPr>
      <a:lvl4pPr marL="1451564" algn="l" defTabSz="967710" rtl="0" eaLnBrk="1" latinLnBrk="0" hangingPunct="1">
        <a:defRPr sz="1905" kern="1200">
          <a:solidFill>
            <a:schemeClr val="tx1"/>
          </a:solidFill>
          <a:latin typeface="+mn-lt"/>
          <a:ea typeface="+mn-ea"/>
          <a:cs typeface="+mn-cs"/>
        </a:defRPr>
      </a:lvl4pPr>
      <a:lvl5pPr marL="1935419" algn="l" defTabSz="967710" rtl="0" eaLnBrk="1" latinLnBrk="0" hangingPunct="1">
        <a:defRPr sz="1905" kern="1200">
          <a:solidFill>
            <a:schemeClr val="tx1"/>
          </a:solidFill>
          <a:latin typeface="+mn-lt"/>
          <a:ea typeface="+mn-ea"/>
          <a:cs typeface="+mn-cs"/>
        </a:defRPr>
      </a:lvl5pPr>
      <a:lvl6pPr marL="2419274" algn="l" defTabSz="967710" rtl="0" eaLnBrk="1" latinLnBrk="0" hangingPunct="1">
        <a:defRPr sz="1905" kern="1200">
          <a:solidFill>
            <a:schemeClr val="tx1"/>
          </a:solidFill>
          <a:latin typeface="+mn-lt"/>
          <a:ea typeface="+mn-ea"/>
          <a:cs typeface="+mn-cs"/>
        </a:defRPr>
      </a:lvl6pPr>
      <a:lvl7pPr marL="2903129" algn="l" defTabSz="967710" rtl="0" eaLnBrk="1" latinLnBrk="0" hangingPunct="1">
        <a:defRPr sz="1905" kern="1200">
          <a:solidFill>
            <a:schemeClr val="tx1"/>
          </a:solidFill>
          <a:latin typeface="+mn-lt"/>
          <a:ea typeface="+mn-ea"/>
          <a:cs typeface="+mn-cs"/>
        </a:defRPr>
      </a:lvl7pPr>
      <a:lvl8pPr marL="3386983" algn="l" defTabSz="967710" rtl="0" eaLnBrk="1" latinLnBrk="0" hangingPunct="1">
        <a:defRPr sz="1905" kern="1200">
          <a:solidFill>
            <a:schemeClr val="tx1"/>
          </a:solidFill>
          <a:latin typeface="+mn-lt"/>
          <a:ea typeface="+mn-ea"/>
          <a:cs typeface="+mn-cs"/>
        </a:defRPr>
      </a:lvl8pPr>
      <a:lvl9pPr marL="3870838" algn="l" defTabSz="967710" rtl="0" eaLnBrk="1" latinLnBrk="0" hangingPunct="1">
        <a:defRPr sz="1905"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2">
          <p15:clr>
            <a:srgbClr val="F26B43"/>
          </p15:clr>
        </p15:guide>
        <p15:guide id="2" pos="7378">
          <p15:clr>
            <a:srgbClr val="F26B43"/>
          </p15:clr>
        </p15:guide>
        <p15:guide id="3" orient="horz" pos="300">
          <p15:clr>
            <a:srgbClr val="F26B43"/>
          </p15:clr>
        </p15:guide>
        <p15:guide id="6" orient="horz" pos="3884">
          <p15:clr>
            <a:srgbClr val="F26B43"/>
          </p15:clr>
        </p15:guide>
        <p15:guide id="9" pos="1368">
          <p15:clr>
            <a:srgbClr val="F26B43"/>
          </p15:clr>
        </p15:guide>
        <p15:guide id="10" pos="1504">
          <p15:clr>
            <a:srgbClr val="F26B43"/>
          </p15:clr>
        </p15:guide>
        <p15:guide id="11" pos="2570">
          <p15:clr>
            <a:srgbClr val="F26B43"/>
          </p15:clr>
        </p15:guide>
        <p15:guide id="12" pos="2706">
          <p15:clr>
            <a:srgbClr val="F26B43"/>
          </p15:clr>
        </p15:guide>
        <p15:guide id="13" pos="3772">
          <p15:clr>
            <a:srgbClr val="F26B43"/>
          </p15:clr>
        </p15:guide>
        <p15:guide id="14" pos="3908">
          <p15:clr>
            <a:srgbClr val="F26B43"/>
          </p15:clr>
        </p15:guide>
        <p15:guide id="15" pos="5110">
          <p15:clr>
            <a:srgbClr val="F26B43"/>
          </p15:clr>
        </p15:guide>
        <p15:guide id="16" pos="4974">
          <p15:clr>
            <a:srgbClr val="F26B43"/>
          </p15:clr>
        </p15:guide>
        <p15:guide id="17" pos="6312">
          <p15:clr>
            <a:srgbClr val="F26B43"/>
          </p15:clr>
        </p15:guide>
        <p15:guide id="18" pos="6176">
          <p15:clr>
            <a:srgbClr val="F26B43"/>
          </p15:clr>
        </p15:guide>
        <p15:guide id="19" orient="horz" pos="550">
          <p15:clr>
            <a:srgbClr val="F26B43"/>
          </p15:clr>
        </p15:guide>
        <p15:guide id="21" orient="horz" pos="1139">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2.xml"/></Relationships>
</file>

<file path=ppt/slides/_rels/slide3.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3.xml"/><Relationship Id="rId1" Type="http://schemas.openxmlformats.org/officeDocument/2006/relationships/slideLayout" Target="../slideLayouts/slideLayout93.xml"/></Relationships>
</file>

<file path=ppt/slides/_rels/slide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9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2.xml"/></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93.xml"/></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9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2.xml"/></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93.xml"/></Relationships>
</file>

<file path=ppt/slides/_rels/slide10.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0.xml"/><Relationship Id="rId1" Type="http://schemas.openxmlformats.org/officeDocument/2006/relationships/slideLayout" Target="../slideLayouts/slideLayout9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92.xml"/></Relationships>
</file>

<file path=ppt/slides/_rels/slide12.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2.xml"/><Relationship Id="rId1" Type="http://schemas.openxmlformats.org/officeDocument/2006/relationships/slideLayout" Target="../slideLayouts/slideLayout9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D2F568-5162-BE18-7E5D-B305D9C7B591}"/>
              </a:ext>
            </a:extLst>
          </p:cNvPr>
          <p:cNvSpPr>
            <a:spLocks noGrp="1"/>
          </p:cNvSpPr>
          <p:nvPr>
            <p:ph type="ctrTitle"/>
          </p:nvPr>
        </p:nvSpPr>
        <p:spPr/>
        <p:txBody>
          <a:bodyPr anchor="ctr">
            <a:normAutofit/>
          </a:bodyPr>
          <a:lstStyle/>
          <a:p>
            <a:r>
              <a:rPr lang="en-US"/>
              <a:t>Infographic Agentic AI Foundations</a:t>
            </a:r>
          </a:p>
        </p:txBody>
      </p:sp>
      <p:sp>
        <p:nvSpPr>
          <p:cNvPr id="3" name="Subtitle 2">
            <a:extLst>
              <a:ext uri="{FF2B5EF4-FFF2-40B4-BE49-F238E27FC236}">
                <a16:creationId xmlns:a16="http://schemas.microsoft.com/office/drawing/2014/main" id="{73CC251D-8EFC-3393-11E1-1B77962B2088}"/>
              </a:ext>
            </a:extLst>
          </p:cNvPr>
          <p:cNvSpPr>
            <a:spLocks noGrp="1"/>
          </p:cNvSpPr>
          <p:nvPr>
            <p:ph type="subTitle" idx="1"/>
          </p:nvPr>
        </p:nvSpPr>
        <p:spPr/>
        <p:txBody>
          <a:bodyPr anchor="ctr">
            <a:normAutofit/>
          </a:bodyPr>
          <a:lstStyle/>
          <a:p>
            <a:r>
              <a:rPr lang="en-US"/>
              <a:t>Core principles driving autonomous artificial intelligence systems</a:t>
            </a:r>
          </a:p>
        </p:txBody>
      </p:sp>
      <p:sp>
        <p:nvSpPr>
          <p:cNvPr id="4" name="Footer Placeholder 3">
            <a:extLst>
              <a:ext uri="{FF2B5EF4-FFF2-40B4-BE49-F238E27FC236}">
                <a16:creationId xmlns:a16="http://schemas.microsoft.com/office/drawing/2014/main" id="{60ED2E9C-E080-E9B7-4EC6-6CCADD0E5206}"/>
              </a:ext>
            </a:extLst>
          </p:cNvPr>
          <p:cNvSpPr>
            <a:spLocks noGrp="1"/>
          </p:cNvSpPr>
          <p:nvPr>
            <p:ph type="ftr" sz="quarter" idx="11"/>
          </p:nvPr>
        </p:nvSpPr>
        <p:spPr/>
        <p:txBody>
          <a:bodyPr anchor="ctr">
            <a:normAutofit/>
          </a:bodyPr>
          <a:lstStyle/>
          <a:p>
            <a:pPr>
              <a:spcAft>
                <a:spcPts val="600"/>
              </a:spcAft>
            </a:pPr>
            <a:r>
              <a:rPr lang="en-US" dirty="0"/>
              <a:t>Sample Footer Text</a:t>
            </a:r>
            <a:endParaRPr lang="en-US"/>
          </a:p>
        </p:txBody>
      </p:sp>
      <p:sp>
        <p:nvSpPr>
          <p:cNvPr id="5" name="Date Placeholder 4">
            <a:extLst>
              <a:ext uri="{FF2B5EF4-FFF2-40B4-BE49-F238E27FC236}">
                <a16:creationId xmlns:a16="http://schemas.microsoft.com/office/drawing/2014/main" id="{D1F88A32-9B6F-0CE7-CB55-770B9A6F690C}"/>
              </a:ext>
            </a:extLst>
          </p:cNvPr>
          <p:cNvSpPr>
            <a:spLocks noGrp="1"/>
          </p:cNvSpPr>
          <p:nvPr>
            <p:ph type="dt" sz="half" idx="10"/>
          </p:nvPr>
        </p:nvSpPr>
        <p:spPr/>
        <p:txBody>
          <a:bodyPr anchor="ctr">
            <a:normAutofit fontScale="25000" lnSpcReduction="20000"/>
          </a:bodyPr>
          <a:lstStyle/>
          <a:p>
            <a:pPr>
              <a:spcAft>
                <a:spcPts val="600"/>
              </a:spcAft>
            </a:pPr>
            <a:fld id="{8A278C13-F8B8-4237-9811-6A882F130BDA}" type="datetime1">
              <a:rPr lang="en-US" smtClean="0"/>
              <a:pPr>
                <a:spcAft>
                  <a:spcPts val="600"/>
                </a:spcAft>
              </a:pPr>
              <a:t>2/26/2026</a:t>
            </a:fld>
            <a:endParaRPr lang="en-US"/>
          </a:p>
        </p:txBody>
      </p:sp>
      <p:sp>
        <p:nvSpPr>
          <p:cNvPr id="6" name="Slide Number Placeholder 5">
            <a:extLst>
              <a:ext uri="{FF2B5EF4-FFF2-40B4-BE49-F238E27FC236}">
                <a16:creationId xmlns:a16="http://schemas.microsoft.com/office/drawing/2014/main" id="{C7086D40-8717-1B96-ECC1-FC60C59B6BFF}"/>
              </a:ext>
            </a:extLst>
          </p:cNvPr>
          <p:cNvSpPr>
            <a:spLocks noGrp="1"/>
          </p:cNvSpPr>
          <p:nvPr>
            <p:ph type="sldNum" sz="quarter" idx="12"/>
          </p:nvPr>
        </p:nvSpPr>
        <p:spPr/>
        <p:txBody>
          <a:bodyPr anchor="ctr">
            <a:normAutofit/>
          </a:bodyPr>
          <a:lstStyle/>
          <a:p>
            <a:pPr>
              <a:spcAft>
                <a:spcPts val="600"/>
              </a:spcAft>
            </a:pPr>
            <a:fld id="{DDF60B60-82CA-4BB9-BA6E-A62FADF2374B}" type="slidenum">
              <a:rPr lang="en-US" smtClean="0"/>
              <a:pPr>
                <a:spcAft>
                  <a:spcPts val="600"/>
                </a:spcAft>
              </a:pPr>
              <a:t>1</a:t>
            </a:fld>
            <a:endParaRPr lang="en-US"/>
          </a:p>
        </p:txBody>
      </p:sp>
    </p:spTree>
    <p:extLst>
      <p:ext uri="{BB962C8B-B14F-4D97-AF65-F5344CB8AC3E}">
        <p14:creationId xmlns:p14="http://schemas.microsoft.com/office/powerpoint/2010/main" val="1051499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par>
                                <p:cTn id="11" presetID="42" presetClass="entr" presetSubtype="0" fill="hold" grpId="1" nodeType="withEffect">
                                  <p:stCondLst>
                                    <p:cond delay="250"/>
                                  </p:stCondLst>
                                  <p:iterate type="lt">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250"/>
                                        <p:tgtEl>
                                          <p:spTgt spid="3"/>
                                        </p:tgtEl>
                                      </p:cBhvr>
                                    </p:animEffect>
                                    <p:anim calcmode="lin" valueType="num">
                                      <p:cBhvr>
                                        <p:cTn id="14" dur="250" fill="hold"/>
                                        <p:tgtEl>
                                          <p:spTgt spid="3"/>
                                        </p:tgtEl>
                                        <p:attrNameLst>
                                          <p:attrName>ppt_x</p:attrName>
                                        </p:attrNameLst>
                                      </p:cBhvr>
                                      <p:tavLst>
                                        <p:tav tm="0">
                                          <p:val>
                                            <p:strVal val="#ppt_x"/>
                                          </p:val>
                                        </p:tav>
                                        <p:tav tm="100000">
                                          <p:val>
                                            <p:strVal val="#ppt_x"/>
                                          </p:val>
                                        </p:tav>
                                      </p:tavLst>
                                    </p:anim>
                                    <p:anim calcmode="lin" valueType="num">
                                      <p:cBhvr>
                                        <p:cTn id="15"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89864-8CA4-3525-027C-5AA9DE8B0F2A}"/>
              </a:ext>
            </a:extLst>
          </p:cNvPr>
          <p:cNvSpPr>
            <a:spLocks noGrp="1"/>
          </p:cNvSpPr>
          <p:nvPr>
            <p:ph type="title"/>
          </p:nvPr>
        </p:nvSpPr>
        <p:spPr/>
        <p:txBody>
          <a:bodyPr anchor="b">
            <a:normAutofit/>
          </a:bodyPr>
          <a:lstStyle/>
          <a:p>
            <a:r>
              <a:rPr lang="en-US"/>
              <a:t>Agentic AI Concepts</a:t>
            </a:r>
          </a:p>
        </p:txBody>
      </p:sp>
      <p:sp>
        <p:nvSpPr>
          <p:cNvPr id="4" name="Footer Placeholder 3">
            <a:extLst>
              <a:ext uri="{FF2B5EF4-FFF2-40B4-BE49-F238E27FC236}">
                <a16:creationId xmlns:a16="http://schemas.microsoft.com/office/drawing/2014/main" id="{7142DAEA-0FDE-6446-C755-C759DD7D6C39}"/>
              </a:ext>
            </a:extLst>
          </p:cNvPr>
          <p:cNvSpPr>
            <a:spLocks noGrp="1"/>
          </p:cNvSpPr>
          <p:nvPr>
            <p:ph type="ftr" sz="quarter" idx="11"/>
          </p:nvPr>
        </p:nvSpPr>
        <p:spPr/>
        <p:txBody>
          <a:bodyPr anchor="ctr">
            <a:normAutofit/>
          </a:bodyPr>
          <a:lstStyle/>
          <a:p>
            <a:pPr>
              <a:spcAft>
                <a:spcPts val="600"/>
              </a:spcAft>
            </a:pPr>
            <a:r>
              <a:rPr lang="en-US" dirty="0"/>
              <a:t>Sample Footer Text</a:t>
            </a:r>
            <a:endParaRPr lang="en-US"/>
          </a:p>
        </p:txBody>
      </p:sp>
      <p:sp>
        <p:nvSpPr>
          <p:cNvPr id="5" name="Date Placeholder 4">
            <a:extLst>
              <a:ext uri="{FF2B5EF4-FFF2-40B4-BE49-F238E27FC236}">
                <a16:creationId xmlns:a16="http://schemas.microsoft.com/office/drawing/2014/main" id="{151346E4-B293-D36E-4233-0D91A61A7BB6}"/>
              </a:ext>
            </a:extLst>
          </p:cNvPr>
          <p:cNvSpPr>
            <a:spLocks noGrp="1"/>
          </p:cNvSpPr>
          <p:nvPr>
            <p:ph type="dt" sz="half" idx="10"/>
          </p:nvPr>
        </p:nvSpPr>
        <p:spPr/>
        <p:txBody>
          <a:bodyPr anchor="ctr">
            <a:normAutofit fontScale="25000" lnSpcReduction="20000"/>
          </a:bodyPr>
          <a:lstStyle/>
          <a:p>
            <a:pPr>
              <a:spcAft>
                <a:spcPts val="600"/>
              </a:spcAft>
            </a:pPr>
            <a:fld id="{8A278C13-F8B8-4237-9811-6A882F130BDA}" type="datetime1">
              <a:rPr lang="en-US" smtClean="0"/>
              <a:pPr>
                <a:spcAft>
                  <a:spcPts val="600"/>
                </a:spcAft>
              </a:pPr>
              <a:t>2/26/2026</a:t>
            </a:fld>
            <a:endParaRPr lang="en-US"/>
          </a:p>
        </p:txBody>
      </p:sp>
      <p:sp>
        <p:nvSpPr>
          <p:cNvPr id="6" name="Slide Number Placeholder 5">
            <a:extLst>
              <a:ext uri="{FF2B5EF4-FFF2-40B4-BE49-F238E27FC236}">
                <a16:creationId xmlns:a16="http://schemas.microsoft.com/office/drawing/2014/main" id="{72BCC7D8-4515-B031-6357-F92CA4528EDE}"/>
              </a:ext>
            </a:extLst>
          </p:cNvPr>
          <p:cNvSpPr>
            <a:spLocks noGrp="1"/>
          </p:cNvSpPr>
          <p:nvPr>
            <p:ph type="sldNum" sz="quarter" idx="12"/>
          </p:nvPr>
        </p:nvSpPr>
        <p:spPr/>
        <p:txBody>
          <a:bodyPr anchor="ctr">
            <a:normAutofit/>
          </a:bodyPr>
          <a:lstStyle/>
          <a:p>
            <a:pPr>
              <a:spcAft>
                <a:spcPts val="600"/>
              </a:spcAft>
            </a:pPr>
            <a:fld id="{DDF60B60-82CA-4BB9-BA6E-A62FADF2374B}" type="slidenum">
              <a:rPr lang="en-US" smtClean="0"/>
              <a:pPr>
                <a:spcAft>
                  <a:spcPts val="600"/>
                </a:spcAft>
              </a:pPr>
              <a:t>2</a:t>
            </a:fld>
            <a:endParaRPr lang="en-US"/>
          </a:p>
        </p:txBody>
      </p:sp>
    </p:spTree>
    <p:extLst>
      <p:ext uri="{BB962C8B-B14F-4D97-AF65-F5344CB8AC3E}">
        <p14:creationId xmlns:p14="http://schemas.microsoft.com/office/powerpoint/2010/main" val="147485047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F8700C-5CFD-D952-EE72-BFF668A44E98}"/>
              </a:ext>
            </a:extLst>
          </p:cNvPr>
          <p:cNvSpPr>
            <a:spLocks noGrp="1"/>
          </p:cNvSpPr>
          <p:nvPr>
            <p:ph type="title"/>
          </p:nvPr>
        </p:nvSpPr>
        <p:spPr/>
        <p:txBody>
          <a:bodyPr anchor="t">
            <a:normAutofit/>
          </a:bodyPr>
          <a:lstStyle/>
          <a:p>
            <a:r>
              <a:rPr lang="en-US"/>
              <a:t>Design Motivation for Agentic Systems</a:t>
            </a:r>
          </a:p>
        </p:txBody>
      </p:sp>
      <p:pic>
        <p:nvPicPr>
          <p:cNvPr id="8" name="Content Placeholder 7" descr="In the near future, smart phones and tablet terminals are held in the hands of artificial intelligence robots. All information is available by cloud computing,&#10;Shopping, telemedicine, education, telecommuting, everything is automated. At the same time the monitoring system will be strengthened for safety.">
            <a:extLst>
              <a:ext uri="{FF2B5EF4-FFF2-40B4-BE49-F238E27FC236}">
                <a16:creationId xmlns:a16="http://schemas.microsoft.com/office/drawing/2014/main" id="{092B1E3D-DD06-43DB-AD2D-03DD10C5F9FB}"/>
              </a:ext>
            </a:extLst>
          </p:cNvPr>
          <p:cNvPicPr>
            <a:picLocks noGrp="1" noChangeAspect="1"/>
          </p:cNvPicPr>
          <p:nvPr>
            <p:ph type="pic" sz="quarter" idx="13"/>
          </p:nvPr>
        </p:nvPicPr>
        <p:blipFill>
          <a:blip r:embed="rId3"/>
          <a:srcRect l="7797" r="7797"/>
          <a:stretch>
            <a:fillRect/>
          </a:stretch>
        </p:blipFill>
        <p:spPr/>
      </p:pic>
      <p:sp>
        <p:nvSpPr>
          <p:cNvPr id="4" name="Content Placeholder 3">
            <a:extLst>
              <a:ext uri="{FF2B5EF4-FFF2-40B4-BE49-F238E27FC236}">
                <a16:creationId xmlns:a16="http://schemas.microsoft.com/office/drawing/2014/main" id="{8F73236E-E0FF-8840-630E-EA340C63845E}"/>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76145" y="1602557"/>
            <a:ext cx="5558655" cy="4786082"/>
          </a:xfrm>
        </p:spPr>
        <p:txBody>
          <a:bodyPr>
            <a:normAutofit/>
          </a:bodyPr>
          <a:lstStyle/>
          <a:p>
            <a:pPr marL="0" indent="0">
              <a:spcBef>
                <a:spcPts val="2500"/>
              </a:spcBef>
              <a:buFont typeface="Arial" panose="020B0604020202020204" pitchFamily="34" charset="0"/>
              <a:buNone/>
            </a:pPr>
            <a:r>
              <a:rPr lang="en-US" sz="1400" b="1" dirty="0"/>
              <a:t>Modular Task Decomposition</a:t>
            </a:r>
          </a:p>
          <a:p>
            <a:pPr marL="0" lvl="1" indent="0">
              <a:buFont typeface="Arial" panose="020B0604020202020204" pitchFamily="34" charset="0"/>
              <a:buNone/>
            </a:pPr>
            <a:r>
              <a:rPr lang="en-US" sz="1400" dirty="0"/>
              <a:t>Agentic AI breaks complex tasks into independent modular components for efficient parallel processing and easy substitutions.</a:t>
            </a:r>
          </a:p>
          <a:p>
            <a:pPr marL="0" indent="0">
              <a:spcBef>
                <a:spcPts val="2500"/>
              </a:spcBef>
              <a:buFont typeface="Arial" panose="020B0604020202020204" pitchFamily="34" charset="0"/>
              <a:buNone/>
            </a:pPr>
            <a:r>
              <a:rPr lang="en-US" sz="1400" b="1" dirty="0"/>
              <a:t>Distributed Autonomous Decision-Making</a:t>
            </a:r>
          </a:p>
          <a:p>
            <a:pPr marL="0" lvl="1" indent="0">
              <a:buFont typeface="Arial" panose="020B0604020202020204" pitchFamily="34" charset="0"/>
              <a:buNone/>
            </a:pPr>
            <a:r>
              <a:rPr lang="en-US" sz="1400" dirty="0"/>
              <a:t>Autonomous agents distribute decision-making to reduce bottlenecks and increase throughput across workflows.</a:t>
            </a:r>
          </a:p>
          <a:p>
            <a:pPr marL="0" indent="0">
              <a:spcBef>
                <a:spcPts val="2500"/>
              </a:spcBef>
              <a:buFont typeface="Arial" panose="020B0604020202020204" pitchFamily="34" charset="0"/>
              <a:buNone/>
            </a:pPr>
            <a:r>
              <a:rPr lang="en-US" sz="1400" b="1" dirty="0"/>
              <a:t>Adaptive Learning and Feedback</a:t>
            </a:r>
          </a:p>
          <a:p>
            <a:pPr marL="0" lvl="1" indent="0">
              <a:buFont typeface="Arial" panose="020B0604020202020204" pitchFamily="34" charset="0"/>
              <a:buNone/>
            </a:pPr>
            <a:r>
              <a:rPr lang="en-US" sz="1400" dirty="0"/>
              <a:t>Agentic systems learn from feedback loops to improve robustness and adapt to real-world uncertainties.</a:t>
            </a:r>
          </a:p>
          <a:p>
            <a:pPr marL="0" indent="0">
              <a:spcBef>
                <a:spcPts val="2500"/>
              </a:spcBef>
              <a:buFont typeface="Arial" panose="020B0604020202020204" pitchFamily="34" charset="0"/>
              <a:buNone/>
            </a:pPr>
            <a:r>
              <a:rPr lang="en-US" sz="1400" b="1" dirty="0"/>
              <a:t>Strategic Human-AI Collaboration</a:t>
            </a:r>
          </a:p>
          <a:p>
            <a:pPr marL="0" lvl="1" indent="0">
              <a:buFont typeface="Arial" panose="020B0604020202020204" pitchFamily="34" charset="0"/>
              <a:buNone/>
            </a:pPr>
            <a:r>
              <a:rPr lang="en-US" sz="1400" dirty="0"/>
              <a:t>Agentic AI automates repetitive data tasks, enabling humans to focus on oversight and creative decision-making.</a:t>
            </a:r>
          </a:p>
        </p:txBody>
      </p:sp>
      <p:sp>
        <p:nvSpPr>
          <p:cNvPr id="5" name="Footer Placeholder 4">
            <a:extLst>
              <a:ext uri="{FF2B5EF4-FFF2-40B4-BE49-F238E27FC236}">
                <a16:creationId xmlns:a16="http://schemas.microsoft.com/office/drawing/2014/main" id="{BE52ADD4-B99A-3F44-5441-81CAECA16854}"/>
              </a:ext>
            </a:extLst>
          </p:cNvPr>
          <p:cNvSpPr>
            <a:spLocks noGrp="1"/>
          </p:cNvSpPr>
          <p:nvPr>
            <p:ph type="ftr" sz="quarter" idx="11"/>
          </p:nvPr>
        </p:nvSpPr>
        <p:spPr/>
        <p:txBody>
          <a:bodyPr anchor="ctr">
            <a:normAutofit/>
          </a:bodyPr>
          <a:lstStyle/>
          <a:p>
            <a:pPr>
              <a:spcAft>
                <a:spcPts val="600"/>
              </a:spcAft>
            </a:pPr>
            <a:r>
              <a:rPr lang="en-US" dirty="0"/>
              <a:t>Sample Footer Text</a:t>
            </a:r>
            <a:endParaRPr lang="en-US"/>
          </a:p>
        </p:txBody>
      </p:sp>
      <p:sp>
        <p:nvSpPr>
          <p:cNvPr id="6" name="Date Placeholder 5">
            <a:extLst>
              <a:ext uri="{FF2B5EF4-FFF2-40B4-BE49-F238E27FC236}">
                <a16:creationId xmlns:a16="http://schemas.microsoft.com/office/drawing/2014/main" id="{413EF3D8-5D21-C9ED-B918-FDAD969D7DD0}"/>
              </a:ext>
            </a:extLst>
          </p:cNvPr>
          <p:cNvSpPr>
            <a:spLocks noGrp="1"/>
          </p:cNvSpPr>
          <p:nvPr>
            <p:ph type="dt" sz="half" idx="10"/>
          </p:nvPr>
        </p:nvSpPr>
        <p:spPr/>
        <p:txBody>
          <a:bodyPr anchor="ctr">
            <a:normAutofit fontScale="25000" lnSpcReduction="20000"/>
          </a:bodyPr>
          <a:lstStyle/>
          <a:p>
            <a:pPr>
              <a:spcAft>
                <a:spcPts val="600"/>
              </a:spcAft>
            </a:pPr>
            <a:fld id="{B20F022F-161E-41B9-A1BC-CC85E43B1AF4}" type="datetime1">
              <a:rPr lang="en-US" smtClean="0"/>
              <a:pPr>
                <a:spcAft>
                  <a:spcPts val="600"/>
                </a:spcAft>
              </a:pPr>
              <a:t>2/26/2026</a:t>
            </a:fld>
            <a:endParaRPr lang="en-US"/>
          </a:p>
        </p:txBody>
      </p:sp>
      <p:sp>
        <p:nvSpPr>
          <p:cNvPr id="7" name="Slide Number Placeholder 6">
            <a:extLst>
              <a:ext uri="{FF2B5EF4-FFF2-40B4-BE49-F238E27FC236}">
                <a16:creationId xmlns:a16="http://schemas.microsoft.com/office/drawing/2014/main" id="{0B076837-062C-95A7-3E39-6778136C5EA7}"/>
              </a:ext>
            </a:extLst>
          </p:cNvPr>
          <p:cNvSpPr>
            <a:spLocks noGrp="1"/>
          </p:cNvSpPr>
          <p:nvPr>
            <p:ph type="sldNum" sz="quarter" idx="12"/>
          </p:nvPr>
        </p:nvSpPr>
        <p:spPr/>
        <p:txBody>
          <a:bodyPr anchor="ctr">
            <a:normAutofit/>
          </a:bodyPr>
          <a:lstStyle/>
          <a:p>
            <a:pPr>
              <a:spcAft>
                <a:spcPts val="600"/>
              </a:spcAft>
            </a:pPr>
            <a:fld id="{DDF60B60-82CA-4BB9-BA6E-A62FADF2374B}" type="slidenum">
              <a:rPr lang="en-US" smtClean="0"/>
              <a:pPr>
                <a:spcAft>
                  <a:spcPts val="600"/>
                </a:spcAft>
              </a:pPr>
              <a:t>3</a:t>
            </a:fld>
            <a:endParaRPr lang="en-US"/>
          </a:p>
        </p:txBody>
      </p:sp>
    </p:spTree>
    <p:extLst>
      <p:ext uri="{BB962C8B-B14F-4D97-AF65-F5344CB8AC3E}">
        <p14:creationId xmlns:p14="http://schemas.microsoft.com/office/powerpoint/2010/main" val="266384220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2E28D2-3573-C7EA-7F0C-0DB40D7A9F2B}"/>
              </a:ext>
            </a:extLst>
          </p:cNvPr>
          <p:cNvSpPr>
            <a:spLocks noGrp="1"/>
          </p:cNvSpPr>
          <p:nvPr>
            <p:ph type="title"/>
          </p:nvPr>
        </p:nvSpPr>
        <p:spPr/>
        <p:txBody>
          <a:bodyPr anchor="t">
            <a:normAutofit/>
          </a:bodyPr>
          <a:lstStyle/>
          <a:p>
            <a:r>
              <a:rPr lang="en-US"/>
              <a:t>Agentic AI Operating Cycle</a:t>
            </a:r>
          </a:p>
        </p:txBody>
      </p:sp>
      <p:sp>
        <p:nvSpPr>
          <p:cNvPr id="4" name="Content Placeholder 3">
            <a:extLst>
              <a:ext uri="{FF2B5EF4-FFF2-40B4-BE49-F238E27FC236}">
                <a16:creationId xmlns:a16="http://schemas.microsoft.com/office/drawing/2014/main" id="{D3933C69-C7F1-7CA1-59E4-65504C5DDBF2}"/>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78071" y="1602557"/>
            <a:ext cx="5558655" cy="4493443"/>
          </a:xfrm>
        </p:spPr>
        <p:txBody>
          <a:bodyPr>
            <a:normAutofit/>
          </a:bodyPr>
          <a:lstStyle/>
          <a:p>
            <a:pPr marL="0" indent="0">
              <a:spcBef>
                <a:spcPts val="2500"/>
              </a:spcBef>
              <a:buFont typeface="Arial" panose="020B0604020202020204" pitchFamily="34" charset="0"/>
              <a:buNone/>
            </a:pPr>
            <a:r>
              <a:rPr lang="en-US" sz="1400" b="1" dirty="0"/>
              <a:t>Perception Stage</a:t>
            </a:r>
          </a:p>
          <a:p>
            <a:pPr marL="0" lvl="1" indent="0">
              <a:buFont typeface="Arial" panose="020B0604020202020204" pitchFamily="34" charset="0"/>
              <a:buNone/>
            </a:pPr>
            <a:r>
              <a:rPr lang="en-US" sz="1400" dirty="0"/>
              <a:t>Agents gather information from diverse sources like APIs, sensors, documents, and web data to understand the environment.</a:t>
            </a:r>
          </a:p>
          <a:p>
            <a:pPr marL="0" indent="0">
              <a:spcBef>
                <a:spcPts val="2500"/>
              </a:spcBef>
              <a:buFont typeface="Arial" panose="020B0604020202020204" pitchFamily="34" charset="0"/>
              <a:buNone/>
            </a:pPr>
            <a:r>
              <a:rPr lang="en-US" sz="1400" b="1" dirty="0"/>
              <a:t>Reasoning Stage</a:t>
            </a:r>
          </a:p>
          <a:p>
            <a:pPr marL="0" lvl="1" indent="0">
              <a:buFont typeface="Arial" panose="020B0604020202020204" pitchFamily="34" charset="0"/>
              <a:buNone/>
            </a:pPr>
            <a:r>
              <a:rPr lang="en-US" sz="1400" dirty="0"/>
              <a:t>The agent processes gathered data using inference models to understand context and generate insights.</a:t>
            </a:r>
          </a:p>
          <a:p>
            <a:pPr marL="0" indent="0">
              <a:spcBef>
                <a:spcPts val="2500"/>
              </a:spcBef>
              <a:buFont typeface="Arial" panose="020B0604020202020204" pitchFamily="34" charset="0"/>
              <a:buNone/>
            </a:pPr>
            <a:r>
              <a:rPr lang="en-US" sz="1400" b="1" dirty="0"/>
              <a:t>Planning Stage</a:t>
            </a:r>
          </a:p>
          <a:p>
            <a:pPr marL="0" lvl="1" indent="0">
              <a:buFont typeface="Arial" panose="020B0604020202020204" pitchFamily="34" charset="0"/>
              <a:buNone/>
            </a:pPr>
            <a:r>
              <a:rPr lang="en-US" sz="1400" dirty="0"/>
              <a:t>High-level goals are broken into actionable steps involving tool selection and coordination with other agents.</a:t>
            </a:r>
          </a:p>
          <a:p>
            <a:pPr marL="0" indent="0">
              <a:spcBef>
                <a:spcPts val="2500"/>
              </a:spcBef>
              <a:buFont typeface="Arial" panose="020B0604020202020204" pitchFamily="34" charset="0"/>
              <a:buNone/>
            </a:pPr>
            <a:r>
              <a:rPr lang="en-US" sz="1400" b="1" dirty="0"/>
              <a:t>Action and Reflection</a:t>
            </a:r>
          </a:p>
          <a:p>
            <a:pPr marL="0" lvl="1" indent="0">
              <a:buFont typeface="Arial" panose="020B0604020202020204" pitchFamily="34" charset="0"/>
              <a:buNone/>
            </a:pPr>
            <a:r>
              <a:rPr lang="en-US" sz="1400" dirty="0"/>
              <a:t>Agents execute plans via tools and systems, then evaluate outcomes to refine future strategies.</a:t>
            </a:r>
          </a:p>
        </p:txBody>
      </p:sp>
      <p:sp>
        <p:nvSpPr>
          <p:cNvPr id="5" name="Footer Placeholder 4">
            <a:extLst>
              <a:ext uri="{FF2B5EF4-FFF2-40B4-BE49-F238E27FC236}">
                <a16:creationId xmlns:a16="http://schemas.microsoft.com/office/drawing/2014/main" id="{57C01E03-7478-5B8C-3B9D-8A23668EF963}"/>
              </a:ext>
            </a:extLst>
          </p:cNvPr>
          <p:cNvSpPr>
            <a:spLocks noGrp="1"/>
          </p:cNvSpPr>
          <p:nvPr>
            <p:ph type="ftr" sz="quarter" idx="11"/>
          </p:nvPr>
        </p:nvSpPr>
        <p:spPr/>
        <p:txBody>
          <a:bodyPr anchor="ctr">
            <a:normAutofit/>
          </a:bodyPr>
          <a:lstStyle/>
          <a:p>
            <a:pPr>
              <a:spcAft>
                <a:spcPts val="600"/>
              </a:spcAft>
            </a:pPr>
            <a:r>
              <a:rPr lang="en-US" dirty="0"/>
              <a:t>Sample Footer Text</a:t>
            </a:r>
            <a:endParaRPr lang="en-US"/>
          </a:p>
        </p:txBody>
      </p:sp>
      <p:sp>
        <p:nvSpPr>
          <p:cNvPr id="6" name="Date Placeholder 5">
            <a:extLst>
              <a:ext uri="{FF2B5EF4-FFF2-40B4-BE49-F238E27FC236}">
                <a16:creationId xmlns:a16="http://schemas.microsoft.com/office/drawing/2014/main" id="{0D54744E-0342-A613-21A9-2D013A3690F4}"/>
              </a:ext>
            </a:extLst>
          </p:cNvPr>
          <p:cNvSpPr>
            <a:spLocks noGrp="1"/>
          </p:cNvSpPr>
          <p:nvPr>
            <p:ph type="dt" sz="half" idx="10"/>
          </p:nvPr>
        </p:nvSpPr>
        <p:spPr/>
        <p:txBody>
          <a:bodyPr anchor="ctr">
            <a:normAutofit fontScale="25000" lnSpcReduction="20000"/>
          </a:bodyPr>
          <a:lstStyle/>
          <a:p>
            <a:pPr>
              <a:spcAft>
                <a:spcPts val="600"/>
              </a:spcAft>
            </a:pPr>
            <a:fld id="{B20F022F-161E-41B9-A1BC-CC85E43B1AF4}" type="datetime1">
              <a:rPr lang="en-US" smtClean="0"/>
              <a:pPr>
                <a:spcAft>
                  <a:spcPts val="600"/>
                </a:spcAft>
              </a:pPr>
              <a:t>2/26/2026</a:t>
            </a:fld>
            <a:endParaRPr lang="en-US"/>
          </a:p>
        </p:txBody>
      </p:sp>
      <p:sp>
        <p:nvSpPr>
          <p:cNvPr id="7" name="Slide Number Placeholder 6">
            <a:extLst>
              <a:ext uri="{FF2B5EF4-FFF2-40B4-BE49-F238E27FC236}">
                <a16:creationId xmlns:a16="http://schemas.microsoft.com/office/drawing/2014/main" id="{9497C258-D4AC-A013-27AA-C99D3F951923}"/>
              </a:ext>
            </a:extLst>
          </p:cNvPr>
          <p:cNvSpPr>
            <a:spLocks noGrp="1"/>
          </p:cNvSpPr>
          <p:nvPr>
            <p:ph type="sldNum" sz="quarter" idx="12"/>
          </p:nvPr>
        </p:nvSpPr>
        <p:spPr/>
        <p:txBody>
          <a:bodyPr anchor="ctr">
            <a:normAutofit/>
          </a:bodyPr>
          <a:lstStyle/>
          <a:p>
            <a:pPr>
              <a:spcAft>
                <a:spcPts val="600"/>
              </a:spcAft>
            </a:pPr>
            <a:fld id="{DDF60B60-82CA-4BB9-BA6E-A62FADF2374B}" type="slidenum">
              <a:rPr lang="en-US" smtClean="0"/>
              <a:pPr>
                <a:spcAft>
                  <a:spcPts val="600"/>
                </a:spcAft>
              </a:pPr>
              <a:t>4</a:t>
            </a:fld>
            <a:endParaRPr lang="en-US"/>
          </a:p>
        </p:txBody>
      </p:sp>
      <p:pic>
        <p:nvPicPr>
          <p:cNvPr id="1026" name="Picture 2">
            <a:extLst>
              <a:ext uri="{FF2B5EF4-FFF2-40B4-BE49-F238E27FC236}">
                <a16:creationId xmlns:a16="http://schemas.microsoft.com/office/drawing/2014/main" id="{6C7F2FA9-5D72-FFA6-B353-72ED6778600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674" y="1914525"/>
            <a:ext cx="5715000" cy="30289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204652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EC7727-E411-219F-107B-81534D565667}"/>
              </a:ext>
            </a:extLst>
          </p:cNvPr>
          <p:cNvSpPr>
            <a:spLocks noGrp="1"/>
          </p:cNvSpPr>
          <p:nvPr>
            <p:ph type="title"/>
          </p:nvPr>
        </p:nvSpPr>
        <p:spPr/>
        <p:txBody>
          <a:bodyPr anchor="b">
            <a:normAutofit/>
          </a:bodyPr>
          <a:lstStyle/>
          <a:p>
            <a:r>
              <a:rPr lang="en-US"/>
              <a:t>Agentic AI Implementation Patterns</a:t>
            </a:r>
          </a:p>
        </p:txBody>
      </p:sp>
      <p:sp>
        <p:nvSpPr>
          <p:cNvPr id="4" name="Footer Placeholder 3">
            <a:extLst>
              <a:ext uri="{FF2B5EF4-FFF2-40B4-BE49-F238E27FC236}">
                <a16:creationId xmlns:a16="http://schemas.microsoft.com/office/drawing/2014/main" id="{E5D39E9B-567C-8290-201F-2BA4CA88118C}"/>
              </a:ext>
            </a:extLst>
          </p:cNvPr>
          <p:cNvSpPr>
            <a:spLocks noGrp="1"/>
          </p:cNvSpPr>
          <p:nvPr>
            <p:ph type="ftr" sz="quarter" idx="11"/>
          </p:nvPr>
        </p:nvSpPr>
        <p:spPr/>
        <p:txBody>
          <a:bodyPr anchor="ctr">
            <a:normAutofit/>
          </a:bodyPr>
          <a:lstStyle/>
          <a:p>
            <a:pPr>
              <a:spcAft>
                <a:spcPts val="600"/>
              </a:spcAft>
            </a:pPr>
            <a:r>
              <a:rPr lang="en-US" dirty="0"/>
              <a:t>Sample Footer Text</a:t>
            </a:r>
            <a:endParaRPr lang="en-US"/>
          </a:p>
        </p:txBody>
      </p:sp>
      <p:sp>
        <p:nvSpPr>
          <p:cNvPr id="5" name="Date Placeholder 4">
            <a:extLst>
              <a:ext uri="{FF2B5EF4-FFF2-40B4-BE49-F238E27FC236}">
                <a16:creationId xmlns:a16="http://schemas.microsoft.com/office/drawing/2014/main" id="{00CE1240-7CBD-F060-46B9-9BD0C61C5C47}"/>
              </a:ext>
            </a:extLst>
          </p:cNvPr>
          <p:cNvSpPr>
            <a:spLocks noGrp="1"/>
          </p:cNvSpPr>
          <p:nvPr>
            <p:ph type="dt" sz="half" idx="10"/>
          </p:nvPr>
        </p:nvSpPr>
        <p:spPr/>
        <p:txBody>
          <a:bodyPr anchor="ctr">
            <a:normAutofit fontScale="25000" lnSpcReduction="20000"/>
          </a:bodyPr>
          <a:lstStyle/>
          <a:p>
            <a:pPr>
              <a:spcAft>
                <a:spcPts val="600"/>
              </a:spcAft>
            </a:pPr>
            <a:fld id="{8A278C13-F8B8-4237-9811-6A882F130BDA}" type="datetime1">
              <a:rPr lang="en-US" smtClean="0"/>
              <a:pPr>
                <a:spcAft>
                  <a:spcPts val="600"/>
                </a:spcAft>
              </a:pPr>
              <a:t>2/26/2026</a:t>
            </a:fld>
            <a:endParaRPr lang="en-US"/>
          </a:p>
        </p:txBody>
      </p:sp>
      <p:sp>
        <p:nvSpPr>
          <p:cNvPr id="6" name="Slide Number Placeholder 5">
            <a:extLst>
              <a:ext uri="{FF2B5EF4-FFF2-40B4-BE49-F238E27FC236}">
                <a16:creationId xmlns:a16="http://schemas.microsoft.com/office/drawing/2014/main" id="{AFF33A8B-4A20-09E9-FAA7-6286D95EC42B}"/>
              </a:ext>
            </a:extLst>
          </p:cNvPr>
          <p:cNvSpPr>
            <a:spLocks noGrp="1"/>
          </p:cNvSpPr>
          <p:nvPr>
            <p:ph type="sldNum" sz="quarter" idx="12"/>
          </p:nvPr>
        </p:nvSpPr>
        <p:spPr/>
        <p:txBody>
          <a:bodyPr anchor="ctr">
            <a:normAutofit/>
          </a:bodyPr>
          <a:lstStyle/>
          <a:p>
            <a:pPr>
              <a:spcAft>
                <a:spcPts val="600"/>
              </a:spcAft>
            </a:pPr>
            <a:fld id="{DDF60B60-82CA-4BB9-BA6E-A62FADF2374B}" type="slidenum">
              <a:rPr lang="en-US" smtClean="0"/>
              <a:pPr>
                <a:spcAft>
                  <a:spcPts val="600"/>
                </a:spcAft>
              </a:pPr>
              <a:t>5</a:t>
            </a:fld>
            <a:endParaRPr lang="en-US"/>
          </a:p>
        </p:txBody>
      </p:sp>
    </p:spTree>
    <p:extLst>
      <p:ext uri="{BB962C8B-B14F-4D97-AF65-F5344CB8AC3E}">
        <p14:creationId xmlns:p14="http://schemas.microsoft.com/office/powerpoint/2010/main" val="21427278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AC02CE-0BDB-34F3-0CAF-175C38018228}"/>
              </a:ext>
            </a:extLst>
          </p:cNvPr>
          <p:cNvSpPr>
            <a:spLocks noGrp="1"/>
          </p:cNvSpPr>
          <p:nvPr>
            <p:ph type="title"/>
          </p:nvPr>
        </p:nvSpPr>
        <p:spPr>
          <a:xfrm>
            <a:off x="457199" y="377072"/>
            <a:ext cx="4958078" cy="1225485"/>
          </a:xfrm>
        </p:spPr>
        <p:txBody>
          <a:bodyPr anchor="t">
            <a:normAutofit/>
          </a:bodyPr>
          <a:lstStyle/>
          <a:p>
            <a:r>
              <a:rPr lang="en-US" dirty="0"/>
              <a:t>Best Practices for Robust Deployment</a:t>
            </a:r>
          </a:p>
        </p:txBody>
      </p:sp>
      <p:pic>
        <p:nvPicPr>
          <p:cNvPr id="13" name="Picture 12">
            <a:extLst>
              <a:ext uri="{FF2B5EF4-FFF2-40B4-BE49-F238E27FC236}">
                <a16:creationId xmlns:a16="http://schemas.microsoft.com/office/drawing/2014/main" id="{6C465ED3-036A-9816-908C-A799508EEA9D}"/>
              </a:ext>
            </a:extLst>
          </p:cNvPr>
          <p:cNvPicPr>
            <a:picLocks noChangeAspect="1"/>
          </p:cNvPicPr>
          <p:nvPr/>
        </p:nvPicPr>
        <p:blipFill>
          <a:blip r:embed="rId3"/>
          <a:stretch>
            <a:fillRect/>
          </a:stretch>
        </p:blipFill>
        <p:spPr>
          <a:xfrm>
            <a:off x="-304800" y="1558932"/>
            <a:ext cx="6327805" cy="3622667"/>
          </a:xfrm>
          <a:prstGeom prst="rect">
            <a:avLst/>
          </a:prstGeom>
          <a:noFill/>
        </p:spPr>
      </p:pic>
      <p:sp>
        <p:nvSpPr>
          <p:cNvPr id="4" name="Content Placeholder 3">
            <a:extLst>
              <a:ext uri="{FF2B5EF4-FFF2-40B4-BE49-F238E27FC236}">
                <a16:creationId xmlns:a16="http://schemas.microsoft.com/office/drawing/2014/main" id="{933377BC-8036-6636-289C-ED2CA06A0EB9}"/>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76142" y="377072"/>
            <a:ext cx="5558655" cy="4956928"/>
          </a:xfrm>
        </p:spPr>
        <p:txBody>
          <a:bodyPr>
            <a:normAutofit/>
          </a:bodyPr>
          <a:lstStyle/>
          <a:p>
            <a:pPr marL="0" indent="0">
              <a:spcBef>
                <a:spcPts val="2500"/>
              </a:spcBef>
              <a:buFont typeface="Arial" panose="020B0604020202020204" pitchFamily="34" charset="0"/>
              <a:buNone/>
            </a:pPr>
            <a:endParaRPr lang="en-US" sz="1400" b="1" dirty="0"/>
          </a:p>
          <a:p>
            <a:pPr marL="0" indent="0">
              <a:spcBef>
                <a:spcPts val="2500"/>
              </a:spcBef>
              <a:buFont typeface="Arial" panose="020B0604020202020204" pitchFamily="34" charset="0"/>
              <a:buNone/>
            </a:pPr>
            <a:endParaRPr lang="en-US" sz="1400" b="1" dirty="0"/>
          </a:p>
          <a:p>
            <a:pPr marL="0" indent="0">
              <a:spcBef>
                <a:spcPts val="2500"/>
              </a:spcBef>
              <a:buFont typeface="Arial" panose="020B0604020202020204" pitchFamily="34" charset="0"/>
              <a:buNone/>
            </a:pPr>
            <a:r>
              <a:rPr lang="en-US" sz="1400" b="1" dirty="0"/>
              <a:t>Clear Objectives and Quality Data</a:t>
            </a:r>
          </a:p>
          <a:p>
            <a:pPr marL="0" lvl="1" indent="0">
              <a:buFont typeface="Arial" panose="020B0604020202020204" pitchFamily="34" charset="0"/>
              <a:buNone/>
            </a:pPr>
            <a:r>
              <a:rPr lang="en-US" sz="1400" dirty="0"/>
              <a:t>Define specific tasks and success metrics while using high-quality datasets for accurate AI decision-making.</a:t>
            </a:r>
          </a:p>
          <a:p>
            <a:pPr marL="0" indent="0">
              <a:spcBef>
                <a:spcPts val="2500"/>
              </a:spcBef>
              <a:buFont typeface="Arial" panose="020B0604020202020204" pitchFamily="34" charset="0"/>
              <a:buNone/>
            </a:pPr>
            <a:r>
              <a:rPr lang="en-US" sz="1400" b="1" dirty="0"/>
              <a:t>Ethical and Security Practices</a:t>
            </a:r>
          </a:p>
          <a:p>
            <a:pPr marL="0" lvl="1" indent="0">
              <a:buFont typeface="Arial" panose="020B0604020202020204" pitchFamily="34" charset="0"/>
              <a:buNone/>
            </a:pPr>
            <a:r>
              <a:rPr lang="en-US" sz="1400" dirty="0"/>
              <a:t>Mitigate biases and implement encryption, access control, and audit trails to protect AI systems securely.</a:t>
            </a:r>
          </a:p>
          <a:p>
            <a:pPr marL="0" indent="0">
              <a:spcBef>
                <a:spcPts val="2500"/>
              </a:spcBef>
              <a:buFont typeface="Arial" panose="020B0604020202020204" pitchFamily="34" charset="0"/>
              <a:buNone/>
            </a:pPr>
            <a:r>
              <a:rPr lang="en-US" sz="1400" b="1" dirty="0"/>
              <a:t>Explainability and Integration</a:t>
            </a:r>
          </a:p>
          <a:p>
            <a:pPr marL="0" lvl="1" indent="0">
              <a:buFont typeface="Arial" panose="020B0604020202020204" pitchFamily="34" charset="0"/>
              <a:buNone/>
            </a:pPr>
            <a:r>
              <a:rPr lang="en-US" sz="1400" dirty="0"/>
              <a:t>Use explainability tools for transparency and ensure smooth integration with existing IT infrastructure.</a:t>
            </a:r>
          </a:p>
          <a:p>
            <a:pPr marL="0" indent="0">
              <a:spcBef>
                <a:spcPts val="2500"/>
              </a:spcBef>
              <a:buFont typeface="Arial" panose="020B0604020202020204" pitchFamily="34" charset="0"/>
              <a:buNone/>
            </a:pPr>
            <a:r>
              <a:rPr lang="en-US" sz="1400" b="1" dirty="0"/>
              <a:t>Continuous Monitoring and Evaluation</a:t>
            </a:r>
          </a:p>
          <a:p>
            <a:pPr marL="0" lvl="1" indent="0">
              <a:buFont typeface="Arial" panose="020B0604020202020204" pitchFamily="34" charset="0"/>
              <a:buNone/>
            </a:pPr>
            <a:r>
              <a:rPr lang="en-US" sz="1400" dirty="0"/>
              <a:t>Regularly monitor AI to detect performance drift, emerging biases, and integrity threats for trustworthiness.</a:t>
            </a:r>
          </a:p>
        </p:txBody>
      </p:sp>
      <p:sp>
        <p:nvSpPr>
          <p:cNvPr id="7" name="Slide Number Placeholder 6">
            <a:extLst>
              <a:ext uri="{FF2B5EF4-FFF2-40B4-BE49-F238E27FC236}">
                <a16:creationId xmlns:a16="http://schemas.microsoft.com/office/drawing/2014/main" id="{2D376F60-776A-B7B0-6EEC-57A07E25CB4B}"/>
              </a:ext>
            </a:extLst>
          </p:cNvPr>
          <p:cNvSpPr>
            <a:spLocks noGrp="1"/>
          </p:cNvSpPr>
          <p:nvPr>
            <p:ph type="sldNum" sz="quarter" idx="12"/>
          </p:nvPr>
        </p:nvSpPr>
        <p:spPr>
          <a:xfrm>
            <a:off x="11443580" y="6372000"/>
            <a:ext cx="268995" cy="144000"/>
          </a:xfrm>
        </p:spPr>
        <p:txBody>
          <a:bodyPr anchor="ctr">
            <a:normAutofit/>
          </a:bodyPr>
          <a:lstStyle/>
          <a:p>
            <a:pPr>
              <a:spcAft>
                <a:spcPts val="600"/>
              </a:spcAft>
            </a:pPr>
            <a:fld id="{DDF60B60-82CA-4BB9-BA6E-A62FADF2374B}" type="slidenum">
              <a:rPr lang="en-US" smtClean="0"/>
              <a:pPr>
                <a:spcAft>
                  <a:spcPts val="600"/>
                </a:spcAft>
              </a:pPr>
              <a:t>6</a:t>
            </a:fld>
            <a:endParaRPr lang="en-US"/>
          </a:p>
        </p:txBody>
      </p:sp>
      <p:sp>
        <p:nvSpPr>
          <p:cNvPr id="6" name="Date Placeholder 5">
            <a:extLst>
              <a:ext uri="{FF2B5EF4-FFF2-40B4-BE49-F238E27FC236}">
                <a16:creationId xmlns:a16="http://schemas.microsoft.com/office/drawing/2014/main" id="{A86A5A32-6F41-0E96-B8F9-BA05E08A4776}"/>
              </a:ext>
            </a:extLst>
          </p:cNvPr>
          <p:cNvSpPr>
            <a:spLocks noGrp="1"/>
          </p:cNvSpPr>
          <p:nvPr>
            <p:ph type="dt" sz="half" idx="10"/>
          </p:nvPr>
        </p:nvSpPr>
        <p:spPr/>
        <p:txBody>
          <a:bodyPr anchor="ctr">
            <a:normAutofit fontScale="25000" lnSpcReduction="20000"/>
          </a:bodyPr>
          <a:lstStyle/>
          <a:p>
            <a:pPr>
              <a:lnSpc>
                <a:spcPct val="90000"/>
              </a:lnSpc>
              <a:spcAft>
                <a:spcPts val="600"/>
              </a:spcAft>
            </a:pPr>
            <a:fld id="{B20F022F-161E-41B9-A1BC-CC85E43B1AF4}" type="datetime1">
              <a:rPr lang="en-US" sz="500" smtClean="0"/>
              <a:pPr>
                <a:lnSpc>
                  <a:spcPct val="90000"/>
                </a:lnSpc>
                <a:spcAft>
                  <a:spcPts val="600"/>
                </a:spcAft>
              </a:pPr>
              <a:t>2/26/2026</a:t>
            </a:fld>
            <a:endParaRPr lang="en-US" sz="500"/>
          </a:p>
        </p:txBody>
      </p:sp>
      <p:sp>
        <p:nvSpPr>
          <p:cNvPr id="5" name="Footer Placeholder 4">
            <a:extLst>
              <a:ext uri="{FF2B5EF4-FFF2-40B4-BE49-F238E27FC236}">
                <a16:creationId xmlns:a16="http://schemas.microsoft.com/office/drawing/2014/main" id="{B2C9DF73-26B2-5324-52EE-AA3D0F89247E}"/>
              </a:ext>
            </a:extLst>
          </p:cNvPr>
          <p:cNvSpPr>
            <a:spLocks noGrp="1"/>
          </p:cNvSpPr>
          <p:nvPr>
            <p:ph type="ftr" sz="quarter" idx="11"/>
          </p:nvPr>
        </p:nvSpPr>
        <p:spPr/>
        <p:txBody>
          <a:bodyPr anchor="ctr">
            <a:normAutofit/>
          </a:bodyPr>
          <a:lstStyle/>
          <a:p>
            <a:pPr>
              <a:spcAft>
                <a:spcPts val="600"/>
              </a:spcAft>
            </a:pPr>
            <a:r>
              <a:rPr lang="en-US" dirty="0"/>
              <a:t>Sample Footer Text</a:t>
            </a:r>
            <a:endParaRPr lang="en-US"/>
          </a:p>
        </p:txBody>
      </p:sp>
    </p:spTree>
    <p:extLst>
      <p:ext uri="{BB962C8B-B14F-4D97-AF65-F5344CB8AC3E}">
        <p14:creationId xmlns:p14="http://schemas.microsoft.com/office/powerpoint/2010/main" val="302975112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416352-2B1E-34D0-D8DE-28161E09A1AA}"/>
              </a:ext>
            </a:extLst>
          </p:cNvPr>
          <p:cNvSpPr>
            <a:spLocks noGrp="1"/>
          </p:cNvSpPr>
          <p:nvPr>
            <p:ph type="title"/>
          </p:nvPr>
        </p:nvSpPr>
        <p:spPr>
          <a:xfrm>
            <a:off x="457199" y="377072"/>
            <a:ext cx="4958078" cy="1225485"/>
          </a:xfrm>
        </p:spPr>
        <p:txBody>
          <a:bodyPr anchor="t">
            <a:normAutofit/>
          </a:bodyPr>
          <a:lstStyle/>
          <a:p>
            <a:r>
              <a:rPr lang="en-US" dirty="0"/>
              <a:t>Agentic Patterns and Collaboration Models</a:t>
            </a:r>
          </a:p>
        </p:txBody>
      </p:sp>
      <p:pic>
        <p:nvPicPr>
          <p:cNvPr id="21" name="Picture 20">
            <a:extLst>
              <a:ext uri="{FF2B5EF4-FFF2-40B4-BE49-F238E27FC236}">
                <a16:creationId xmlns:a16="http://schemas.microsoft.com/office/drawing/2014/main" id="{2F75D9C2-E0A5-B20F-0C40-787009E74F18}"/>
              </a:ext>
            </a:extLst>
          </p:cNvPr>
          <p:cNvPicPr>
            <a:picLocks noChangeAspect="1"/>
          </p:cNvPicPr>
          <p:nvPr/>
        </p:nvPicPr>
        <p:blipFill>
          <a:blip r:embed="rId3"/>
          <a:stretch>
            <a:fillRect/>
          </a:stretch>
        </p:blipFill>
        <p:spPr>
          <a:xfrm>
            <a:off x="0" y="1602557"/>
            <a:ext cx="5758172" cy="3771603"/>
          </a:xfrm>
          <a:prstGeom prst="rect">
            <a:avLst/>
          </a:prstGeom>
          <a:noFill/>
        </p:spPr>
      </p:pic>
      <p:sp>
        <p:nvSpPr>
          <p:cNvPr id="4" name="Content Placeholder 3">
            <a:extLst>
              <a:ext uri="{FF2B5EF4-FFF2-40B4-BE49-F238E27FC236}">
                <a16:creationId xmlns:a16="http://schemas.microsoft.com/office/drawing/2014/main" id="{B58D10DD-C7BA-90EF-3C24-A5797FFDB9F1}"/>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76142" y="377072"/>
            <a:ext cx="5558655" cy="5797484"/>
          </a:xfrm>
        </p:spPr>
        <p:txBody>
          <a:bodyPr>
            <a:normAutofit/>
          </a:bodyPr>
          <a:lstStyle/>
          <a:p>
            <a:pPr marL="0" indent="0">
              <a:spcBef>
                <a:spcPts val="2500"/>
              </a:spcBef>
              <a:buFont typeface="Arial" panose="020B0604020202020204" pitchFamily="34" charset="0"/>
              <a:buNone/>
            </a:pPr>
            <a:endParaRPr lang="en-US" sz="1400" b="1"/>
          </a:p>
          <a:p>
            <a:pPr marL="0" indent="0">
              <a:spcBef>
                <a:spcPts val="2500"/>
              </a:spcBef>
              <a:buFont typeface="Arial" panose="020B0604020202020204" pitchFamily="34" charset="0"/>
              <a:buNone/>
            </a:pPr>
            <a:r>
              <a:rPr lang="en-US" sz="1400" b="1"/>
              <a:t>Reflection-Driven Agents</a:t>
            </a:r>
          </a:p>
          <a:p>
            <a:pPr marL="0" lvl="1" indent="0">
              <a:buFont typeface="Arial" panose="020B0604020202020204" pitchFamily="34" charset="0"/>
              <a:buNone/>
            </a:pPr>
            <a:r>
              <a:rPr lang="en-US" sz="1400"/>
              <a:t>Agents use self-evaluation to iteratively refine strategies, enhancing performance over time.</a:t>
            </a:r>
          </a:p>
          <a:p>
            <a:pPr marL="0" indent="0">
              <a:spcBef>
                <a:spcPts val="2500"/>
              </a:spcBef>
              <a:buFont typeface="Arial" panose="020B0604020202020204" pitchFamily="34" charset="0"/>
              <a:buNone/>
            </a:pPr>
            <a:r>
              <a:rPr lang="en-US" sz="1400" b="1"/>
              <a:t>Tool-Using Agents</a:t>
            </a:r>
          </a:p>
          <a:p>
            <a:pPr marL="0" lvl="1" indent="0">
              <a:buFont typeface="Arial" panose="020B0604020202020204" pitchFamily="34" charset="0"/>
              <a:buNone/>
            </a:pPr>
            <a:r>
              <a:rPr lang="en-US" sz="1400"/>
              <a:t>These agents extend reasoning by leveraging external tools like search APIs and computational modules.</a:t>
            </a:r>
          </a:p>
          <a:p>
            <a:pPr marL="0" indent="0">
              <a:spcBef>
                <a:spcPts val="2500"/>
              </a:spcBef>
              <a:buFont typeface="Arial" panose="020B0604020202020204" pitchFamily="34" charset="0"/>
              <a:buNone/>
            </a:pPr>
            <a:r>
              <a:rPr lang="en-US" sz="1400" b="1"/>
              <a:t>Planning-Based Agents</a:t>
            </a:r>
          </a:p>
          <a:p>
            <a:pPr marL="0" lvl="1" indent="0">
              <a:buFont typeface="Arial" panose="020B0604020202020204" pitchFamily="34" charset="0"/>
              <a:buNone/>
            </a:pPr>
            <a:r>
              <a:rPr lang="en-US" sz="1400"/>
              <a:t>Break down complex tasks into multi-step sequences, enabling structured task orchestration.</a:t>
            </a:r>
          </a:p>
          <a:p>
            <a:pPr marL="0" indent="0">
              <a:spcBef>
                <a:spcPts val="2500"/>
              </a:spcBef>
              <a:buFont typeface="Arial" panose="020B0604020202020204" pitchFamily="34" charset="0"/>
              <a:buNone/>
            </a:pPr>
            <a:r>
              <a:rPr lang="en-US" sz="1400" b="1"/>
              <a:t>Multi-Agent Collaboration</a:t>
            </a:r>
          </a:p>
          <a:p>
            <a:pPr marL="0" lvl="1" indent="0">
              <a:buFont typeface="Arial" panose="020B0604020202020204" pitchFamily="34" charset="0"/>
              <a:buNone/>
            </a:pPr>
            <a:r>
              <a:rPr lang="en-US" sz="1400"/>
              <a:t>Multiple autonomous agents collaborate, share insights, and divide responsibilities for better outcomes.</a:t>
            </a:r>
          </a:p>
        </p:txBody>
      </p:sp>
      <p:sp>
        <p:nvSpPr>
          <p:cNvPr id="7" name="Slide Number Placeholder 6">
            <a:extLst>
              <a:ext uri="{FF2B5EF4-FFF2-40B4-BE49-F238E27FC236}">
                <a16:creationId xmlns:a16="http://schemas.microsoft.com/office/drawing/2014/main" id="{1D99F149-B014-3E6F-194B-53576E48D477}"/>
              </a:ext>
            </a:extLst>
          </p:cNvPr>
          <p:cNvSpPr>
            <a:spLocks noGrp="1"/>
          </p:cNvSpPr>
          <p:nvPr>
            <p:ph type="sldNum" sz="quarter" idx="12"/>
          </p:nvPr>
        </p:nvSpPr>
        <p:spPr>
          <a:xfrm>
            <a:off x="11443580" y="6372000"/>
            <a:ext cx="268995" cy="144000"/>
          </a:xfrm>
        </p:spPr>
        <p:txBody>
          <a:bodyPr anchor="ctr">
            <a:normAutofit/>
          </a:bodyPr>
          <a:lstStyle/>
          <a:p>
            <a:pPr>
              <a:spcAft>
                <a:spcPts val="600"/>
              </a:spcAft>
            </a:pPr>
            <a:fld id="{DDF60B60-82CA-4BB9-BA6E-A62FADF2374B}" type="slidenum">
              <a:rPr lang="en-US" smtClean="0"/>
              <a:pPr>
                <a:spcAft>
                  <a:spcPts val="600"/>
                </a:spcAft>
              </a:pPr>
              <a:t>7</a:t>
            </a:fld>
            <a:endParaRPr lang="en-US"/>
          </a:p>
        </p:txBody>
      </p:sp>
      <p:sp>
        <p:nvSpPr>
          <p:cNvPr id="6" name="Date Placeholder 5">
            <a:extLst>
              <a:ext uri="{FF2B5EF4-FFF2-40B4-BE49-F238E27FC236}">
                <a16:creationId xmlns:a16="http://schemas.microsoft.com/office/drawing/2014/main" id="{D5509A8F-599F-3A63-CA67-17AD42EBB228}"/>
              </a:ext>
            </a:extLst>
          </p:cNvPr>
          <p:cNvSpPr>
            <a:spLocks noGrp="1"/>
          </p:cNvSpPr>
          <p:nvPr>
            <p:ph type="dt" sz="half" idx="10"/>
          </p:nvPr>
        </p:nvSpPr>
        <p:spPr/>
        <p:txBody>
          <a:bodyPr anchor="ctr">
            <a:normAutofit fontScale="25000" lnSpcReduction="20000"/>
          </a:bodyPr>
          <a:lstStyle/>
          <a:p>
            <a:pPr>
              <a:lnSpc>
                <a:spcPct val="90000"/>
              </a:lnSpc>
              <a:spcAft>
                <a:spcPts val="600"/>
              </a:spcAft>
            </a:pPr>
            <a:fld id="{B20F022F-161E-41B9-A1BC-CC85E43B1AF4}" type="datetime1">
              <a:rPr lang="en-US" sz="500" smtClean="0"/>
              <a:pPr>
                <a:lnSpc>
                  <a:spcPct val="90000"/>
                </a:lnSpc>
                <a:spcAft>
                  <a:spcPts val="600"/>
                </a:spcAft>
              </a:pPr>
              <a:t>2/26/2026</a:t>
            </a:fld>
            <a:endParaRPr lang="en-US" sz="500"/>
          </a:p>
        </p:txBody>
      </p:sp>
      <p:sp>
        <p:nvSpPr>
          <p:cNvPr id="5" name="Footer Placeholder 4">
            <a:extLst>
              <a:ext uri="{FF2B5EF4-FFF2-40B4-BE49-F238E27FC236}">
                <a16:creationId xmlns:a16="http://schemas.microsoft.com/office/drawing/2014/main" id="{5EC9E396-7A9D-9C11-1C0D-F33D11D9A62F}"/>
              </a:ext>
            </a:extLst>
          </p:cNvPr>
          <p:cNvSpPr>
            <a:spLocks noGrp="1"/>
          </p:cNvSpPr>
          <p:nvPr>
            <p:ph type="ftr" sz="quarter" idx="11"/>
          </p:nvPr>
        </p:nvSpPr>
        <p:spPr/>
        <p:txBody>
          <a:bodyPr anchor="ctr">
            <a:normAutofit/>
          </a:bodyPr>
          <a:lstStyle/>
          <a:p>
            <a:pPr>
              <a:spcAft>
                <a:spcPts val="600"/>
              </a:spcAft>
            </a:pPr>
            <a:r>
              <a:rPr lang="en-US" dirty="0"/>
              <a:t>Sample Footer Text</a:t>
            </a:r>
            <a:endParaRPr lang="en-US"/>
          </a:p>
        </p:txBody>
      </p:sp>
    </p:spTree>
    <p:extLst>
      <p:ext uri="{BB962C8B-B14F-4D97-AF65-F5344CB8AC3E}">
        <p14:creationId xmlns:p14="http://schemas.microsoft.com/office/powerpoint/2010/main" val="75923485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0DA9B5-024D-4D37-8D08-16DA37667138}"/>
              </a:ext>
            </a:extLst>
          </p:cNvPr>
          <p:cNvSpPr>
            <a:spLocks noGrp="1"/>
          </p:cNvSpPr>
          <p:nvPr>
            <p:ph type="title"/>
          </p:nvPr>
        </p:nvSpPr>
        <p:spPr/>
        <p:txBody>
          <a:bodyPr anchor="b">
            <a:normAutofit/>
          </a:bodyPr>
          <a:lstStyle/>
          <a:p>
            <a:r>
              <a:rPr lang="en-US"/>
              <a:t>Agentic Workflows and Tool Integration</a:t>
            </a:r>
          </a:p>
        </p:txBody>
      </p:sp>
      <p:sp>
        <p:nvSpPr>
          <p:cNvPr id="4" name="Footer Placeholder 3">
            <a:extLst>
              <a:ext uri="{FF2B5EF4-FFF2-40B4-BE49-F238E27FC236}">
                <a16:creationId xmlns:a16="http://schemas.microsoft.com/office/drawing/2014/main" id="{BFAD29CB-2890-2A84-F05C-9EEFCE86217B}"/>
              </a:ext>
            </a:extLst>
          </p:cNvPr>
          <p:cNvSpPr>
            <a:spLocks noGrp="1"/>
          </p:cNvSpPr>
          <p:nvPr>
            <p:ph type="ftr" sz="quarter" idx="11"/>
          </p:nvPr>
        </p:nvSpPr>
        <p:spPr/>
        <p:txBody>
          <a:bodyPr anchor="ctr">
            <a:normAutofit/>
          </a:bodyPr>
          <a:lstStyle/>
          <a:p>
            <a:pPr>
              <a:spcAft>
                <a:spcPts val="600"/>
              </a:spcAft>
            </a:pPr>
            <a:r>
              <a:rPr lang="en-US" dirty="0"/>
              <a:t>Sample Footer Text</a:t>
            </a:r>
            <a:endParaRPr lang="en-US"/>
          </a:p>
        </p:txBody>
      </p:sp>
      <p:sp>
        <p:nvSpPr>
          <p:cNvPr id="5" name="Date Placeholder 4">
            <a:extLst>
              <a:ext uri="{FF2B5EF4-FFF2-40B4-BE49-F238E27FC236}">
                <a16:creationId xmlns:a16="http://schemas.microsoft.com/office/drawing/2014/main" id="{E68435BA-2679-AF33-B1CB-0B6D0682BD85}"/>
              </a:ext>
            </a:extLst>
          </p:cNvPr>
          <p:cNvSpPr>
            <a:spLocks noGrp="1"/>
          </p:cNvSpPr>
          <p:nvPr>
            <p:ph type="dt" sz="half" idx="10"/>
          </p:nvPr>
        </p:nvSpPr>
        <p:spPr/>
        <p:txBody>
          <a:bodyPr anchor="ctr">
            <a:normAutofit fontScale="25000" lnSpcReduction="20000"/>
          </a:bodyPr>
          <a:lstStyle/>
          <a:p>
            <a:pPr>
              <a:spcAft>
                <a:spcPts val="600"/>
              </a:spcAft>
            </a:pPr>
            <a:fld id="{8A278C13-F8B8-4237-9811-6A882F130BDA}" type="datetime1">
              <a:rPr lang="en-US" smtClean="0"/>
              <a:pPr>
                <a:spcAft>
                  <a:spcPts val="600"/>
                </a:spcAft>
              </a:pPr>
              <a:t>2/26/2026</a:t>
            </a:fld>
            <a:endParaRPr lang="en-US"/>
          </a:p>
        </p:txBody>
      </p:sp>
      <p:sp>
        <p:nvSpPr>
          <p:cNvPr id="6" name="Slide Number Placeholder 5">
            <a:extLst>
              <a:ext uri="{FF2B5EF4-FFF2-40B4-BE49-F238E27FC236}">
                <a16:creationId xmlns:a16="http://schemas.microsoft.com/office/drawing/2014/main" id="{222C7586-F6C8-88E6-6686-477575B4CCDF}"/>
              </a:ext>
            </a:extLst>
          </p:cNvPr>
          <p:cNvSpPr>
            <a:spLocks noGrp="1"/>
          </p:cNvSpPr>
          <p:nvPr>
            <p:ph type="sldNum" sz="quarter" idx="12"/>
          </p:nvPr>
        </p:nvSpPr>
        <p:spPr/>
        <p:txBody>
          <a:bodyPr anchor="ctr">
            <a:normAutofit/>
          </a:bodyPr>
          <a:lstStyle/>
          <a:p>
            <a:pPr>
              <a:spcAft>
                <a:spcPts val="600"/>
              </a:spcAft>
            </a:pPr>
            <a:fld id="{DDF60B60-82CA-4BB9-BA6E-A62FADF2374B}" type="slidenum">
              <a:rPr lang="en-US" smtClean="0"/>
              <a:pPr>
                <a:spcAft>
                  <a:spcPts val="600"/>
                </a:spcAft>
              </a:pPr>
              <a:t>8</a:t>
            </a:fld>
            <a:endParaRPr lang="en-US"/>
          </a:p>
        </p:txBody>
      </p:sp>
    </p:spTree>
    <p:extLst>
      <p:ext uri="{BB962C8B-B14F-4D97-AF65-F5344CB8AC3E}">
        <p14:creationId xmlns:p14="http://schemas.microsoft.com/office/powerpoint/2010/main" val="408064840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0D6282-81BD-1E6F-FA1C-FC0C4A3A5A4F}"/>
              </a:ext>
            </a:extLst>
          </p:cNvPr>
          <p:cNvSpPr>
            <a:spLocks noGrp="1"/>
          </p:cNvSpPr>
          <p:nvPr>
            <p:ph type="title"/>
          </p:nvPr>
        </p:nvSpPr>
        <p:spPr>
          <a:xfrm>
            <a:off x="457199" y="377072"/>
            <a:ext cx="4958078" cy="1225485"/>
          </a:xfrm>
        </p:spPr>
        <p:txBody>
          <a:bodyPr anchor="t">
            <a:normAutofit/>
          </a:bodyPr>
          <a:lstStyle/>
          <a:p>
            <a:r>
              <a:rPr lang="en-US" dirty="0"/>
              <a:t>Example Workflow: Invoice Processing</a:t>
            </a:r>
          </a:p>
        </p:txBody>
      </p:sp>
      <p:sp>
        <p:nvSpPr>
          <p:cNvPr id="4" name="Content Placeholder 3">
            <a:extLst>
              <a:ext uri="{FF2B5EF4-FFF2-40B4-BE49-F238E27FC236}">
                <a16:creationId xmlns:a16="http://schemas.microsoft.com/office/drawing/2014/main" id="{72448C10-4AA4-136D-2B59-D05CA6D6299C}"/>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76142" y="377072"/>
            <a:ext cx="5558655" cy="5797484"/>
          </a:xfrm>
        </p:spPr>
        <p:txBody>
          <a:bodyPr>
            <a:normAutofit/>
          </a:bodyPr>
          <a:lstStyle/>
          <a:p>
            <a:pPr marL="0" indent="0">
              <a:spcBef>
                <a:spcPts val="2500"/>
              </a:spcBef>
              <a:buFont typeface="Arial" panose="020B0604020202020204" pitchFamily="34" charset="0"/>
              <a:buNone/>
            </a:pPr>
            <a:endParaRPr lang="en-US" sz="1400" b="1" dirty="0"/>
          </a:p>
          <a:p>
            <a:pPr marL="0" indent="0">
              <a:spcBef>
                <a:spcPts val="2500"/>
              </a:spcBef>
              <a:buFont typeface="Arial" panose="020B0604020202020204" pitchFamily="34" charset="0"/>
              <a:buNone/>
            </a:pPr>
            <a:r>
              <a:rPr lang="en-US" sz="1400" b="1" dirty="0"/>
              <a:t>Invoice Reception Formats</a:t>
            </a:r>
          </a:p>
          <a:p>
            <a:pPr marL="0" lvl="1" indent="0">
              <a:buFont typeface="Arial" panose="020B0604020202020204" pitchFamily="34" charset="0"/>
              <a:buNone/>
            </a:pPr>
            <a:r>
              <a:rPr lang="en-US" sz="1400" dirty="0"/>
              <a:t>Invoices are received in formats like PDF, email, and scanned images, enabling flexible and efficient processing. This ensures compatibility with diverse submission methods used by vendors.</a:t>
            </a:r>
          </a:p>
          <a:p>
            <a:pPr marL="0" lvl="1" indent="0">
              <a:buFont typeface="Arial" panose="020B0604020202020204" pitchFamily="34" charset="0"/>
              <a:buNone/>
            </a:pPr>
            <a:endParaRPr lang="en-US" sz="1400" dirty="0"/>
          </a:p>
          <a:p>
            <a:pPr marL="0" lvl="1" indent="0">
              <a:buFont typeface="Arial" panose="020B0604020202020204" pitchFamily="34" charset="0"/>
              <a:buNone/>
            </a:pPr>
            <a:r>
              <a:rPr lang="en-US" sz="1400" b="1" dirty="0"/>
              <a:t>Data Extraction Using OCR</a:t>
            </a:r>
          </a:p>
          <a:p>
            <a:pPr marL="0" lvl="1" indent="0">
              <a:buFont typeface="Arial" panose="020B0604020202020204" pitchFamily="34" charset="0"/>
              <a:buNone/>
            </a:pPr>
            <a:r>
              <a:rPr lang="en-US" sz="1400" dirty="0"/>
              <a:t>Optical character recognition extracts key invoice details, such as vendor names and line items, with precision. Advanced OCR tools minimize errors and improve data accuracy during extraction</a:t>
            </a:r>
          </a:p>
          <a:p>
            <a:pPr marL="0" lvl="1" indent="0">
              <a:buFont typeface="Arial" panose="020B0604020202020204" pitchFamily="34" charset="0"/>
              <a:buNone/>
            </a:pPr>
            <a:endParaRPr lang="en-US" sz="1400" dirty="0"/>
          </a:p>
          <a:p>
            <a:pPr marL="0" lvl="1" indent="0">
              <a:buFont typeface="Arial" panose="020B0604020202020204" pitchFamily="34" charset="0"/>
              <a:buNone/>
            </a:pPr>
            <a:r>
              <a:rPr lang="en-US" sz="1400" b="1" dirty="0"/>
              <a:t>Validation and Verification</a:t>
            </a:r>
          </a:p>
          <a:p>
            <a:pPr marL="0" lvl="1" indent="0">
              <a:buFont typeface="Arial" panose="020B0604020202020204" pitchFamily="34" charset="0"/>
              <a:buNone/>
            </a:pPr>
            <a:r>
              <a:rPr lang="en-US" sz="1400" dirty="0"/>
              <a:t>Validation ensures accuracy by matching vendor details, checking for duplicates, and verifying invoice totals. It also enforces compliance with predefined business rules and policies.</a:t>
            </a:r>
          </a:p>
          <a:p>
            <a:pPr marL="0" indent="0">
              <a:spcBef>
                <a:spcPts val="2500"/>
              </a:spcBef>
              <a:buFont typeface="Arial" panose="020B0604020202020204" pitchFamily="34" charset="0"/>
              <a:buNone/>
            </a:pPr>
            <a:r>
              <a:rPr lang="en-US" sz="1400" b="1" dirty="0"/>
              <a:t>Automated Processing and Archiving</a:t>
            </a:r>
          </a:p>
          <a:p>
            <a:pPr marL="0" lvl="1" indent="0">
              <a:buFont typeface="Arial" panose="020B0604020202020204" pitchFamily="34" charset="0"/>
              <a:buNone/>
            </a:pPr>
            <a:r>
              <a:rPr lang="en-US" sz="1400" dirty="0"/>
              <a:t>Validated invoices are routed for approval and securely archived to meet audit and compliance requirements. Automation reduces manual intervention, speeding up the overall invoice lifecycle.</a:t>
            </a:r>
          </a:p>
        </p:txBody>
      </p:sp>
      <p:sp>
        <p:nvSpPr>
          <p:cNvPr id="7" name="Slide Number Placeholder 6">
            <a:extLst>
              <a:ext uri="{FF2B5EF4-FFF2-40B4-BE49-F238E27FC236}">
                <a16:creationId xmlns:a16="http://schemas.microsoft.com/office/drawing/2014/main" id="{C9F533DE-9114-946F-C1EC-57D8137673E0}"/>
              </a:ext>
            </a:extLst>
          </p:cNvPr>
          <p:cNvSpPr>
            <a:spLocks noGrp="1"/>
          </p:cNvSpPr>
          <p:nvPr>
            <p:ph type="sldNum" sz="quarter" idx="12"/>
          </p:nvPr>
        </p:nvSpPr>
        <p:spPr>
          <a:xfrm>
            <a:off x="11443580" y="6372000"/>
            <a:ext cx="268995" cy="144000"/>
          </a:xfrm>
        </p:spPr>
        <p:txBody>
          <a:bodyPr anchor="ctr">
            <a:normAutofit/>
          </a:bodyPr>
          <a:lstStyle/>
          <a:p>
            <a:pPr>
              <a:spcAft>
                <a:spcPts val="600"/>
              </a:spcAft>
            </a:pPr>
            <a:fld id="{DDF60B60-82CA-4BB9-BA6E-A62FADF2374B}" type="slidenum">
              <a:rPr lang="en-US" smtClean="0"/>
              <a:pPr>
                <a:spcAft>
                  <a:spcPts val="600"/>
                </a:spcAft>
              </a:pPr>
              <a:t>9</a:t>
            </a:fld>
            <a:endParaRPr lang="en-US"/>
          </a:p>
        </p:txBody>
      </p:sp>
      <p:sp>
        <p:nvSpPr>
          <p:cNvPr id="6" name="Date Placeholder 5">
            <a:extLst>
              <a:ext uri="{FF2B5EF4-FFF2-40B4-BE49-F238E27FC236}">
                <a16:creationId xmlns:a16="http://schemas.microsoft.com/office/drawing/2014/main" id="{88176498-C806-D323-2631-B9EA11AC04DA}"/>
              </a:ext>
            </a:extLst>
          </p:cNvPr>
          <p:cNvSpPr>
            <a:spLocks noGrp="1"/>
          </p:cNvSpPr>
          <p:nvPr>
            <p:ph type="dt" sz="half" idx="10"/>
          </p:nvPr>
        </p:nvSpPr>
        <p:spPr/>
        <p:txBody>
          <a:bodyPr anchor="ctr">
            <a:normAutofit fontScale="25000" lnSpcReduction="20000"/>
          </a:bodyPr>
          <a:lstStyle/>
          <a:p>
            <a:pPr>
              <a:lnSpc>
                <a:spcPct val="90000"/>
              </a:lnSpc>
              <a:spcAft>
                <a:spcPts val="600"/>
              </a:spcAft>
            </a:pPr>
            <a:fld id="{B20F022F-161E-41B9-A1BC-CC85E43B1AF4}" type="datetime1">
              <a:rPr lang="en-US" sz="500" smtClean="0"/>
              <a:pPr>
                <a:lnSpc>
                  <a:spcPct val="90000"/>
                </a:lnSpc>
                <a:spcAft>
                  <a:spcPts val="600"/>
                </a:spcAft>
              </a:pPr>
              <a:t>2/26/2026</a:t>
            </a:fld>
            <a:endParaRPr lang="en-US" sz="500"/>
          </a:p>
        </p:txBody>
      </p:sp>
      <p:sp>
        <p:nvSpPr>
          <p:cNvPr id="5" name="Footer Placeholder 4">
            <a:extLst>
              <a:ext uri="{FF2B5EF4-FFF2-40B4-BE49-F238E27FC236}">
                <a16:creationId xmlns:a16="http://schemas.microsoft.com/office/drawing/2014/main" id="{428FD5DF-9FEB-C4AE-9126-B62DF7A8F407}"/>
              </a:ext>
            </a:extLst>
          </p:cNvPr>
          <p:cNvSpPr>
            <a:spLocks noGrp="1"/>
          </p:cNvSpPr>
          <p:nvPr>
            <p:ph type="ftr" sz="quarter" idx="11"/>
          </p:nvPr>
        </p:nvSpPr>
        <p:spPr/>
        <p:txBody>
          <a:bodyPr anchor="ctr">
            <a:normAutofit/>
          </a:bodyPr>
          <a:lstStyle/>
          <a:p>
            <a:pPr>
              <a:spcAft>
                <a:spcPts val="600"/>
              </a:spcAft>
            </a:pPr>
            <a:r>
              <a:rPr lang="en-US" dirty="0"/>
              <a:t>Sample Footer Text</a:t>
            </a:r>
            <a:endParaRPr lang="en-US"/>
          </a:p>
        </p:txBody>
      </p:sp>
      <p:pic>
        <p:nvPicPr>
          <p:cNvPr id="17" name="Picture 16">
            <a:extLst>
              <a:ext uri="{FF2B5EF4-FFF2-40B4-BE49-F238E27FC236}">
                <a16:creationId xmlns:a16="http://schemas.microsoft.com/office/drawing/2014/main" id="{9A5C682E-CA77-D33A-8CE8-E0A99AECA824}"/>
              </a:ext>
            </a:extLst>
          </p:cNvPr>
          <p:cNvPicPr>
            <a:picLocks noChangeAspect="1"/>
          </p:cNvPicPr>
          <p:nvPr/>
        </p:nvPicPr>
        <p:blipFill>
          <a:blip r:embed="rId3"/>
          <a:stretch>
            <a:fillRect/>
          </a:stretch>
        </p:blipFill>
        <p:spPr>
          <a:xfrm>
            <a:off x="76200" y="1485660"/>
            <a:ext cx="5819223" cy="3886679"/>
          </a:xfrm>
          <a:prstGeom prst="rect">
            <a:avLst/>
          </a:prstGeom>
        </p:spPr>
      </p:pic>
    </p:spTree>
    <p:extLst>
      <p:ext uri="{BB962C8B-B14F-4D97-AF65-F5344CB8AC3E}">
        <p14:creationId xmlns:p14="http://schemas.microsoft.com/office/powerpoint/2010/main" val="373563033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62B18D-9D97-4329-8E0A-40150574B8CE}"/>
              </a:ext>
            </a:extLst>
          </p:cNvPr>
          <p:cNvSpPr>
            <a:spLocks noGrp="1"/>
          </p:cNvSpPr>
          <p:nvPr>
            <p:ph type="title"/>
          </p:nvPr>
        </p:nvSpPr>
        <p:spPr/>
        <p:txBody>
          <a:bodyPr anchor="t">
            <a:normAutofit/>
          </a:bodyPr>
          <a:lstStyle/>
          <a:p>
            <a:r>
              <a:rPr lang="en-US" dirty="0"/>
              <a:t>Evaluation Framework for Agentic Systems</a:t>
            </a:r>
          </a:p>
        </p:txBody>
      </p:sp>
      <p:pic>
        <p:nvPicPr>
          <p:cNvPr id="8" name="Content Placeholder 7" descr="Rules for compliance with policies business">
            <a:extLst>
              <a:ext uri="{FF2B5EF4-FFF2-40B4-BE49-F238E27FC236}">
                <a16:creationId xmlns:a16="http://schemas.microsoft.com/office/drawing/2014/main" id="{A75BEAA8-4E31-41B1-B962-6D91955D4FA2}"/>
              </a:ext>
            </a:extLst>
          </p:cNvPr>
          <p:cNvPicPr>
            <a:picLocks noGrp="1" noChangeAspect="1"/>
          </p:cNvPicPr>
          <p:nvPr>
            <p:ph type="pic" sz="quarter" idx="13"/>
          </p:nvPr>
        </p:nvPicPr>
        <p:blipFill>
          <a:blip r:embed="rId3"/>
          <a:srcRect l="7797" r="7797"/>
          <a:stretch/>
        </p:blipFill>
        <p:spPr/>
      </p:pic>
      <p:sp>
        <p:nvSpPr>
          <p:cNvPr id="4" name="Content Placeholder 3">
            <a:extLst>
              <a:ext uri="{FF2B5EF4-FFF2-40B4-BE49-F238E27FC236}">
                <a16:creationId xmlns:a16="http://schemas.microsoft.com/office/drawing/2014/main" id="{899A35F9-83BE-24F5-4929-CAD4A789D69D}"/>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p:txBody>
          <a:bodyPr>
            <a:normAutofit/>
          </a:bodyPr>
          <a:lstStyle/>
          <a:p>
            <a:pPr marL="0" indent="0">
              <a:spcBef>
                <a:spcPts val="2500"/>
              </a:spcBef>
              <a:buFont typeface="Arial" panose="020B0604020202020204" pitchFamily="34" charset="0"/>
              <a:buNone/>
            </a:pPr>
            <a:endParaRPr lang="en-US" sz="1400" b="1" dirty="0"/>
          </a:p>
          <a:p>
            <a:pPr marL="0" indent="0">
              <a:spcBef>
                <a:spcPts val="2500"/>
              </a:spcBef>
              <a:buFont typeface="Arial" panose="020B0604020202020204" pitchFamily="34" charset="0"/>
              <a:buNone/>
            </a:pPr>
            <a:r>
              <a:rPr lang="en-US" sz="1400" b="1" dirty="0"/>
              <a:t>Comprehensive Testing Pipelines</a:t>
            </a:r>
          </a:p>
          <a:p>
            <a:pPr marL="0" lvl="1" indent="0">
              <a:buFont typeface="Arial" panose="020B0604020202020204" pitchFamily="34" charset="0"/>
              <a:buNone/>
            </a:pPr>
            <a:r>
              <a:rPr lang="en-US" sz="1400" dirty="0"/>
              <a:t>Testing simulates diverse real-world scenarios including edge cases and failure modes to ensure AI reliability.</a:t>
            </a:r>
          </a:p>
          <a:p>
            <a:pPr marL="0" indent="0">
              <a:spcBef>
                <a:spcPts val="2500"/>
              </a:spcBef>
              <a:buFont typeface="Arial" panose="020B0604020202020204" pitchFamily="34" charset="0"/>
              <a:buNone/>
            </a:pPr>
            <a:r>
              <a:rPr lang="en-US" sz="1400" b="1" dirty="0"/>
              <a:t>Error Analysis and Refinement</a:t>
            </a:r>
          </a:p>
          <a:p>
            <a:pPr marL="0" lvl="1" indent="0">
              <a:buFont typeface="Arial" panose="020B0604020202020204" pitchFamily="34" charset="0"/>
              <a:buNone/>
            </a:pPr>
            <a:r>
              <a:rPr lang="en-US" sz="1400" dirty="0"/>
              <a:t>Error analysis detects issues like reasoning mistakes and misinterpretations to improve model prompts and planning.</a:t>
            </a:r>
          </a:p>
          <a:p>
            <a:pPr marL="0" indent="0">
              <a:spcBef>
                <a:spcPts val="2500"/>
              </a:spcBef>
              <a:buFont typeface="Arial" panose="020B0604020202020204" pitchFamily="34" charset="0"/>
              <a:buNone/>
            </a:pPr>
            <a:r>
              <a:rPr lang="en-US" sz="1400" b="1" dirty="0"/>
              <a:t>Performance Monitoring Metrics</a:t>
            </a:r>
          </a:p>
          <a:p>
            <a:pPr marL="0" lvl="1" indent="0">
              <a:buFont typeface="Arial" panose="020B0604020202020204" pitchFamily="34" charset="0"/>
              <a:buNone/>
            </a:pPr>
            <a:r>
              <a:rPr lang="en-US" sz="1400" dirty="0"/>
              <a:t>Monitoring tracks task success, accuracy, latency, and tool usage to optimize AI execution paths effectively.</a:t>
            </a:r>
          </a:p>
          <a:p>
            <a:pPr marL="0" indent="0">
              <a:spcBef>
                <a:spcPts val="2500"/>
              </a:spcBef>
              <a:buFont typeface="Arial" panose="020B0604020202020204" pitchFamily="34" charset="0"/>
              <a:buNone/>
            </a:pPr>
            <a:r>
              <a:rPr lang="en-US" sz="1400" b="1" dirty="0"/>
              <a:t>Human-in-the-Loop and Long-Term Evaluation</a:t>
            </a:r>
          </a:p>
          <a:p>
            <a:pPr marL="0" lvl="1" indent="0">
              <a:buFont typeface="Arial" panose="020B0604020202020204" pitchFamily="34" charset="0"/>
              <a:buNone/>
            </a:pPr>
            <a:r>
              <a:rPr lang="en-US" sz="1400" dirty="0"/>
              <a:t>Human oversight ensures safety in sensitive tasks, while long-term evaluation detects performance drift over time.</a:t>
            </a:r>
          </a:p>
        </p:txBody>
      </p:sp>
      <p:sp>
        <p:nvSpPr>
          <p:cNvPr id="5" name="Footer Placeholder 4">
            <a:extLst>
              <a:ext uri="{FF2B5EF4-FFF2-40B4-BE49-F238E27FC236}">
                <a16:creationId xmlns:a16="http://schemas.microsoft.com/office/drawing/2014/main" id="{979A9E46-6284-25AB-D5E5-41583DC477CF}"/>
              </a:ext>
            </a:extLst>
          </p:cNvPr>
          <p:cNvSpPr>
            <a:spLocks noGrp="1"/>
          </p:cNvSpPr>
          <p:nvPr>
            <p:ph type="ftr" sz="quarter" idx="11"/>
          </p:nvPr>
        </p:nvSpPr>
        <p:spPr/>
        <p:txBody>
          <a:bodyPr anchor="ctr">
            <a:normAutofit/>
          </a:bodyPr>
          <a:lstStyle/>
          <a:p>
            <a:pPr>
              <a:spcAft>
                <a:spcPts val="600"/>
              </a:spcAft>
            </a:pPr>
            <a:r>
              <a:rPr lang="en-US" dirty="0"/>
              <a:t>Sample Footer Text</a:t>
            </a:r>
            <a:endParaRPr lang="en-US"/>
          </a:p>
        </p:txBody>
      </p:sp>
      <p:sp>
        <p:nvSpPr>
          <p:cNvPr id="6" name="Date Placeholder 5">
            <a:extLst>
              <a:ext uri="{FF2B5EF4-FFF2-40B4-BE49-F238E27FC236}">
                <a16:creationId xmlns:a16="http://schemas.microsoft.com/office/drawing/2014/main" id="{24143647-312A-2532-4793-BD1DD504634C}"/>
              </a:ext>
            </a:extLst>
          </p:cNvPr>
          <p:cNvSpPr>
            <a:spLocks noGrp="1"/>
          </p:cNvSpPr>
          <p:nvPr>
            <p:ph type="dt" sz="half" idx="10"/>
          </p:nvPr>
        </p:nvSpPr>
        <p:spPr/>
        <p:txBody>
          <a:bodyPr anchor="ctr">
            <a:normAutofit fontScale="25000" lnSpcReduction="20000"/>
          </a:bodyPr>
          <a:lstStyle/>
          <a:p>
            <a:pPr>
              <a:spcAft>
                <a:spcPts val="600"/>
              </a:spcAft>
            </a:pPr>
            <a:fld id="{B20F022F-161E-41B9-A1BC-CC85E43B1AF4}" type="datetime1">
              <a:rPr lang="en-US" smtClean="0"/>
              <a:pPr>
                <a:spcAft>
                  <a:spcPts val="600"/>
                </a:spcAft>
              </a:pPr>
              <a:t>2/26/2026</a:t>
            </a:fld>
            <a:endParaRPr lang="en-US"/>
          </a:p>
        </p:txBody>
      </p:sp>
      <p:sp>
        <p:nvSpPr>
          <p:cNvPr id="7" name="Slide Number Placeholder 6">
            <a:extLst>
              <a:ext uri="{FF2B5EF4-FFF2-40B4-BE49-F238E27FC236}">
                <a16:creationId xmlns:a16="http://schemas.microsoft.com/office/drawing/2014/main" id="{35B169D5-FFC8-979D-4300-845306A69F9E}"/>
              </a:ext>
            </a:extLst>
          </p:cNvPr>
          <p:cNvSpPr>
            <a:spLocks noGrp="1"/>
          </p:cNvSpPr>
          <p:nvPr>
            <p:ph type="sldNum" sz="quarter" idx="12"/>
          </p:nvPr>
        </p:nvSpPr>
        <p:spPr/>
        <p:txBody>
          <a:bodyPr anchor="ctr">
            <a:normAutofit/>
          </a:bodyPr>
          <a:lstStyle/>
          <a:p>
            <a:pPr>
              <a:spcAft>
                <a:spcPts val="600"/>
              </a:spcAft>
            </a:pPr>
            <a:fld id="{DDF60B60-82CA-4BB9-BA6E-A62FADF2374B}" type="slidenum">
              <a:rPr lang="en-US" smtClean="0"/>
              <a:pPr>
                <a:spcAft>
                  <a:spcPts val="600"/>
                </a:spcAft>
              </a:pPr>
              <a:t>10</a:t>
            </a:fld>
            <a:endParaRPr lang="en-US"/>
          </a:p>
        </p:txBody>
      </p:sp>
    </p:spTree>
    <p:extLst>
      <p:ext uri="{BB962C8B-B14F-4D97-AF65-F5344CB8AC3E}">
        <p14:creationId xmlns:p14="http://schemas.microsoft.com/office/powerpoint/2010/main" val="81949804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F794D6-BE41-3E92-6DC9-B0B3F0D04F03}"/>
              </a:ext>
            </a:extLst>
          </p:cNvPr>
          <p:cNvSpPr>
            <a:spLocks noGrp="1"/>
          </p:cNvSpPr>
          <p:nvPr>
            <p:ph type="title"/>
          </p:nvPr>
        </p:nvSpPr>
        <p:spPr/>
        <p:txBody>
          <a:bodyPr anchor="b">
            <a:normAutofit/>
          </a:bodyPr>
          <a:lstStyle/>
          <a:p>
            <a:r>
              <a:rPr lang="en-US"/>
              <a:t>Interoperability and Protocols</a:t>
            </a:r>
          </a:p>
        </p:txBody>
      </p:sp>
      <p:sp>
        <p:nvSpPr>
          <p:cNvPr id="4" name="Footer Placeholder 3">
            <a:extLst>
              <a:ext uri="{FF2B5EF4-FFF2-40B4-BE49-F238E27FC236}">
                <a16:creationId xmlns:a16="http://schemas.microsoft.com/office/drawing/2014/main" id="{D6CA2E7D-37C7-6B10-C9A5-4F5412B24027}"/>
              </a:ext>
            </a:extLst>
          </p:cNvPr>
          <p:cNvSpPr>
            <a:spLocks noGrp="1"/>
          </p:cNvSpPr>
          <p:nvPr>
            <p:ph type="ftr" sz="quarter" idx="11"/>
          </p:nvPr>
        </p:nvSpPr>
        <p:spPr/>
        <p:txBody>
          <a:bodyPr anchor="ctr">
            <a:normAutofit/>
          </a:bodyPr>
          <a:lstStyle/>
          <a:p>
            <a:pPr>
              <a:spcAft>
                <a:spcPts val="600"/>
              </a:spcAft>
            </a:pPr>
            <a:r>
              <a:rPr lang="en-US" dirty="0"/>
              <a:t>Sample Footer Text</a:t>
            </a:r>
            <a:endParaRPr lang="en-US"/>
          </a:p>
        </p:txBody>
      </p:sp>
      <p:sp>
        <p:nvSpPr>
          <p:cNvPr id="5" name="Date Placeholder 4">
            <a:extLst>
              <a:ext uri="{FF2B5EF4-FFF2-40B4-BE49-F238E27FC236}">
                <a16:creationId xmlns:a16="http://schemas.microsoft.com/office/drawing/2014/main" id="{500709A2-8070-7609-D7FD-824467569F04}"/>
              </a:ext>
            </a:extLst>
          </p:cNvPr>
          <p:cNvSpPr>
            <a:spLocks noGrp="1"/>
          </p:cNvSpPr>
          <p:nvPr>
            <p:ph type="dt" sz="half" idx="10"/>
          </p:nvPr>
        </p:nvSpPr>
        <p:spPr/>
        <p:txBody>
          <a:bodyPr anchor="ctr">
            <a:normAutofit fontScale="25000" lnSpcReduction="20000"/>
          </a:bodyPr>
          <a:lstStyle/>
          <a:p>
            <a:pPr>
              <a:spcAft>
                <a:spcPts val="600"/>
              </a:spcAft>
            </a:pPr>
            <a:fld id="{8A278C13-F8B8-4237-9811-6A882F130BDA}" type="datetime1">
              <a:rPr lang="en-US" smtClean="0"/>
              <a:pPr>
                <a:spcAft>
                  <a:spcPts val="600"/>
                </a:spcAft>
              </a:pPr>
              <a:t>2/26/2026</a:t>
            </a:fld>
            <a:endParaRPr lang="en-US"/>
          </a:p>
        </p:txBody>
      </p:sp>
      <p:sp>
        <p:nvSpPr>
          <p:cNvPr id="6" name="Slide Number Placeholder 5">
            <a:extLst>
              <a:ext uri="{FF2B5EF4-FFF2-40B4-BE49-F238E27FC236}">
                <a16:creationId xmlns:a16="http://schemas.microsoft.com/office/drawing/2014/main" id="{69523678-A9E4-EA47-F904-5908F43C9FE6}"/>
              </a:ext>
            </a:extLst>
          </p:cNvPr>
          <p:cNvSpPr>
            <a:spLocks noGrp="1"/>
          </p:cNvSpPr>
          <p:nvPr>
            <p:ph type="sldNum" sz="quarter" idx="12"/>
          </p:nvPr>
        </p:nvSpPr>
        <p:spPr/>
        <p:txBody>
          <a:bodyPr anchor="ctr">
            <a:normAutofit/>
          </a:bodyPr>
          <a:lstStyle/>
          <a:p>
            <a:pPr>
              <a:spcAft>
                <a:spcPts val="600"/>
              </a:spcAft>
            </a:pPr>
            <a:fld id="{DDF60B60-82CA-4BB9-BA6E-A62FADF2374B}" type="slidenum">
              <a:rPr lang="en-US" smtClean="0"/>
              <a:pPr>
                <a:spcAft>
                  <a:spcPts val="600"/>
                </a:spcAft>
              </a:pPr>
              <a:t>11</a:t>
            </a:fld>
            <a:endParaRPr lang="en-US"/>
          </a:p>
        </p:txBody>
      </p:sp>
    </p:spTree>
    <p:extLst>
      <p:ext uri="{BB962C8B-B14F-4D97-AF65-F5344CB8AC3E}">
        <p14:creationId xmlns:p14="http://schemas.microsoft.com/office/powerpoint/2010/main" val="57014262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0435CC-B457-C28A-6FCE-CA1390BA7F88}"/>
              </a:ext>
            </a:extLst>
          </p:cNvPr>
          <p:cNvSpPr>
            <a:spLocks noGrp="1"/>
          </p:cNvSpPr>
          <p:nvPr>
            <p:ph type="title"/>
          </p:nvPr>
        </p:nvSpPr>
        <p:spPr/>
        <p:txBody>
          <a:bodyPr anchor="t">
            <a:normAutofit/>
          </a:bodyPr>
          <a:lstStyle/>
          <a:p>
            <a:r>
              <a:rPr lang="en-US" dirty="0"/>
              <a:t>Tool Integration via MCP</a:t>
            </a:r>
          </a:p>
        </p:txBody>
      </p:sp>
      <p:pic>
        <p:nvPicPr>
          <p:cNvPr id="8" name="Content Placeholder 7" descr="Digital computer network communication">
            <a:extLst>
              <a:ext uri="{FF2B5EF4-FFF2-40B4-BE49-F238E27FC236}">
                <a16:creationId xmlns:a16="http://schemas.microsoft.com/office/drawing/2014/main" id="{E0871B6B-3831-4A17-B7FC-50165E0977E7}"/>
              </a:ext>
            </a:extLst>
          </p:cNvPr>
          <p:cNvPicPr>
            <a:picLocks noGrp="1" noChangeAspect="1"/>
          </p:cNvPicPr>
          <p:nvPr>
            <p:ph type="pic" sz="quarter" idx="13"/>
          </p:nvPr>
        </p:nvPicPr>
        <p:blipFill>
          <a:blip r:embed="rId3"/>
          <a:srcRect l="2510" r="2510"/>
          <a:stretch>
            <a:fillRect/>
          </a:stretch>
        </p:blipFill>
        <p:spPr/>
      </p:pic>
      <p:sp>
        <p:nvSpPr>
          <p:cNvPr id="4" name="Content Placeholder 3">
            <a:extLst>
              <a:ext uri="{FF2B5EF4-FFF2-40B4-BE49-F238E27FC236}">
                <a16:creationId xmlns:a16="http://schemas.microsoft.com/office/drawing/2014/main" id="{459C5578-E44E-46E6-FA8A-1DF7ADA00BEA}"/>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p:txBody>
          <a:bodyPr>
            <a:normAutofit/>
          </a:bodyPr>
          <a:lstStyle/>
          <a:p>
            <a:pPr marL="0" indent="0">
              <a:spcBef>
                <a:spcPts val="2500"/>
              </a:spcBef>
              <a:buFont typeface="Arial" panose="020B0604020202020204" pitchFamily="34" charset="0"/>
              <a:buNone/>
            </a:pPr>
            <a:endParaRPr lang="en-US" sz="1400" b="1" dirty="0"/>
          </a:p>
          <a:p>
            <a:pPr marL="0" indent="0">
              <a:spcBef>
                <a:spcPts val="2500"/>
              </a:spcBef>
              <a:buFont typeface="Arial" panose="020B0604020202020204" pitchFamily="34" charset="0"/>
              <a:buNone/>
            </a:pPr>
            <a:r>
              <a:rPr lang="en-US" sz="1400" b="1" dirty="0"/>
              <a:t>Standardized Interface</a:t>
            </a:r>
          </a:p>
          <a:p>
            <a:pPr marL="0" lvl="1" indent="0">
              <a:buFont typeface="Arial" panose="020B0604020202020204" pitchFamily="34" charset="0"/>
              <a:buNone/>
            </a:pPr>
            <a:r>
              <a:rPr lang="en-US" sz="1400" dirty="0"/>
              <a:t>MCP offers a universal interface enabling AI agents to connect effortlessly with diverse tools and services.</a:t>
            </a:r>
          </a:p>
          <a:p>
            <a:pPr marL="0" indent="0">
              <a:spcBef>
                <a:spcPts val="2500"/>
              </a:spcBef>
              <a:buFont typeface="Arial" panose="020B0604020202020204" pitchFamily="34" charset="0"/>
              <a:buNone/>
            </a:pPr>
            <a:r>
              <a:rPr lang="en-US" sz="1400" b="1" dirty="0"/>
              <a:t>Architectural Separation</a:t>
            </a:r>
          </a:p>
          <a:p>
            <a:pPr marL="0" lvl="1" indent="0">
              <a:buFont typeface="Arial" panose="020B0604020202020204" pitchFamily="34" charset="0"/>
              <a:buNone/>
            </a:pPr>
            <a:r>
              <a:rPr lang="en-US" sz="1400" dirty="0"/>
              <a:t>Decoupling reasoning logic from tool execution simplifies system design and enhances modularity.</a:t>
            </a:r>
          </a:p>
          <a:p>
            <a:pPr marL="0" indent="0">
              <a:spcBef>
                <a:spcPts val="2500"/>
              </a:spcBef>
              <a:buFont typeface="Arial" panose="020B0604020202020204" pitchFamily="34" charset="0"/>
              <a:buNone/>
            </a:pPr>
            <a:r>
              <a:rPr lang="en-US" sz="1400" b="1" dirty="0"/>
              <a:t>Improved Interoperability</a:t>
            </a:r>
          </a:p>
          <a:p>
            <a:pPr marL="0" lvl="1" indent="0">
              <a:buFont typeface="Arial" panose="020B0604020202020204" pitchFamily="34" charset="0"/>
              <a:buNone/>
            </a:pPr>
            <a:r>
              <a:rPr lang="en-US" sz="1400" dirty="0"/>
              <a:t>MCP connectors enable easy swapping of tools without modifying AI agent core logic, improving flexibility.</a:t>
            </a:r>
          </a:p>
          <a:p>
            <a:pPr marL="0" indent="0">
              <a:spcBef>
                <a:spcPts val="2500"/>
              </a:spcBef>
              <a:buFont typeface="Arial" panose="020B0604020202020204" pitchFamily="34" charset="0"/>
              <a:buNone/>
            </a:pPr>
            <a:r>
              <a:rPr lang="en-US" sz="1400" b="1" dirty="0"/>
              <a:t>Scalable Multi-Agent Ecosystems</a:t>
            </a:r>
          </a:p>
          <a:p>
            <a:pPr marL="0" lvl="1" indent="0">
              <a:buFont typeface="Arial" panose="020B0604020202020204" pitchFamily="34" charset="0"/>
              <a:buNone/>
            </a:pPr>
            <a:r>
              <a:rPr lang="en-US" sz="1400" dirty="0"/>
              <a:t>MCP supports multi-agent communication and tool chaining, fostering scalable and future-proof systems.</a:t>
            </a:r>
          </a:p>
        </p:txBody>
      </p:sp>
      <p:sp>
        <p:nvSpPr>
          <p:cNvPr id="5" name="Footer Placeholder 4">
            <a:extLst>
              <a:ext uri="{FF2B5EF4-FFF2-40B4-BE49-F238E27FC236}">
                <a16:creationId xmlns:a16="http://schemas.microsoft.com/office/drawing/2014/main" id="{3D1DE196-5F39-1FAA-0C81-8CD0764521F6}"/>
              </a:ext>
            </a:extLst>
          </p:cNvPr>
          <p:cNvSpPr>
            <a:spLocks noGrp="1"/>
          </p:cNvSpPr>
          <p:nvPr>
            <p:ph type="ftr" sz="quarter" idx="11"/>
          </p:nvPr>
        </p:nvSpPr>
        <p:spPr/>
        <p:txBody>
          <a:bodyPr anchor="ctr">
            <a:normAutofit/>
          </a:bodyPr>
          <a:lstStyle/>
          <a:p>
            <a:pPr>
              <a:spcAft>
                <a:spcPts val="600"/>
              </a:spcAft>
            </a:pPr>
            <a:r>
              <a:rPr lang="en-US" dirty="0"/>
              <a:t>Sample Footer Text</a:t>
            </a:r>
            <a:endParaRPr lang="en-US"/>
          </a:p>
        </p:txBody>
      </p:sp>
      <p:sp>
        <p:nvSpPr>
          <p:cNvPr id="6" name="Date Placeholder 5">
            <a:extLst>
              <a:ext uri="{FF2B5EF4-FFF2-40B4-BE49-F238E27FC236}">
                <a16:creationId xmlns:a16="http://schemas.microsoft.com/office/drawing/2014/main" id="{248EAA09-4A41-A1A7-C389-6862D7CF4225}"/>
              </a:ext>
            </a:extLst>
          </p:cNvPr>
          <p:cNvSpPr>
            <a:spLocks noGrp="1"/>
          </p:cNvSpPr>
          <p:nvPr>
            <p:ph type="dt" sz="half" idx="10"/>
          </p:nvPr>
        </p:nvSpPr>
        <p:spPr/>
        <p:txBody>
          <a:bodyPr anchor="ctr">
            <a:normAutofit fontScale="25000" lnSpcReduction="20000"/>
          </a:bodyPr>
          <a:lstStyle/>
          <a:p>
            <a:pPr>
              <a:spcAft>
                <a:spcPts val="600"/>
              </a:spcAft>
            </a:pPr>
            <a:fld id="{B20F022F-161E-41B9-A1BC-CC85E43B1AF4}" type="datetime1">
              <a:rPr lang="en-US" smtClean="0"/>
              <a:pPr>
                <a:spcAft>
                  <a:spcPts val="600"/>
                </a:spcAft>
              </a:pPr>
              <a:t>2/26/2026</a:t>
            </a:fld>
            <a:endParaRPr lang="en-US"/>
          </a:p>
        </p:txBody>
      </p:sp>
      <p:sp>
        <p:nvSpPr>
          <p:cNvPr id="7" name="Slide Number Placeholder 6">
            <a:extLst>
              <a:ext uri="{FF2B5EF4-FFF2-40B4-BE49-F238E27FC236}">
                <a16:creationId xmlns:a16="http://schemas.microsoft.com/office/drawing/2014/main" id="{B9F1E3B9-0A91-0C63-BAC9-6A2DDFC24FF5}"/>
              </a:ext>
            </a:extLst>
          </p:cNvPr>
          <p:cNvSpPr>
            <a:spLocks noGrp="1"/>
          </p:cNvSpPr>
          <p:nvPr>
            <p:ph type="sldNum" sz="quarter" idx="12"/>
          </p:nvPr>
        </p:nvSpPr>
        <p:spPr/>
        <p:txBody>
          <a:bodyPr anchor="ctr">
            <a:normAutofit/>
          </a:bodyPr>
          <a:lstStyle/>
          <a:p>
            <a:pPr>
              <a:spcAft>
                <a:spcPts val="600"/>
              </a:spcAft>
            </a:pPr>
            <a:fld id="{DDF60B60-82CA-4BB9-BA6E-A62FADF2374B}" type="slidenum">
              <a:rPr lang="en-US" smtClean="0"/>
              <a:pPr>
                <a:spcAft>
                  <a:spcPts val="600"/>
                </a:spcAft>
              </a:pPr>
              <a:t>12</a:t>
            </a:fld>
            <a:endParaRPr lang="en-US"/>
          </a:p>
        </p:txBody>
      </p:sp>
    </p:spTree>
    <p:extLst>
      <p:ext uri="{BB962C8B-B14F-4D97-AF65-F5344CB8AC3E}">
        <p14:creationId xmlns:p14="http://schemas.microsoft.com/office/powerpoint/2010/main" val="315261730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Theme1">
  <a:themeElements>
    <a:clrScheme name="AllianzBlue">
      <a:dk1>
        <a:srgbClr val="003781"/>
      </a:dk1>
      <a:lt1>
        <a:srgbClr val="FFFFFF"/>
      </a:lt1>
      <a:dk2>
        <a:srgbClr val="414141"/>
      </a:dk2>
      <a:lt2>
        <a:srgbClr val="CFCFCF"/>
      </a:lt2>
      <a:accent1>
        <a:srgbClr val="122B54"/>
      </a:accent1>
      <a:accent2>
        <a:srgbClr val="006192"/>
      </a:accent2>
      <a:accent3>
        <a:srgbClr val="007AB3"/>
      </a:accent3>
      <a:accent4>
        <a:srgbClr val="13A0D3"/>
      </a:accent4>
      <a:accent5>
        <a:srgbClr val="B5DAE6"/>
      </a:accent5>
      <a:accent6>
        <a:srgbClr val="DFEFF2"/>
      </a:accent6>
      <a:hlink>
        <a:srgbClr val="003781"/>
      </a:hlink>
      <a:folHlink>
        <a:srgbClr val="B4B4B4"/>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122B54"/>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nchor="t" anchorCtr="0">
        <a:noAutofit/>
      </a:bodyPr>
      <a:lstStyle>
        <a:defPPr algn="l">
          <a:defRPr sz="1600" smtClean="0">
            <a:solidFill>
              <a:schemeClr val="bg1"/>
            </a:solidFill>
          </a:defRPr>
        </a:defPPr>
      </a:lstStyle>
    </a:txDef>
  </a:objectDefaults>
  <a:extraClrSchemeLst>
    <a:extraClrScheme>
      <a:clrScheme name="AllianzBlue">
        <a:dk1>
          <a:srgbClr val="003781"/>
        </a:dk1>
        <a:lt1>
          <a:srgbClr val="FFFFFF"/>
        </a:lt1>
        <a:dk2>
          <a:srgbClr val="414141"/>
        </a:dk2>
        <a:lt2>
          <a:srgbClr val="CFCFCF"/>
        </a:lt2>
        <a:accent1>
          <a:srgbClr val="122B54"/>
        </a:accent1>
        <a:accent2>
          <a:srgbClr val="006192"/>
        </a:accent2>
        <a:accent3>
          <a:srgbClr val="007AB3"/>
        </a:accent3>
        <a:accent4>
          <a:srgbClr val="13A0D3"/>
        </a:accent4>
        <a:accent5>
          <a:srgbClr val="B5DAE6"/>
        </a:accent5>
        <a:accent6>
          <a:srgbClr val="DFEFF2"/>
        </a:accent6>
        <a:hlink>
          <a:srgbClr val="003781"/>
        </a:hlink>
        <a:folHlink>
          <a:srgbClr val="B4B4B4"/>
        </a:folHlink>
      </a:clrScheme>
    </a:extraClrScheme>
    <a:extraClrScheme>
      <a:clrScheme name="AllianzVibrant">
        <a:dk1>
          <a:srgbClr val="003781"/>
        </a:dk1>
        <a:lt1>
          <a:srgbClr val="FFFFFF"/>
        </a:lt1>
        <a:dk2>
          <a:srgbClr val="414141"/>
        </a:dk2>
        <a:lt2>
          <a:srgbClr val="CFCFCF"/>
        </a:lt2>
        <a:accent1>
          <a:srgbClr val="00908D"/>
        </a:accent1>
        <a:accent2>
          <a:srgbClr val="5FCD8A"/>
        </a:accent2>
        <a:accent3>
          <a:srgbClr val="A6276F"/>
        </a:accent3>
        <a:accent4>
          <a:srgbClr val="F62459"/>
        </a:accent4>
        <a:accent5>
          <a:srgbClr val="F86200"/>
        </a:accent5>
        <a:accent6>
          <a:srgbClr val="FAB600"/>
        </a:accent6>
        <a:hlink>
          <a:srgbClr val="003781"/>
        </a:hlink>
        <a:folHlink>
          <a:srgbClr val="B4B4B4"/>
        </a:folHlink>
      </a:clrScheme>
    </a:extraClrScheme>
  </a:extraClrSchemeLst>
  <a:custClrLst>
    <a:custClr name="rgb(18,43,84)">
      <a:srgbClr val="122B54"/>
    </a:custClr>
    <a:custClr name="rgb(0,97,146)">
      <a:srgbClr val="006192"/>
    </a:custClr>
    <a:custClr name="rgb(0,122,179)">
      <a:srgbClr val="007AB3"/>
    </a:custClr>
    <a:custClr name="rgb(19,160,211)">
      <a:srgbClr val="13A0D3"/>
    </a:custClr>
    <a:custClr name="rgb(181,218,230)">
      <a:srgbClr val="B5DAE6"/>
    </a:custClr>
    <a:custClr name="rgb(223,239,242)">
      <a:srgbClr val="DFEFF2"/>
    </a:custClr>
    <a:custClr name="rgb(0,144,141)">
      <a:srgbClr val="00908D"/>
    </a:custClr>
    <a:custClr name="rgb(95,205,138)">
      <a:srgbClr val="5FCD8A"/>
    </a:custClr>
    <a:custClr name="rgb(166,39,111)">
      <a:srgbClr val="A6276F"/>
    </a:custClr>
    <a:custClr name="rgb(246,36,89)">
      <a:srgbClr val="F62459"/>
    </a:custClr>
    <a:custClr name="rgb(248,98,0)">
      <a:srgbClr val="F86200"/>
    </a:custClr>
    <a:custClr name="rgb(250,182,0)">
      <a:srgbClr val="FAB600"/>
    </a:custClr>
  </a:custClrLst>
  <a:extLst>
    <a:ext uri="{05A4C25C-085E-4340-85A3-A5531E510DB2}">
      <thm15:themeFamily xmlns:thm15="http://schemas.microsoft.com/office/thememl/2012/main" name="Theme1" id="{903F2D9C-6C75-4981-ADA7-EC4E44E38B48}" vid="{20ABCF11-A4BB-459C-9555-E7D87ED33177}"/>
    </a:ext>
  </a:extLst>
</a:theme>
</file>

<file path=ppt/theme/theme2.xml><?xml version="1.0" encoding="utf-8"?>
<a:theme xmlns:a="http://schemas.openxmlformats.org/drawingml/2006/main" name="Divider + end charts">
  <a:themeElements>
    <a:clrScheme name="AllianzBlue">
      <a:dk1>
        <a:srgbClr val="003781"/>
      </a:dk1>
      <a:lt1>
        <a:srgbClr val="FFFFFF"/>
      </a:lt1>
      <a:dk2>
        <a:srgbClr val="414141"/>
      </a:dk2>
      <a:lt2>
        <a:srgbClr val="CFCFCF"/>
      </a:lt2>
      <a:accent1>
        <a:srgbClr val="122B54"/>
      </a:accent1>
      <a:accent2>
        <a:srgbClr val="006192"/>
      </a:accent2>
      <a:accent3>
        <a:srgbClr val="007AB3"/>
      </a:accent3>
      <a:accent4>
        <a:srgbClr val="13A0D3"/>
      </a:accent4>
      <a:accent5>
        <a:srgbClr val="B5DAE6"/>
      </a:accent5>
      <a:accent6>
        <a:srgbClr val="DFEFF2"/>
      </a:accent6>
      <a:hlink>
        <a:srgbClr val="003781"/>
      </a:hlink>
      <a:folHlink>
        <a:srgbClr val="B4B4B4"/>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122B54"/>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nchor="t" anchorCtr="0">
        <a:noAutofit/>
      </a:bodyPr>
      <a:lstStyle>
        <a:defPPr algn="l">
          <a:defRPr sz="1600" smtClean="0">
            <a:solidFill>
              <a:schemeClr val="bg1"/>
            </a:solidFill>
          </a:defRPr>
        </a:defPPr>
      </a:lstStyle>
    </a:txDef>
  </a:objectDefaults>
  <a:extraClrSchemeLst>
    <a:extraClrScheme>
      <a:clrScheme name="AllianzBlue">
        <a:dk1>
          <a:srgbClr val="003781"/>
        </a:dk1>
        <a:lt1>
          <a:srgbClr val="FFFFFF"/>
        </a:lt1>
        <a:dk2>
          <a:srgbClr val="414141"/>
        </a:dk2>
        <a:lt2>
          <a:srgbClr val="CFCFCF"/>
        </a:lt2>
        <a:accent1>
          <a:srgbClr val="122B54"/>
        </a:accent1>
        <a:accent2>
          <a:srgbClr val="006192"/>
        </a:accent2>
        <a:accent3>
          <a:srgbClr val="007AB3"/>
        </a:accent3>
        <a:accent4>
          <a:srgbClr val="13A0D3"/>
        </a:accent4>
        <a:accent5>
          <a:srgbClr val="B5DAE6"/>
        </a:accent5>
        <a:accent6>
          <a:srgbClr val="DFEFF2"/>
        </a:accent6>
        <a:hlink>
          <a:srgbClr val="003781"/>
        </a:hlink>
        <a:folHlink>
          <a:srgbClr val="B4B4B4"/>
        </a:folHlink>
      </a:clrScheme>
    </a:extraClrScheme>
    <a:extraClrScheme>
      <a:clrScheme name="AllianzVibrant">
        <a:dk1>
          <a:srgbClr val="003781"/>
        </a:dk1>
        <a:lt1>
          <a:srgbClr val="FFFFFF"/>
        </a:lt1>
        <a:dk2>
          <a:srgbClr val="414141"/>
        </a:dk2>
        <a:lt2>
          <a:srgbClr val="CFCFCF"/>
        </a:lt2>
        <a:accent1>
          <a:srgbClr val="00908D"/>
        </a:accent1>
        <a:accent2>
          <a:srgbClr val="5FCD8A"/>
        </a:accent2>
        <a:accent3>
          <a:srgbClr val="A6276F"/>
        </a:accent3>
        <a:accent4>
          <a:srgbClr val="F62459"/>
        </a:accent4>
        <a:accent5>
          <a:srgbClr val="F86200"/>
        </a:accent5>
        <a:accent6>
          <a:srgbClr val="FAB600"/>
        </a:accent6>
        <a:hlink>
          <a:srgbClr val="003781"/>
        </a:hlink>
        <a:folHlink>
          <a:srgbClr val="B4B4B4"/>
        </a:folHlink>
      </a:clrScheme>
    </a:extraClrScheme>
  </a:extraClrSchemeLst>
  <a:custClrLst>
    <a:custClr name="rgb(18,43,84)">
      <a:srgbClr val="122B54"/>
    </a:custClr>
    <a:custClr name="rgb(0,97,146)">
      <a:srgbClr val="006192"/>
    </a:custClr>
    <a:custClr name="rgb(0,122,179)">
      <a:srgbClr val="007AB3"/>
    </a:custClr>
    <a:custClr name="rgb(19,160,211)">
      <a:srgbClr val="13A0D3"/>
    </a:custClr>
    <a:custClr name="rgb(181,218,230)">
      <a:srgbClr val="B5DAE6"/>
    </a:custClr>
    <a:custClr name="rgb(223,239,242)">
      <a:srgbClr val="DFEFF2"/>
    </a:custClr>
    <a:custClr name="rgb(0,144,141)">
      <a:srgbClr val="00908D"/>
    </a:custClr>
    <a:custClr name="rgb(95,205,138)">
      <a:srgbClr val="5FCD8A"/>
    </a:custClr>
    <a:custClr name="rgb(166,39,111)">
      <a:srgbClr val="A6276F"/>
    </a:custClr>
    <a:custClr name="rgb(246,36,89)">
      <a:srgbClr val="F62459"/>
    </a:custClr>
    <a:custClr name="rgb(248,98,0)">
      <a:srgbClr val="F86200"/>
    </a:custClr>
    <a:custClr name="rgb(250,182,0)">
      <a:srgbClr val="FAB600"/>
    </a:custClr>
  </a:custClrLst>
  <a:extLst>
    <a:ext uri="{05A4C25C-085E-4340-85A3-A5531E510DB2}">
      <thm15:themeFamily xmlns:thm15="http://schemas.microsoft.com/office/thememl/2012/main" name="Allianz_PPT_Master_2.potx" id="{BDEB0E28-CD62-4F68-B02D-6F9C01032E96}" vid="{4DA1B7E2-AE31-424E-8483-824756D41169}"/>
    </a:ext>
  </a:extLst>
</a:theme>
</file>

<file path=ppt/theme/theme3.xml><?xml version="1.0" encoding="utf-8"?>
<a:theme xmlns:a="http://schemas.openxmlformats.org/drawingml/2006/main" name="Content charts white">
  <a:themeElements>
    <a:clrScheme name="AllianzBlue">
      <a:dk1>
        <a:srgbClr val="003781"/>
      </a:dk1>
      <a:lt1>
        <a:srgbClr val="FFFFFF"/>
      </a:lt1>
      <a:dk2>
        <a:srgbClr val="414141"/>
      </a:dk2>
      <a:lt2>
        <a:srgbClr val="CFCFCF"/>
      </a:lt2>
      <a:accent1>
        <a:srgbClr val="122B54"/>
      </a:accent1>
      <a:accent2>
        <a:srgbClr val="006192"/>
      </a:accent2>
      <a:accent3>
        <a:srgbClr val="007AB3"/>
      </a:accent3>
      <a:accent4>
        <a:srgbClr val="13A0D3"/>
      </a:accent4>
      <a:accent5>
        <a:srgbClr val="B5DAE6"/>
      </a:accent5>
      <a:accent6>
        <a:srgbClr val="DFEFF2"/>
      </a:accent6>
      <a:hlink>
        <a:srgbClr val="003781"/>
      </a:hlink>
      <a:folHlink>
        <a:srgbClr val="B4B4B4"/>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122B54"/>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nchor="t" anchorCtr="0">
        <a:noAutofit/>
      </a:bodyPr>
      <a:lstStyle>
        <a:defPPr algn="l">
          <a:defRPr sz="1600" dirty="0" smtClean="0">
            <a:solidFill>
              <a:schemeClr val="bg1"/>
            </a:solidFill>
          </a:defRPr>
        </a:defPPr>
      </a:lstStyle>
    </a:txDef>
  </a:objectDefaults>
  <a:extraClrSchemeLst>
    <a:extraClrScheme>
      <a:clrScheme name="AllianzBlue">
        <a:dk1>
          <a:srgbClr val="003781"/>
        </a:dk1>
        <a:lt1>
          <a:srgbClr val="FFFFFF"/>
        </a:lt1>
        <a:dk2>
          <a:srgbClr val="414141"/>
        </a:dk2>
        <a:lt2>
          <a:srgbClr val="CFCFCF"/>
        </a:lt2>
        <a:accent1>
          <a:srgbClr val="122B54"/>
        </a:accent1>
        <a:accent2>
          <a:srgbClr val="006192"/>
        </a:accent2>
        <a:accent3>
          <a:srgbClr val="007AB3"/>
        </a:accent3>
        <a:accent4>
          <a:srgbClr val="13A0D3"/>
        </a:accent4>
        <a:accent5>
          <a:srgbClr val="B5DAE6"/>
        </a:accent5>
        <a:accent6>
          <a:srgbClr val="DFEFF2"/>
        </a:accent6>
        <a:hlink>
          <a:srgbClr val="003781"/>
        </a:hlink>
        <a:folHlink>
          <a:srgbClr val="B4B4B4"/>
        </a:folHlink>
      </a:clrScheme>
    </a:extraClrScheme>
    <a:extraClrScheme>
      <a:clrScheme name="AllianzVibrant">
        <a:dk1>
          <a:srgbClr val="003781"/>
        </a:dk1>
        <a:lt1>
          <a:srgbClr val="FFFFFF"/>
        </a:lt1>
        <a:dk2>
          <a:srgbClr val="414141"/>
        </a:dk2>
        <a:lt2>
          <a:srgbClr val="CFCFCF"/>
        </a:lt2>
        <a:accent1>
          <a:srgbClr val="00908D"/>
        </a:accent1>
        <a:accent2>
          <a:srgbClr val="5FCD8A"/>
        </a:accent2>
        <a:accent3>
          <a:srgbClr val="A6276F"/>
        </a:accent3>
        <a:accent4>
          <a:srgbClr val="F62459"/>
        </a:accent4>
        <a:accent5>
          <a:srgbClr val="F86200"/>
        </a:accent5>
        <a:accent6>
          <a:srgbClr val="FAB600"/>
        </a:accent6>
        <a:hlink>
          <a:srgbClr val="003781"/>
        </a:hlink>
        <a:folHlink>
          <a:srgbClr val="B4B4B4"/>
        </a:folHlink>
      </a:clrScheme>
    </a:extraClrScheme>
  </a:extraClrSchemeLst>
  <a:custClrLst>
    <a:custClr name="rgb(18,43,84)">
      <a:srgbClr val="122B54"/>
    </a:custClr>
    <a:custClr name="rgb(0,97,146)">
      <a:srgbClr val="006192"/>
    </a:custClr>
    <a:custClr name="rgb(0,122,179)">
      <a:srgbClr val="007AB3"/>
    </a:custClr>
    <a:custClr name="rgb(19,160,211)">
      <a:srgbClr val="13A0D3"/>
    </a:custClr>
    <a:custClr name="rgb(181,218,230)">
      <a:srgbClr val="B5DAE6"/>
    </a:custClr>
    <a:custClr name="rgb(223,239,242)">
      <a:srgbClr val="DFEFF2"/>
    </a:custClr>
    <a:custClr name="rgb(0,144,141)">
      <a:srgbClr val="00908D"/>
    </a:custClr>
    <a:custClr name="rgb(95,205,138)">
      <a:srgbClr val="5FCD8A"/>
    </a:custClr>
    <a:custClr name="rgb(166,39,111)">
      <a:srgbClr val="A6276F"/>
    </a:custClr>
    <a:custClr name="rgb(246,36,89)">
      <a:srgbClr val="F62459"/>
    </a:custClr>
    <a:custClr name="rgb(248,98,0)">
      <a:srgbClr val="F86200"/>
    </a:custClr>
    <a:custClr name="rgb(250,182,0)">
      <a:srgbClr val="FAB600"/>
    </a:custClr>
  </a:custClrLst>
  <a:extLst>
    <a:ext uri="{05A4C25C-085E-4340-85A3-A5531E510DB2}">
      <thm15:themeFamily xmlns:thm15="http://schemas.microsoft.com/office/thememl/2012/main" name="Allianz_PPT_Master_2.potx" id="{BDEB0E28-CD62-4F68-B02D-6F9C01032E96}" vid="{08400C5C-446E-47DA-961F-FEB8852D2A55}"/>
    </a:ext>
  </a:extLst>
</a:theme>
</file>

<file path=ppt/theme/theme4.xml><?xml version="1.0" encoding="utf-8"?>
<a:theme xmlns:a="http://schemas.openxmlformats.org/drawingml/2006/main" name="Content charts blue">
  <a:themeElements>
    <a:clrScheme name="AllianzBlue">
      <a:dk1>
        <a:srgbClr val="003781"/>
      </a:dk1>
      <a:lt1>
        <a:srgbClr val="FFFFFF"/>
      </a:lt1>
      <a:dk2>
        <a:srgbClr val="414141"/>
      </a:dk2>
      <a:lt2>
        <a:srgbClr val="CFCFCF"/>
      </a:lt2>
      <a:accent1>
        <a:srgbClr val="122B54"/>
      </a:accent1>
      <a:accent2>
        <a:srgbClr val="006192"/>
      </a:accent2>
      <a:accent3>
        <a:srgbClr val="007AB3"/>
      </a:accent3>
      <a:accent4>
        <a:srgbClr val="13A0D3"/>
      </a:accent4>
      <a:accent5>
        <a:srgbClr val="B5DAE6"/>
      </a:accent5>
      <a:accent6>
        <a:srgbClr val="DFEFF2"/>
      </a:accent6>
      <a:hlink>
        <a:srgbClr val="003781"/>
      </a:hlink>
      <a:folHlink>
        <a:srgbClr val="B4B4B4"/>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nchor="t" anchorCtr="0">
        <a:noAutofit/>
      </a:bodyPr>
      <a:lstStyle>
        <a:defPPr algn="l">
          <a:defRPr sz="1600" smtClean="0">
            <a:solidFill>
              <a:schemeClr val="tx1"/>
            </a:solidFill>
          </a:defRPr>
        </a:defPPr>
      </a:lstStyle>
    </a:txDef>
  </a:objectDefaults>
  <a:extraClrSchemeLst>
    <a:extraClrScheme>
      <a:clrScheme name="AllianzBlue">
        <a:dk1>
          <a:srgbClr val="003781"/>
        </a:dk1>
        <a:lt1>
          <a:srgbClr val="FFFFFF"/>
        </a:lt1>
        <a:dk2>
          <a:srgbClr val="414141"/>
        </a:dk2>
        <a:lt2>
          <a:srgbClr val="CFCFCF"/>
        </a:lt2>
        <a:accent1>
          <a:srgbClr val="122B54"/>
        </a:accent1>
        <a:accent2>
          <a:srgbClr val="006192"/>
        </a:accent2>
        <a:accent3>
          <a:srgbClr val="007AB3"/>
        </a:accent3>
        <a:accent4>
          <a:srgbClr val="13A0D3"/>
        </a:accent4>
        <a:accent5>
          <a:srgbClr val="B5DAE6"/>
        </a:accent5>
        <a:accent6>
          <a:srgbClr val="DFEFF2"/>
        </a:accent6>
        <a:hlink>
          <a:srgbClr val="003781"/>
        </a:hlink>
        <a:folHlink>
          <a:srgbClr val="B4B4B4"/>
        </a:folHlink>
      </a:clrScheme>
    </a:extraClrScheme>
    <a:extraClrScheme>
      <a:clrScheme name="AllianzVibrant">
        <a:dk1>
          <a:srgbClr val="003781"/>
        </a:dk1>
        <a:lt1>
          <a:srgbClr val="FFFFFF"/>
        </a:lt1>
        <a:dk2>
          <a:srgbClr val="414141"/>
        </a:dk2>
        <a:lt2>
          <a:srgbClr val="CFCFCF"/>
        </a:lt2>
        <a:accent1>
          <a:srgbClr val="00908D"/>
        </a:accent1>
        <a:accent2>
          <a:srgbClr val="5FCD8A"/>
        </a:accent2>
        <a:accent3>
          <a:srgbClr val="A6276F"/>
        </a:accent3>
        <a:accent4>
          <a:srgbClr val="F62459"/>
        </a:accent4>
        <a:accent5>
          <a:srgbClr val="F86200"/>
        </a:accent5>
        <a:accent6>
          <a:srgbClr val="FAB600"/>
        </a:accent6>
        <a:hlink>
          <a:srgbClr val="003781"/>
        </a:hlink>
        <a:folHlink>
          <a:srgbClr val="B4B4B4"/>
        </a:folHlink>
      </a:clrScheme>
    </a:extraClrScheme>
  </a:extraClrSchemeLst>
  <a:custClrLst>
    <a:custClr name="rgb(18,43,84)">
      <a:srgbClr val="122B54"/>
    </a:custClr>
    <a:custClr name="rgb(0,97,146)">
      <a:srgbClr val="006192"/>
    </a:custClr>
    <a:custClr name="rgb(0,122,179)">
      <a:srgbClr val="007AB3"/>
    </a:custClr>
    <a:custClr name="rgb(19,160,211)">
      <a:srgbClr val="13A0D3"/>
    </a:custClr>
    <a:custClr name="rgb(181,218,230)">
      <a:srgbClr val="B5DAE6"/>
    </a:custClr>
    <a:custClr name="rgb(223,239,242)">
      <a:srgbClr val="DFEFF2"/>
    </a:custClr>
    <a:custClr name="rgb(0,144,141)">
      <a:srgbClr val="00908D"/>
    </a:custClr>
    <a:custClr name="rgb(95,205,138)">
      <a:srgbClr val="5FCD8A"/>
    </a:custClr>
    <a:custClr name="rgb(166,39,111)">
      <a:srgbClr val="A6276F"/>
    </a:custClr>
    <a:custClr name="rgb(246,36,89)">
      <a:srgbClr val="F62459"/>
    </a:custClr>
    <a:custClr name="rgb(248,98,0)">
      <a:srgbClr val="F86200"/>
    </a:custClr>
    <a:custClr name="rgb(250,182,0)">
      <a:srgbClr val="FAB600"/>
    </a:custClr>
  </a:custClrLst>
  <a:extLst>
    <a:ext uri="{05A4C25C-085E-4340-85A3-A5531E510DB2}">
      <thm15:themeFamily xmlns:thm15="http://schemas.microsoft.com/office/thememl/2012/main" name="Allianz_PPT_Master_2.potx" id="{BDEB0E28-CD62-4F68-B02D-6F9C01032E96}" vid="{68A4BE0F-2471-43F2-A53D-1955CFB6D713}"/>
    </a:ext>
  </a:extLst>
</a:theme>
</file>

<file path=ppt/theme/theme5.xml><?xml version="1.0" encoding="utf-8"?>
<a:theme xmlns:a="http://schemas.openxmlformats.org/drawingml/2006/main" name="1_Content charts white">
  <a:themeElements>
    <a:clrScheme name="AllianzBlue">
      <a:dk1>
        <a:srgbClr val="003781"/>
      </a:dk1>
      <a:lt1>
        <a:srgbClr val="FFFFFF"/>
      </a:lt1>
      <a:dk2>
        <a:srgbClr val="414141"/>
      </a:dk2>
      <a:lt2>
        <a:srgbClr val="CFCFCF"/>
      </a:lt2>
      <a:accent1>
        <a:srgbClr val="122B54"/>
      </a:accent1>
      <a:accent2>
        <a:srgbClr val="006192"/>
      </a:accent2>
      <a:accent3>
        <a:srgbClr val="007AB3"/>
      </a:accent3>
      <a:accent4>
        <a:srgbClr val="13A0D3"/>
      </a:accent4>
      <a:accent5>
        <a:srgbClr val="B5DAE6"/>
      </a:accent5>
      <a:accent6>
        <a:srgbClr val="DFEFF2"/>
      </a:accent6>
      <a:hlink>
        <a:srgbClr val="003781"/>
      </a:hlink>
      <a:folHlink>
        <a:srgbClr val="B4B4B4"/>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122B54"/>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nchor="t" anchorCtr="0">
        <a:noAutofit/>
      </a:bodyPr>
      <a:lstStyle>
        <a:defPPr algn="l">
          <a:defRPr sz="1600" dirty="0" smtClean="0">
            <a:solidFill>
              <a:schemeClr val="bg1"/>
            </a:solidFill>
          </a:defRPr>
        </a:defPPr>
      </a:lstStyle>
    </a:txDef>
  </a:objectDefaults>
  <a:extraClrSchemeLst>
    <a:extraClrScheme>
      <a:clrScheme name="AllianzBlue">
        <a:dk1>
          <a:srgbClr val="003781"/>
        </a:dk1>
        <a:lt1>
          <a:srgbClr val="FFFFFF"/>
        </a:lt1>
        <a:dk2>
          <a:srgbClr val="414141"/>
        </a:dk2>
        <a:lt2>
          <a:srgbClr val="CFCFCF"/>
        </a:lt2>
        <a:accent1>
          <a:srgbClr val="122B54"/>
        </a:accent1>
        <a:accent2>
          <a:srgbClr val="006192"/>
        </a:accent2>
        <a:accent3>
          <a:srgbClr val="007AB3"/>
        </a:accent3>
        <a:accent4>
          <a:srgbClr val="13A0D3"/>
        </a:accent4>
        <a:accent5>
          <a:srgbClr val="B5DAE6"/>
        </a:accent5>
        <a:accent6>
          <a:srgbClr val="DFEFF2"/>
        </a:accent6>
        <a:hlink>
          <a:srgbClr val="003781"/>
        </a:hlink>
        <a:folHlink>
          <a:srgbClr val="B4B4B4"/>
        </a:folHlink>
      </a:clrScheme>
    </a:extraClrScheme>
    <a:extraClrScheme>
      <a:clrScheme name="AllianzVibrant">
        <a:dk1>
          <a:srgbClr val="003781"/>
        </a:dk1>
        <a:lt1>
          <a:srgbClr val="FFFFFF"/>
        </a:lt1>
        <a:dk2>
          <a:srgbClr val="414141"/>
        </a:dk2>
        <a:lt2>
          <a:srgbClr val="CFCFCF"/>
        </a:lt2>
        <a:accent1>
          <a:srgbClr val="00908D"/>
        </a:accent1>
        <a:accent2>
          <a:srgbClr val="5FCD8A"/>
        </a:accent2>
        <a:accent3>
          <a:srgbClr val="A6276F"/>
        </a:accent3>
        <a:accent4>
          <a:srgbClr val="F62459"/>
        </a:accent4>
        <a:accent5>
          <a:srgbClr val="F86200"/>
        </a:accent5>
        <a:accent6>
          <a:srgbClr val="FAB600"/>
        </a:accent6>
        <a:hlink>
          <a:srgbClr val="003781"/>
        </a:hlink>
        <a:folHlink>
          <a:srgbClr val="B4B4B4"/>
        </a:folHlink>
      </a:clrScheme>
    </a:extraClrScheme>
  </a:extraClrSchemeLst>
  <a:custClrLst>
    <a:custClr name="rgb(18,43,84)">
      <a:srgbClr val="122B54"/>
    </a:custClr>
    <a:custClr name="rgb(0,97,146)">
      <a:srgbClr val="006192"/>
    </a:custClr>
    <a:custClr name="rgb(0,122,179)">
      <a:srgbClr val="007AB3"/>
    </a:custClr>
    <a:custClr name="rgb(19,160,211)">
      <a:srgbClr val="13A0D3"/>
    </a:custClr>
    <a:custClr name="rgb(181,218,230)">
      <a:srgbClr val="B5DAE6"/>
    </a:custClr>
    <a:custClr name="rgb(223,239,242)">
      <a:srgbClr val="DFEFF2"/>
    </a:custClr>
    <a:custClr name="rgb(0,144,141)">
      <a:srgbClr val="00908D"/>
    </a:custClr>
    <a:custClr name="rgb(95,205,138)">
      <a:srgbClr val="5FCD8A"/>
    </a:custClr>
    <a:custClr name="rgb(166,39,111)">
      <a:srgbClr val="A6276F"/>
    </a:custClr>
    <a:custClr name="rgb(246,36,89)">
      <a:srgbClr val="F62459"/>
    </a:custClr>
    <a:custClr name="rgb(248,98,0)">
      <a:srgbClr val="F86200"/>
    </a:custClr>
    <a:custClr name="rgb(250,182,0)">
      <a:srgbClr val="FAB600"/>
    </a:custClr>
  </a:custClrLst>
  <a:extLst>
    <a:ext uri="{05A4C25C-085E-4340-85A3-A5531E510DB2}">
      <thm15:themeFamily xmlns:thm15="http://schemas.microsoft.com/office/thememl/2012/main" name="Allianz_PPT_Master_2.potx" id="{BDEB0E28-CD62-4F68-B02D-6F9C01032E96}" vid="{08400C5C-446E-47DA-961F-FEB8852D2A55}"/>
    </a:ext>
  </a:extLst>
</a:theme>
</file>

<file path=ppt/theme/theme6.xml><?xml version="1.0" encoding="utf-8"?>
<a:theme xmlns:a="http://schemas.openxmlformats.org/drawingml/2006/main" name="1_Title charts">
  <a:themeElements>
    <a:clrScheme name="AllianzBlue">
      <a:dk1>
        <a:srgbClr val="003781"/>
      </a:dk1>
      <a:lt1>
        <a:srgbClr val="FFFFFF"/>
      </a:lt1>
      <a:dk2>
        <a:srgbClr val="414141"/>
      </a:dk2>
      <a:lt2>
        <a:srgbClr val="CFCFCF"/>
      </a:lt2>
      <a:accent1>
        <a:srgbClr val="122B54"/>
      </a:accent1>
      <a:accent2>
        <a:srgbClr val="006192"/>
      </a:accent2>
      <a:accent3>
        <a:srgbClr val="007AB3"/>
      </a:accent3>
      <a:accent4>
        <a:srgbClr val="13A0D3"/>
      </a:accent4>
      <a:accent5>
        <a:srgbClr val="B5DAE6"/>
      </a:accent5>
      <a:accent6>
        <a:srgbClr val="DFEFF2"/>
      </a:accent6>
      <a:hlink>
        <a:srgbClr val="003781"/>
      </a:hlink>
      <a:folHlink>
        <a:srgbClr val="B4B4B4"/>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122B54"/>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nchor="t" anchorCtr="0">
        <a:noAutofit/>
      </a:bodyPr>
      <a:lstStyle>
        <a:defPPr algn="l">
          <a:defRPr sz="1600" smtClean="0">
            <a:solidFill>
              <a:schemeClr val="bg1"/>
            </a:solidFill>
          </a:defRPr>
        </a:defPPr>
      </a:lstStyle>
    </a:txDef>
  </a:objectDefaults>
  <a:extraClrSchemeLst>
    <a:extraClrScheme>
      <a:clrScheme name="AllianzBlue">
        <a:dk1>
          <a:srgbClr val="003781"/>
        </a:dk1>
        <a:lt1>
          <a:srgbClr val="FFFFFF"/>
        </a:lt1>
        <a:dk2>
          <a:srgbClr val="414141"/>
        </a:dk2>
        <a:lt2>
          <a:srgbClr val="CFCFCF"/>
        </a:lt2>
        <a:accent1>
          <a:srgbClr val="122B54"/>
        </a:accent1>
        <a:accent2>
          <a:srgbClr val="006192"/>
        </a:accent2>
        <a:accent3>
          <a:srgbClr val="007AB3"/>
        </a:accent3>
        <a:accent4>
          <a:srgbClr val="13A0D3"/>
        </a:accent4>
        <a:accent5>
          <a:srgbClr val="B5DAE6"/>
        </a:accent5>
        <a:accent6>
          <a:srgbClr val="DFEFF2"/>
        </a:accent6>
        <a:hlink>
          <a:srgbClr val="003781"/>
        </a:hlink>
        <a:folHlink>
          <a:srgbClr val="B4B4B4"/>
        </a:folHlink>
      </a:clrScheme>
    </a:extraClrScheme>
    <a:extraClrScheme>
      <a:clrScheme name="AllianzVibrant">
        <a:dk1>
          <a:srgbClr val="003781"/>
        </a:dk1>
        <a:lt1>
          <a:srgbClr val="FFFFFF"/>
        </a:lt1>
        <a:dk2>
          <a:srgbClr val="414141"/>
        </a:dk2>
        <a:lt2>
          <a:srgbClr val="CFCFCF"/>
        </a:lt2>
        <a:accent1>
          <a:srgbClr val="00908D"/>
        </a:accent1>
        <a:accent2>
          <a:srgbClr val="5FCD8A"/>
        </a:accent2>
        <a:accent3>
          <a:srgbClr val="A6276F"/>
        </a:accent3>
        <a:accent4>
          <a:srgbClr val="F62459"/>
        </a:accent4>
        <a:accent5>
          <a:srgbClr val="F86200"/>
        </a:accent5>
        <a:accent6>
          <a:srgbClr val="FAB600"/>
        </a:accent6>
        <a:hlink>
          <a:srgbClr val="003781"/>
        </a:hlink>
        <a:folHlink>
          <a:srgbClr val="B4B4B4"/>
        </a:folHlink>
      </a:clrScheme>
    </a:extraClrScheme>
  </a:extraClrSchemeLst>
  <a:custClrLst>
    <a:custClr name="rgb(18,43,84)">
      <a:srgbClr val="122B54"/>
    </a:custClr>
    <a:custClr name="rgb(0,97,146)">
      <a:srgbClr val="006192"/>
    </a:custClr>
    <a:custClr name="rgb(0,122,179)">
      <a:srgbClr val="007AB3"/>
    </a:custClr>
    <a:custClr name="rgb(19,160,211)">
      <a:srgbClr val="13A0D3"/>
    </a:custClr>
    <a:custClr name="rgb(181,218,230)">
      <a:srgbClr val="B5DAE6"/>
    </a:custClr>
    <a:custClr name="rgb(223,239,242)">
      <a:srgbClr val="DFEFF2"/>
    </a:custClr>
    <a:custClr name="rgb(0,144,141)">
      <a:srgbClr val="00908D"/>
    </a:custClr>
    <a:custClr name="rgb(95,205,138)">
      <a:srgbClr val="5FCD8A"/>
    </a:custClr>
    <a:custClr name="rgb(166,39,111)">
      <a:srgbClr val="A6276F"/>
    </a:custClr>
    <a:custClr name="rgb(246,36,89)">
      <a:srgbClr val="F62459"/>
    </a:custClr>
    <a:custClr name="rgb(248,98,0)">
      <a:srgbClr val="F86200"/>
    </a:custClr>
    <a:custClr name="rgb(250,182,0)">
      <a:srgbClr val="FAB600"/>
    </a:custClr>
  </a:custClrLst>
  <a:extLst>
    <a:ext uri="{05A4C25C-085E-4340-85A3-A5531E510DB2}">
      <thm15:themeFamily xmlns:thm15="http://schemas.microsoft.com/office/thememl/2012/main" name="Allianz_PPT_Master_2.potx" id="{BDEB0E28-CD62-4F68-B02D-6F9C01032E96}" vid="{80682FB7-B416-46A6-9DB0-6F4546BA1D50}"/>
    </a:ext>
  </a:extLst>
</a:theme>
</file>

<file path=ppt/theme/theme7.xml><?xml version="1.0" encoding="utf-8"?>
<a:theme xmlns:a="http://schemas.openxmlformats.org/drawingml/2006/main" name="1_Divider + end charts">
  <a:themeElements>
    <a:clrScheme name="AllianzBlue">
      <a:dk1>
        <a:srgbClr val="003781"/>
      </a:dk1>
      <a:lt1>
        <a:srgbClr val="FFFFFF"/>
      </a:lt1>
      <a:dk2>
        <a:srgbClr val="414141"/>
      </a:dk2>
      <a:lt2>
        <a:srgbClr val="CFCFCF"/>
      </a:lt2>
      <a:accent1>
        <a:srgbClr val="122B54"/>
      </a:accent1>
      <a:accent2>
        <a:srgbClr val="006192"/>
      </a:accent2>
      <a:accent3>
        <a:srgbClr val="007AB3"/>
      </a:accent3>
      <a:accent4>
        <a:srgbClr val="13A0D3"/>
      </a:accent4>
      <a:accent5>
        <a:srgbClr val="B5DAE6"/>
      </a:accent5>
      <a:accent6>
        <a:srgbClr val="DFEFF2"/>
      </a:accent6>
      <a:hlink>
        <a:srgbClr val="003781"/>
      </a:hlink>
      <a:folHlink>
        <a:srgbClr val="B4B4B4"/>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122B54"/>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nchor="t" anchorCtr="0">
        <a:noAutofit/>
      </a:bodyPr>
      <a:lstStyle>
        <a:defPPr algn="l">
          <a:defRPr sz="1600" smtClean="0">
            <a:solidFill>
              <a:schemeClr val="bg1"/>
            </a:solidFill>
          </a:defRPr>
        </a:defPPr>
      </a:lstStyle>
    </a:txDef>
  </a:objectDefaults>
  <a:extraClrSchemeLst>
    <a:extraClrScheme>
      <a:clrScheme name="AllianzBlue">
        <a:dk1>
          <a:srgbClr val="003781"/>
        </a:dk1>
        <a:lt1>
          <a:srgbClr val="FFFFFF"/>
        </a:lt1>
        <a:dk2>
          <a:srgbClr val="414141"/>
        </a:dk2>
        <a:lt2>
          <a:srgbClr val="CFCFCF"/>
        </a:lt2>
        <a:accent1>
          <a:srgbClr val="122B54"/>
        </a:accent1>
        <a:accent2>
          <a:srgbClr val="006192"/>
        </a:accent2>
        <a:accent3>
          <a:srgbClr val="007AB3"/>
        </a:accent3>
        <a:accent4>
          <a:srgbClr val="13A0D3"/>
        </a:accent4>
        <a:accent5>
          <a:srgbClr val="B5DAE6"/>
        </a:accent5>
        <a:accent6>
          <a:srgbClr val="DFEFF2"/>
        </a:accent6>
        <a:hlink>
          <a:srgbClr val="003781"/>
        </a:hlink>
        <a:folHlink>
          <a:srgbClr val="B4B4B4"/>
        </a:folHlink>
      </a:clrScheme>
    </a:extraClrScheme>
    <a:extraClrScheme>
      <a:clrScheme name="AllianzVibrant">
        <a:dk1>
          <a:srgbClr val="003781"/>
        </a:dk1>
        <a:lt1>
          <a:srgbClr val="FFFFFF"/>
        </a:lt1>
        <a:dk2>
          <a:srgbClr val="414141"/>
        </a:dk2>
        <a:lt2>
          <a:srgbClr val="CFCFCF"/>
        </a:lt2>
        <a:accent1>
          <a:srgbClr val="00908D"/>
        </a:accent1>
        <a:accent2>
          <a:srgbClr val="5FCD8A"/>
        </a:accent2>
        <a:accent3>
          <a:srgbClr val="A6276F"/>
        </a:accent3>
        <a:accent4>
          <a:srgbClr val="F62459"/>
        </a:accent4>
        <a:accent5>
          <a:srgbClr val="F86200"/>
        </a:accent5>
        <a:accent6>
          <a:srgbClr val="FAB600"/>
        </a:accent6>
        <a:hlink>
          <a:srgbClr val="003781"/>
        </a:hlink>
        <a:folHlink>
          <a:srgbClr val="B4B4B4"/>
        </a:folHlink>
      </a:clrScheme>
    </a:extraClrScheme>
  </a:extraClrSchemeLst>
  <a:custClrLst>
    <a:custClr name="rgb(18,43,84)">
      <a:srgbClr val="122B54"/>
    </a:custClr>
    <a:custClr name="rgb(0,97,146)">
      <a:srgbClr val="006192"/>
    </a:custClr>
    <a:custClr name="rgb(0,122,179)">
      <a:srgbClr val="007AB3"/>
    </a:custClr>
    <a:custClr name="rgb(19,160,211)">
      <a:srgbClr val="13A0D3"/>
    </a:custClr>
    <a:custClr name="rgb(181,218,230)">
      <a:srgbClr val="B5DAE6"/>
    </a:custClr>
    <a:custClr name="rgb(223,239,242)">
      <a:srgbClr val="DFEFF2"/>
    </a:custClr>
    <a:custClr name="rgb(0,144,141)">
      <a:srgbClr val="00908D"/>
    </a:custClr>
    <a:custClr name="rgb(95,205,138)">
      <a:srgbClr val="5FCD8A"/>
    </a:custClr>
    <a:custClr name="rgb(166,39,111)">
      <a:srgbClr val="A6276F"/>
    </a:custClr>
    <a:custClr name="rgb(246,36,89)">
      <a:srgbClr val="F62459"/>
    </a:custClr>
    <a:custClr name="rgb(248,98,0)">
      <a:srgbClr val="F86200"/>
    </a:custClr>
    <a:custClr name="rgb(250,182,0)">
      <a:srgbClr val="FAB600"/>
    </a:custClr>
  </a:custClrLst>
  <a:extLst>
    <a:ext uri="{05A4C25C-085E-4340-85A3-A5531E510DB2}">
      <thm15:themeFamily xmlns:thm15="http://schemas.microsoft.com/office/thememl/2012/main" name="Allianz_PPT_Master_2.potx" id="{BDEB0E28-CD62-4F68-B02D-6F9C01032E96}" vid="{4DA1B7E2-AE31-424E-8483-824756D41169}"/>
    </a:ext>
  </a:extLst>
</a:theme>
</file>

<file path=ppt/theme/theme8.xml><?xml version="1.0" encoding="utf-8"?>
<a:theme xmlns:a="http://schemas.openxmlformats.org/drawingml/2006/main" name="1_Content charts blue">
  <a:themeElements>
    <a:clrScheme name="AllianzBlue">
      <a:dk1>
        <a:srgbClr val="003781"/>
      </a:dk1>
      <a:lt1>
        <a:srgbClr val="FFFFFF"/>
      </a:lt1>
      <a:dk2>
        <a:srgbClr val="414141"/>
      </a:dk2>
      <a:lt2>
        <a:srgbClr val="CFCFCF"/>
      </a:lt2>
      <a:accent1>
        <a:srgbClr val="122B54"/>
      </a:accent1>
      <a:accent2>
        <a:srgbClr val="006192"/>
      </a:accent2>
      <a:accent3>
        <a:srgbClr val="007AB3"/>
      </a:accent3>
      <a:accent4>
        <a:srgbClr val="13A0D3"/>
      </a:accent4>
      <a:accent5>
        <a:srgbClr val="B5DAE6"/>
      </a:accent5>
      <a:accent6>
        <a:srgbClr val="DFEFF2"/>
      </a:accent6>
      <a:hlink>
        <a:srgbClr val="003781"/>
      </a:hlink>
      <a:folHlink>
        <a:srgbClr val="B4B4B4"/>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nchor="t" anchorCtr="0">
        <a:noAutofit/>
      </a:bodyPr>
      <a:lstStyle>
        <a:defPPr algn="l">
          <a:defRPr sz="1600" smtClean="0">
            <a:solidFill>
              <a:schemeClr val="tx1"/>
            </a:solidFill>
          </a:defRPr>
        </a:defPPr>
      </a:lstStyle>
    </a:txDef>
  </a:objectDefaults>
  <a:extraClrSchemeLst>
    <a:extraClrScheme>
      <a:clrScheme name="AllianzBlue">
        <a:dk1>
          <a:srgbClr val="003781"/>
        </a:dk1>
        <a:lt1>
          <a:srgbClr val="FFFFFF"/>
        </a:lt1>
        <a:dk2>
          <a:srgbClr val="414141"/>
        </a:dk2>
        <a:lt2>
          <a:srgbClr val="CFCFCF"/>
        </a:lt2>
        <a:accent1>
          <a:srgbClr val="122B54"/>
        </a:accent1>
        <a:accent2>
          <a:srgbClr val="006192"/>
        </a:accent2>
        <a:accent3>
          <a:srgbClr val="007AB3"/>
        </a:accent3>
        <a:accent4>
          <a:srgbClr val="13A0D3"/>
        </a:accent4>
        <a:accent5>
          <a:srgbClr val="B5DAE6"/>
        </a:accent5>
        <a:accent6>
          <a:srgbClr val="DFEFF2"/>
        </a:accent6>
        <a:hlink>
          <a:srgbClr val="003781"/>
        </a:hlink>
        <a:folHlink>
          <a:srgbClr val="B4B4B4"/>
        </a:folHlink>
      </a:clrScheme>
    </a:extraClrScheme>
    <a:extraClrScheme>
      <a:clrScheme name="AllianzVibrant">
        <a:dk1>
          <a:srgbClr val="003781"/>
        </a:dk1>
        <a:lt1>
          <a:srgbClr val="FFFFFF"/>
        </a:lt1>
        <a:dk2>
          <a:srgbClr val="414141"/>
        </a:dk2>
        <a:lt2>
          <a:srgbClr val="CFCFCF"/>
        </a:lt2>
        <a:accent1>
          <a:srgbClr val="00908D"/>
        </a:accent1>
        <a:accent2>
          <a:srgbClr val="5FCD8A"/>
        </a:accent2>
        <a:accent3>
          <a:srgbClr val="A6276F"/>
        </a:accent3>
        <a:accent4>
          <a:srgbClr val="F62459"/>
        </a:accent4>
        <a:accent5>
          <a:srgbClr val="F86200"/>
        </a:accent5>
        <a:accent6>
          <a:srgbClr val="FAB600"/>
        </a:accent6>
        <a:hlink>
          <a:srgbClr val="003781"/>
        </a:hlink>
        <a:folHlink>
          <a:srgbClr val="B4B4B4"/>
        </a:folHlink>
      </a:clrScheme>
    </a:extraClrScheme>
  </a:extraClrSchemeLst>
  <a:custClrLst>
    <a:custClr name="rgb(18,43,84)">
      <a:srgbClr val="122B54"/>
    </a:custClr>
    <a:custClr name="rgb(0,97,146)">
      <a:srgbClr val="006192"/>
    </a:custClr>
    <a:custClr name="rgb(0,122,179)">
      <a:srgbClr val="007AB3"/>
    </a:custClr>
    <a:custClr name="rgb(19,160,211)">
      <a:srgbClr val="13A0D3"/>
    </a:custClr>
    <a:custClr name="rgb(181,218,230)">
      <a:srgbClr val="B5DAE6"/>
    </a:custClr>
    <a:custClr name="rgb(223,239,242)">
      <a:srgbClr val="DFEFF2"/>
    </a:custClr>
    <a:custClr name="rgb(0,144,141)">
      <a:srgbClr val="00908D"/>
    </a:custClr>
    <a:custClr name="rgb(95,205,138)">
      <a:srgbClr val="5FCD8A"/>
    </a:custClr>
    <a:custClr name="rgb(166,39,111)">
      <a:srgbClr val="A6276F"/>
    </a:custClr>
    <a:custClr name="rgb(246,36,89)">
      <a:srgbClr val="F62459"/>
    </a:custClr>
    <a:custClr name="rgb(248,98,0)">
      <a:srgbClr val="F86200"/>
    </a:custClr>
    <a:custClr name="rgb(250,182,0)">
      <a:srgbClr val="FAB600"/>
    </a:custClr>
  </a:custClrLst>
  <a:extLst>
    <a:ext uri="{05A4C25C-085E-4340-85A3-A5531E510DB2}">
      <thm15:themeFamily xmlns:thm15="http://schemas.microsoft.com/office/thememl/2012/main" name="Allianz_PPT_Master_2.potx" id="{BDEB0E28-CD62-4F68-B02D-6F9C01032E96}" vid="{68A4BE0F-2471-43F2-A53D-1955CFB6D713}"/>
    </a:ext>
  </a:ext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8156f103-db60-4c07-a1d6-cd74caf079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4C9342526E3E2742BEB57EA0E7464D67" ma:contentTypeVersion="11" ma:contentTypeDescription="Create a new document." ma:contentTypeScope="" ma:versionID="8f8413f00239e468581ddf699a99d215">
  <xsd:schema xmlns:xsd="http://www.w3.org/2001/XMLSchema" xmlns:xs="http://www.w3.org/2001/XMLSchema" xmlns:p="http://schemas.microsoft.com/office/2006/metadata/properties" xmlns:ns3="8156f103-db60-4c07-a1d6-cd74caf079a5" targetNamespace="http://schemas.microsoft.com/office/2006/metadata/properties" ma:root="true" ma:fieldsID="b8217c3685306245a1a78e494b7d98bd" ns3:_="">
    <xsd:import namespace="8156f103-db60-4c07-a1d6-cd74caf079a5"/>
    <xsd:element name="properties">
      <xsd:complexType>
        <xsd:sequence>
          <xsd:element name="documentManagement">
            <xsd:complexType>
              <xsd:all>
                <xsd:element ref="ns3:MediaServiceDateTaken" minOccurs="0"/>
                <xsd:element ref="ns3:_activity" minOccurs="0"/>
                <xsd:element ref="ns3:MediaServiceMetadata" minOccurs="0"/>
                <xsd:element ref="ns3:MediaServiceFastMetadata" minOccurs="0"/>
                <xsd:element ref="ns3:MediaServiceSearchProperties" minOccurs="0"/>
                <xsd:element ref="ns3:MediaServiceObjectDetectorVersions" minOccurs="0"/>
                <xsd:element ref="ns3:MediaServiceSystemTags" minOccurs="0"/>
                <xsd:element ref="ns3:MediaServiceGenerationTime" minOccurs="0"/>
                <xsd:element ref="ns3:MediaServiceEventHashCode" minOccurs="0"/>
                <xsd:element ref="ns3:MediaServiceOCR"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156f103-db60-4c07-a1d6-cd74caf079a5"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_activity" ma:index="9" nillable="true" ma:displayName="_activity" ma:hidden="true" ma:internalName="_activity">
      <xsd:simpleType>
        <xsd:restriction base="dms:Note"/>
      </xsd:simpleType>
    </xsd:element>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element name="MediaServiceSystemTags" ma:index="14" nillable="true" ma:displayName="MediaServiceSystemTags" ma:hidden="true" ma:internalName="MediaServiceSystemTags" ma:readOnly="true">
      <xsd:simpleType>
        <xsd:restriction base="dms:Note"/>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LengthInSeconds" ma:index="18"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9D41049-A82A-4B5B-8ABC-9F045EF9F078}">
  <ds:schemaRefs>
    <ds:schemaRef ds:uri="http://schemas.microsoft.com/sharepoint/v3/contenttype/forms"/>
  </ds:schemaRefs>
</ds:datastoreItem>
</file>

<file path=customXml/itemProps2.xml><?xml version="1.0" encoding="utf-8"?>
<ds:datastoreItem xmlns:ds="http://schemas.openxmlformats.org/officeDocument/2006/customXml" ds:itemID="{0070BEB4-FB24-4E84-B3BB-971EAA4E97D2}">
  <ds:schemaRefs>
    <ds:schemaRef ds:uri="http://schemas.microsoft.com/office/2006/documentManagement/types"/>
    <ds:schemaRef ds:uri="http://purl.org/dc/terms/"/>
    <ds:schemaRef ds:uri="http://schemas.microsoft.com/office/infopath/2007/PartnerControls"/>
    <ds:schemaRef ds:uri="http://purl.org/dc/elements/1.1/"/>
    <ds:schemaRef ds:uri="http://www.w3.org/XML/1998/namespace"/>
    <ds:schemaRef ds:uri="http://schemas.microsoft.com/office/2006/metadata/properties"/>
    <ds:schemaRef ds:uri="http://schemas.openxmlformats.org/package/2006/metadata/core-properties"/>
    <ds:schemaRef ds:uri="8156f103-db60-4c07-a1d6-cd74caf079a5"/>
    <ds:schemaRef ds:uri="http://purl.org/dc/dcmitype/"/>
  </ds:schemaRefs>
</ds:datastoreItem>
</file>

<file path=customXml/itemProps3.xml><?xml version="1.0" encoding="utf-8"?>
<ds:datastoreItem xmlns:ds="http://schemas.openxmlformats.org/officeDocument/2006/customXml" ds:itemID="{86DCC516-57F6-4DE8-8273-86F4AB90E66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156f103-db60-4c07-a1d6-cd74caf079a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List>
</file>

<file path=docProps/app.xml><?xml version="1.0" encoding="utf-8"?>
<Properties xmlns="http://schemas.openxmlformats.org/officeDocument/2006/extended-properties" xmlns:vt="http://schemas.openxmlformats.org/officeDocument/2006/docPropsVTypes">
  <Template>Theme1</Template>
  <TotalTime>0</TotalTime>
  <Words>2242</Words>
  <Application>Microsoft Office PowerPoint</Application>
  <PresentationFormat>Widescreen</PresentationFormat>
  <Paragraphs>137</Paragraphs>
  <Slides>12</Slides>
  <Notes>12</Notes>
  <HiddenSlides>0</HiddenSlides>
  <MMClips>0</MMClips>
  <ScaleCrop>false</ScaleCrop>
  <HeadingPairs>
    <vt:vector size="6" baseType="variant">
      <vt:variant>
        <vt:lpstr>Fonts Used</vt:lpstr>
      </vt:variant>
      <vt:variant>
        <vt:i4>3</vt:i4>
      </vt:variant>
      <vt:variant>
        <vt:lpstr>Theme</vt:lpstr>
      </vt:variant>
      <vt:variant>
        <vt:i4>8</vt:i4>
      </vt:variant>
      <vt:variant>
        <vt:lpstr>Slide Titles</vt:lpstr>
      </vt:variant>
      <vt:variant>
        <vt:i4>12</vt:i4>
      </vt:variant>
    </vt:vector>
  </HeadingPairs>
  <TitlesOfParts>
    <vt:vector size="23" baseType="lpstr">
      <vt:lpstr>Arial</vt:lpstr>
      <vt:lpstr>Calibri</vt:lpstr>
      <vt:lpstr>Symbol</vt:lpstr>
      <vt:lpstr>Theme1</vt:lpstr>
      <vt:lpstr>Divider + end charts</vt:lpstr>
      <vt:lpstr>Content charts white</vt:lpstr>
      <vt:lpstr>Content charts blue</vt:lpstr>
      <vt:lpstr>1_Content charts white</vt:lpstr>
      <vt:lpstr>1_Title charts</vt:lpstr>
      <vt:lpstr>1_Divider + end charts</vt:lpstr>
      <vt:lpstr>1_Content charts blue</vt:lpstr>
      <vt:lpstr>Infographic Agentic AI Foundations</vt:lpstr>
      <vt:lpstr>Agentic AI Concepts</vt:lpstr>
      <vt:lpstr>Design Motivation for Agentic Systems</vt:lpstr>
      <vt:lpstr>Agentic AI Operating Cycle</vt:lpstr>
      <vt:lpstr>Agentic AI Implementation Patterns</vt:lpstr>
      <vt:lpstr>Best Practices for Robust Deployment</vt:lpstr>
      <vt:lpstr>Agentic Patterns and Collaboration Models</vt:lpstr>
      <vt:lpstr>Agentic Workflows and Tool Integration</vt:lpstr>
      <vt:lpstr>Example Workflow: Invoice Processing</vt:lpstr>
      <vt:lpstr>Evaluation Framework for Agentic Systems</vt:lpstr>
      <vt:lpstr>Interoperability and Protocols</vt:lpstr>
      <vt:lpstr>Tool Integration via MCP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Arun, Satvik (Allianz Technology)</dc:creator>
  <cp:lastModifiedBy>Arun, Satvik (Allianz Technology)</cp:lastModifiedBy>
  <cp:revision>4</cp:revision>
  <dcterms:created xsi:type="dcterms:W3CDTF">2025-08-04T19:19:33Z</dcterms:created>
  <dcterms:modified xsi:type="dcterms:W3CDTF">2026-02-26T09:26:38Z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0x0101004C9342526E3E2742BEB57EA0E7464D67</vt:lpwstr>
  </property>
  <property fmtid="{D5CDD505-2E9C-101B-9397-08002B2CF9AE}" pid="3" name="MediaServiceImageTags">
    <vt:lpwstr/>
  </property>
  <property fmtid="{D5CDD505-2E9C-101B-9397-08002B2CF9AE}" pid="4" name="MSIP_Label_863bc15e-e7bf-41c1-bdb3-03882d8a2e2c_Enabled">
    <vt:lpwstr>true</vt:lpwstr>
  </property>
  <property fmtid="{D5CDD505-2E9C-101B-9397-08002B2CF9AE}" pid="5" name="MSIP_Label_863bc15e-e7bf-41c1-bdb3-03882d8a2e2c_SetDate">
    <vt:lpwstr>2026-02-25T07:39:07Z</vt:lpwstr>
  </property>
  <property fmtid="{D5CDD505-2E9C-101B-9397-08002B2CF9AE}" pid="6" name="MSIP_Label_863bc15e-e7bf-41c1-bdb3-03882d8a2e2c_Method">
    <vt:lpwstr>Standard</vt:lpwstr>
  </property>
  <property fmtid="{D5CDD505-2E9C-101B-9397-08002B2CF9AE}" pid="7" name="MSIP_Label_863bc15e-e7bf-41c1-bdb3-03882d8a2e2c_Name">
    <vt:lpwstr>863bc15e-e7bf-41c1-bdb3-03882d8a2e2c</vt:lpwstr>
  </property>
  <property fmtid="{D5CDD505-2E9C-101B-9397-08002B2CF9AE}" pid="8" name="MSIP_Label_863bc15e-e7bf-41c1-bdb3-03882d8a2e2c_SiteId">
    <vt:lpwstr>6e06e42d-6925-47c6-b9e7-9581c7ca302a</vt:lpwstr>
  </property>
  <property fmtid="{D5CDD505-2E9C-101B-9397-08002B2CF9AE}" pid="9" name="MSIP_Label_863bc15e-e7bf-41c1-bdb3-03882d8a2e2c_ActionId">
    <vt:lpwstr>72b936c7-c9b9-4ed4-973a-7b2167b4c23d</vt:lpwstr>
  </property>
  <property fmtid="{D5CDD505-2E9C-101B-9397-08002B2CF9AE}" pid="10" name="MSIP_Label_863bc15e-e7bf-41c1-bdb3-03882d8a2e2c_ContentBits">
    <vt:lpwstr>0</vt:lpwstr>
  </property>
</Properties>
</file>